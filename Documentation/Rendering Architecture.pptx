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58" r:id="rId4"/>
    <p:sldId id="259" r:id="rId5"/>
    <p:sldId id="285" r:id="rId6"/>
    <p:sldId id="286" r:id="rId7"/>
    <p:sldId id="263" r:id="rId8"/>
    <p:sldId id="267" r:id="rId9"/>
    <p:sldId id="262" r:id="rId10"/>
    <p:sldId id="257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FCF930-6044-45E4-A42C-D6FD0B186388}">
          <p14:sldIdLst>
            <p14:sldId id="256"/>
            <p14:sldId id="275"/>
            <p14:sldId id="258"/>
            <p14:sldId id="259"/>
            <p14:sldId id="285"/>
            <p14:sldId id="286"/>
            <p14:sldId id="263"/>
            <p14:sldId id="267"/>
            <p14:sldId id="262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weł" initials="P" lastIdx="1" clrIdx="0">
    <p:extLst>
      <p:ext uri="{19B8F6BF-5375-455C-9EA6-DF929625EA0E}">
        <p15:presenceInfo xmlns:p15="http://schemas.microsoft.com/office/powerpoint/2012/main" userId="Paweł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2A7F8C-4384-4FED-90C3-C50AD51CD4D0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02680-229E-4DE5-8E8F-D7DCCA469999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noProof="0" dirty="0"/>
            <a:t>5 – Integration Layer</a:t>
          </a:r>
        </a:p>
      </dgm:t>
    </dgm:pt>
    <dgm:pt modelId="{FD9C8912-36C2-4F70-8D27-0C7B04281544}" type="parTrans" cxnId="{F72A6830-7DE4-4781-8BD8-BB5BAFDFFB3D}">
      <dgm:prSet/>
      <dgm:spPr/>
      <dgm:t>
        <a:bodyPr/>
        <a:lstStyle/>
        <a:p>
          <a:endParaRPr lang="en-US"/>
        </a:p>
      </dgm:t>
    </dgm:pt>
    <dgm:pt modelId="{399D986D-F361-4165-9BF5-4EE27F4222A9}" type="sibTrans" cxnId="{F72A6830-7DE4-4781-8BD8-BB5BAFDFFB3D}">
      <dgm:prSet/>
      <dgm:spPr/>
      <dgm:t>
        <a:bodyPr/>
        <a:lstStyle/>
        <a:p>
          <a:endParaRPr lang="en-US"/>
        </a:p>
      </dgm:t>
    </dgm:pt>
    <dgm:pt modelId="{67180261-FA11-4C70-99B6-208D22A34225}">
      <dgm:prSet phldrT="[Text]" custT="1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noProof="0" dirty="0"/>
            <a:t>2 – Representation Layer</a:t>
          </a:r>
        </a:p>
      </dgm:t>
    </dgm:pt>
    <dgm:pt modelId="{59464F09-C52D-4303-BCD3-E1A86FD40B46}" type="parTrans" cxnId="{3E7F8416-6E5A-4FB7-8B5D-7E6552DB9137}">
      <dgm:prSet/>
      <dgm:spPr/>
      <dgm:t>
        <a:bodyPr/>
        <a:lstStyle/>
        <a:p>
          <a:endParaRPr lang="en-US"/>
        </a:p>
      </dgm:t>
    </dgm:pt>
    <dgm:pt modelId="{EFC46B28-C8E4-4492-89C7-7481CD0F35E9}" type="sibTrans" cxnId="{3E7F8416-6E5A-4FB7-8B5D-7E6552DB9137}">
      <dgm:prSet/>
      <dgm:spPr/>
      <dgm:t>
        <a:bodyPr/>
        <a:lstStyle/>
        <a:p>
          <a:endParaRPr lang="en-US"/>
        </a:p>
      </dgm:t>
    </dgm:pt>
    <dgm:pt modelId="{432AFB55-08FE-4212-9DC7-D14ED2A025FB}">
      <dgm:prSet phldrT="[Text]" custT="1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noProof="0" dirty="0"/>
            <a:t>1 – GAPI</a:t>
          </a:r>
        </a:p>
      </dgm:t>
    </dgm:pt>
    <dgm:pt modelId="{05D130B0-583C-42EF-A013-EBA84E5F5145}" type="parTrans" cxnId="{56130A09-99EE-4BE9-B402-62BA4482F777}">
      <dgm:prSet/>
      <dgm:spPr/>
      <dgm:t>
        <a:bodyPr/>
        <a:lstStyle/>
        <a:p>
          <a:endParaRPr lang="en-US"/>
        </a:p>
      </dgm:t>
    </dgm:pt>
    <dgm:pt modelId="{C810953B-BB37-4D99-95A3-2A0E2B593AD3}" type="sibTrans" cxnId="{56130A09-99EE-4BE9-B402-62BA4482F777}">
      <dgm:prSet/>
      <dgm:spPr/>
      <dgm:t>
        <a:bodyPr/>
        <a:lstStyle/>
        <a:p>
          <a:endParaRPr lang="en-US"/>
        </a:p>
      </dgm:t>
    </dgm:pt>
    <dgm:pt modelId="{42BCD4A9-A9CF-4288-8C26-147300DFC46C}">
      <dgm:prSet phldrT="[Text]"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noProof="0" dirty="0"/>
            <a:t>0 – Graphics API Library</a:t>
          </a:r>
        </a:p>
      </dgm:t>
    </dgm:pt>
    <dgm:pt modelId="{2EC818B6-7EF7-49B2-8071-9F139B646C3D}" type="parTrans" cxnId="{69E0F8E1-8528-47CB-81D2-7A5C3269F765}">
      <dgm:prSet/>
      <dgm:spPr/>
      <dgm:t>
        <a:bodyPr/>
        <a:lstStyle/>
        <a:p>
          <a:endParaRPr lang="en-US"/>
        </a:p>
      </dgm:t>
    </dgm:pt>
    <dgm:pt modelId="{AC7342C8-5124-4DD3-A2EE-25BE180D55FB}" type="sibTrans" cxnId="{69E0F8E1-8528-47CB-81D2-7A5C3269F765}">
      <dgm:prSet/>
      <dgm:spPr/>
      <dgm:t>
        <a:bodyPr/>
        <a:lstStyle/>
        <a:p>
          <a:endParaRPr lang="en-US"/>
        </a:p>
      </dgm:t>
    </dgm:pt>
    <dgm:pt modelId="{409AF4A9-954C-4DBA-AD54-B8C01FAFB96B}">
      <dgm:prSet phldrT="[Text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noProof="0" dirty="0"/>
            <a:t>4 – Render Layer</a:t>
          </a:r>
        </a:p>
      </dgm:t>
    </dgm:pt>
    <dgm:pt modelId="{446793BA-E1E5-4BFF-8B57-401A2EC8D6F9}" type="parTrans" cxnId="{790DD5CD-3F70-4ED3-9D20-1B8E281FFB5F}">
      <dgm:prSet/>
      <dgm:spPr/>
      <dgm:t>
        <a:bodyPr/>
        <a:lstStyle/>
        <a:p>
          <a:endParaRPr lang="en-US"/>
        </a:p>
      </dgm:t>
    </dgm:pt>
    <dgm:pt modelId="{36B1A9A3-E2F4-43F9-BD9A-410B4D6CF563}" type="sibTrans" cxnId="{790DD5CD-3F70-4ED3-9D20-1B8E281FFB5F}">
      <dgm:prSet/>
      <dgm:spPr/>
      <dgm:t>
        <a:bodyPr/>
        <a:lstStyle/>
        <a:p>
          <a:endParaRPr lang="en-US"/>
        </a:p>
      </dgm:t>
    </dgm:pt>
    <dgm:pt modelId="{6C759DB1-AA8F-4E5F-ACC1-39A0887F0CC5}">
      <dgm:prSet phldrT="[Text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Render Director</a:t>
          </a:r>
        </a:p>
      </dgm:t>
    </dgm:pt>
    <dgm:pt modelId="{EDF369F7-54FB-444E-ABC3-9BC56A17F9AC}" type="parTrans" cxnId="{00397594-4C85-45E1-A811-6BBD5AEC2395}">
      <dgm:prSet/>
      <dgm:spPr/>
      <dgm:t>
        <a:bodyPr/>
        <a:lstStyle/>
        <a:p>
          <a:endParaRPr lang="en-US"/>
        </a:p>
      </dgm:t>
    </dgm:pt>
    <dgm:pt modelId="{7C969A4F-3A03-49BE-AB91-8573F2EE957F}" type="sibTrans" cxnId="{00397594-4C85-45E1-A811-6BBD5AEC2395}">
      <dgm:prSet/>
      <dgm:spPr/>
      <dgm:t>
        <a:bodyPr/>
        <a:lstStyle/>
        <a:p>
          <a:endParaRPr lang="en-US"/>
        </a:p>
      </dgm:t>
    </dgm:pt>
    <dgm:pt modelId="{E70EBC57-D4F3-46AE-A368-8F90BEAE7FE0}">
      <dgm:prSet phldrT="[Text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Scene Renderer</a:t>
          </a:r>
        </a:p>
      </dgm:t>
    </dgm:pt>
    <dgm:pt modelId="{FA248630-6B92-47B6-8E5D-810D0F622E0B}" type="parTrans" cxnId="{35E04D62-7F0E-4670-BBAF-1474375DF3C1}">
      <dgm:prSet/>
      <dgm:spPr/>
      <dgm:t>
        <a:bodyPr/>
        <a:lstStyle/>
        <a:p>
          <a:endParaRPr lang="en-US"/>
        </a:p>
      </dgm:t>
    </dgm:pt>
    <dgm:pt modelId="{449DD7DE-1E04-47AD-87AC-1D81B28FEA33}" type="sibTrans" cxnId="{35E04D62-7F0E-4670-BBAF-1474375DF3C1}">
      <dgm:prSet/>
      <dgm:spPr/>
      <dgm:t>
        <a:bodyPr/>
        <a:lstStyle/>
        <a:p>
          <a:endParaRPr lang="en-US"/>
        </a:p>
      </dgm:t>
    </dgm:pt>
    <dgm:pt modelId="{9D86201F-66FF-4A06-9DD7-E03251646D18}">
      <dgm:prSet phldrT="[Text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UI Renderer</a:t>
          </a:r>
        </a:p>
      </dgm:t>
    </dgm:pt>
    <dgm:pt modelId="{9E2A35D4-E816-4EB6-8C0C-BD1BF59FC0C0}" type="parTrans" cxnId="{47652906-A1FC-46F9-8A4B-8C0FE89FE66B}">
      <dgm:prSet/>
      <dgm:spPr/>
      <dgm:t>
        <a:bodyPr/>
        <a:lstStyle/>
        <a:p>
          <a:endParaRPr lang="en-US"/>
        </a:p>
      </dgm:t>
    </dgm:pt>
    <dgm:pt modelId="{D2E93AB9-EBCF-401A-8EA0-081669804887}" type="sibTrans" cxnId="{47652906-A1FC-46F9-8A4B-8C0FE89FE66B}">
      <dgm:prSet/>
      <dgm:spPr/>
      <dgm:t>
        <a:bodyPr/>
        <a:lstStyle/>
        <a:p>
          <a:endParaRPr lang="en-US"/>
        </a:p>
      </dgm:t>
    </dgm:pt>
    <dgm:pt modelId="{2269DD83-D67F-4FB0-9942-2AF4B340CC6D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2D Renderer</a:t>
          </a:r>
        </a:p>
      </dgm:t>
    </dgm:pt>
    <dgm:pt modelId="{78F6A4A8-987C-4BC1-8EFF-B7A0E8288834}" type="parTrans" cxnId="{B417DE99-F37D-4309-B6E7-1F83A8810804}">
      <dgm:prSet/>
      <dgm:spPr/>
      <dgm:t>
        <a:bodyPr/>
        <a:lstStyle/>
        <a:p>
          <a:endParaRPr lang="en-US"/>
        </a:p>
      </dgm:t>
    </dgm:pt>
    <dgm:pt modelId="{72B0AB2A-CE92-4545-881E-E18BDECFA0F9}" type="sibTrans" cxnId="{B417DE99-F37D-4309-B6E7-1F83A8810804}">
      <dgm:prSet/>
      <dgm:spPr/>
      <dgm:t>
        <a:bodyPr/>
        <a:lstStyle/>
        <a:p>
          <a:endParaRPr lang="en-US"/>
        </a:p>
      </dgm:t>
    </dgm:pt>
    <dgm:pt modelId="{31E7D85A-EDE4-4DCA-B913-3AC6753C5FA3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Deferred Renderer</a:t>
          </a:r>
        </a:p>
      </dgm:t>
    </dgm:pt>
    <dgm:pt modelId="{374B05F3-0BAA-4B9E-AC9C-2166C2522B9E}" type="parTrans" cxnId="{F15BCE8B-AF12-4D82-A898-8E536A98EF24}">
      <dgm:prSet/>
      <dgm:spPr/>
      <dgm:t>
        <a:bodyPr/>
        <a:lstStyle/>
        <a:p>
          <a:endParaRPr lang="en-US"/>
        </a:p>
      </dgm:t>
    </dgm:pt>
    <dgm:pt modelId="{7010EDC2-EBE9-4C17-B23D-DF83E724D4AD}" type="sibTrans" cxnId="{F15BCE8B-AF12-4D82-A898-8E536A98EF24}">
      <dgm:prSet/>
      <dgm:spPr/>
      <dgm:t>
        <a:bodyPr/>
        <a:lstStyle/>
        <a:p>
          <a:endParaRPr lang="en-US"/>
        </a:p>
      </dgm:t>
    </dgm:pt>
    <dgm:pt modelId="{E81EB8A0-9EF1-4EAF-A2B8-551C13216DF8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Forward Renderer</a:t>
          </a:r>
        </a:p>
      </dgm:t>
    </dgm:pt>
    <dgm:pt modelId="{9008DA27-F177-4E96-BCF1-1D87EE49D4DC}" type="parTrans" cxnId="{B43CC404-A7B8-447F-B7A3-49B6818B335B}">
      <dgm:prSet/>
      <dgm:spPr/>
      <dgm:t>
        <a:bodyPr/>
        <a:lstStyle/>
        <a:p>
          <a:endParaRPr lang="en-US"/>
        </a:p>
      </dgm:t>
    </dgm:pt>
    <dgm:pt modelId="{5CB57855-6634-4F85-A710-BC9F3346222F}" type="sibTrans" cxnId="{B43CC404-A7B8-447F-B7A3-49B6818B335B}">
      <dgm:prSet/>
      <dgm:spPr/>
      <dgm:t>
        <a:bodyPr/>
        <a:lstStyle/>
        <a:p>
          <a:endParaRPr lang="en-US"/>
        </a:p>
      </dgm:t>
    </dgm:pt>
    <dgm:pt modelId="{4515462C-7E2D-4234-9038-B312C89DB609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VFX Renderer</a:t>
          </a:r>
        </a:p>
      </dgm:t>
    </dgm:pt>
    <dgm:pt modelId="{358F92BB-E0B2-4DC6-B42B-8E1CAB8755B7}" type="parTrans" cxnId="{6AA2BDD5-9BC6-4FA9-9DBA-DC9EB1DACB35}">
      <dgm:prSet/>
      <dgm:spPr/>
      <dgm:t>
        <a:bodyPr/>
        <a:lstStyle/>
        <a:p>
          <a:endParaRPr lang="en-US"/>
        </a:p>
      </dgm:t>
    </dgm:pt>
    <dgm:pt modelId="{173046BB-6E91-4E0B-A11F-C325C008808B}" type="sibTrans" cxnId="{6AA2BDD5-9BC6-4FA9-9DBA-DC9EB1DACB35}">
      <dgm:prSet/>
      <dgm:spPr/>
      <dgm:t>
        <a:bodyPr/>
        <a:lstStyle/>
        <a:p>
          <a:endParaRPr lang="en-US"/>
        </a:p>
      </dgm:t>
    </dgm:pt>
    <dgm:pt modelId="{06CC86FE-A12F-4402-93CA-A5C169967C38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Context</a:t>
          </a:r>
        </a:p>
      </dgm:t>
    </dgm:pt>
    <dgm:pt modelId="{FCA50631-918E-48A6-85F0-5995B92E8D28}" type="parTrans" cxnId="{CD2FCE26-6BCA-4200-B507-749FE01FE5EF}">
      <dgm:prSet/>
      <dgm:spPr/>
      <dgm:t>
        <a:bodyPr/>
        <a:lstStyle/>
        <a:p>
          <a:endParaRPr lang="en-US"/>
        </a:p>
      </dgm:t>
    </dgm:pt>
    <dgm:pt modelId="{97AFA29E-B063-46D2-831E-4424B3690E1A}" type="sibTrans" cxnId="{CD2FCE26-6BCA-4200-B507-749FE01FE5EF}">
      <dgm:prSet/>
      <dgm:spPr/>
      <dgm:t>
        <a:bodyPr/>
        <a:lstStyle/>
        <a:p>
          <a:endParaRPr lang="en-US"/>
        </a:p>
      </dgm:t>
    </dgm:pt>
    <dgm:pt modelId="{CCEDEFB1-11C4-4BE9-B4BD-EBA172C6495F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Data</a:t>
          </a:r>
        </a:p>
      </dgm:t>
    </dgm:pt>
    <dgm:pt modelId="{DA84A803-8548-4950-A3D3-E0D21A08E744}" type="parTrans" cxnId="{AB732587-3EC7-437C-A756-7F52CAD95DA3}">
      <dgm:prSet/>
      <dgm:spPr/>
      <dgm:t>
        <a:bodyPr/>
        <a:lstStyle/>
        <a:p>
          <a:endParaRPr lang="en-US"/>
        </a:p>
      </dgm:t>
    </dgm:pt>
    <dgm:pt modelId="{7AD4E237-D535-40EF-ACCB-EED0B8CC7D3B}" type="sibTrans" cxnId="{AB732587-3EC7-437C-A756-7F52CAD95DA3}">
      <dgm:prSet/>
      <dgm:spPr/>
      <dgm:t>
        <a:bodyPr/>
        <a:lstStyle/>
        <a:p>
          <a:endParaRPr lang="en-US"/>
        </a:p>
      </dgm:t>
    </dgm:pt>
    <dgm:pt modelId="{3A9D1D17-E645-4054-9D3C-C9856C9C4F56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OpenGL</a:t>
          </a:r>
        </a:p>
      </dgm:t>
    </dgm:pt>
    <dgm:pt modelId="{9A9ECE1B-AFCB-4B86-B0EE-59D56452834C}" type="parTrans" cxnId="{4A06F281-92B9-4759-BCCD-300F7A10EEE8}">
      <dgm:prSet/>
      <dgm:spPr/>
      <dgm:t>
        <a:bodyPr/>
        <a:lstStyle/>
        <a:p>
          <a:endParaRPr lang="en-US"/>
        </a:p>
      </dgm:t>
    </dgm:pt>
    <dgm:pt modelId="{F1532650-4BAC-4B28-874A-8C66D07D29E3}" type="sibTrans" cxnId="{4A06F281-92B9-4759-BCCD-300F7A10EEE8}">
      <dgm:prSet/>
      <dgm:spPr/>
      <dgm:t>
        <a:bodyPr/>
        <a:lstStyle/>
        <a:p>
          <a:endParaRPr lang="en-US"/>
        </a:p>
      </dgm:t>
    </dgm:pt>
    <dgm:pt modelId="{6A86D7A5-4BE9-49D9-8F35-01FA5FD177AB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Vulkan</a:t>
          </a:r>
        </a:p>
      </dgm:t>
    </dgm:pt>
    <dgm:pt modelId="{568F4F23-0776-4187-AA4D-54626909EFA9}" type="parTrans" cxnId="{146D2B2C-739B-4955-AE56-11BAE6C5B1E7}">
      <dgm:prSet/>
      <dgm:spPr/>
      <dgm:t>
        <a:bodyPr/>
        <a:lstStyle/>
        <a:p>
          <a:endParaRPr lang="en-US"/>
        </a:p>
      </dgm:t>
    </dgm:pt>
    <dgm:pt modelId="{446732D6-8DD2-437B-9983-8C90A29AFCBE}" type="sibTrans" cxnId="{146D2B2C-739B-4955-AE56-11BAE6C5B1E7}">
      <dgm:prSet/>
      <dgm:spPr/>
      <dgm:t>
        <a:bodyPr/>
        <a:lstStyle/>
        <a:p>
          <a:endParaRPr lang="en-US"/>
        </a:p>
      </dgm:t>
    </dgm:pt>
    <dgm:pt modelId="{317E4EBA-92A0-45E1-9AFF-C1B7ECF4C17D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Direct12</a:t>
          </a:r>
        </a:p>
      </dgm:t>
    </dgm:pt>
    <dgm:pt modelId="{A27CB574-BEC9-4665-ABCC-4325B2CC5766}" type="parTrans" cxnId="{08EADCD3-611A-423F-A062-261B42D73499}">
      <dgm:prSet/>
      <dgm:spPr/>
      <dgm:t>
        <a:bodyPr/>
        <a:lstStyle/>
        <a:p>
          <a:endParaRPr lang="en-US"/>
        </a:p>
      </dgm:t>
    </dgm:pt>
    <dgm:pt modelId="{89531A55-4BC8-4C5B-AEB8-4D01C3B24931}" type="sibTrans" cxnId="{08EADCD3-611A-423F-A062-261B42D73499}">
      <dgm:prSet/>
      <dgm:spPr/>
      <dgm:t>
        <a:bodyPr/>
        <a:lstStyle/>
        <a:p>
          <a:endParaRPr lang="en-US"/>
        </a:p>
      </dgm:t>
    </dgm:pt>
    <dgm:pt modelId="{978A3A40-BB49-483E-B9F5-1F59037F71FE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Stream</a:t>
          </a:r>
        </a:p>
      </dgm:t>
    </dgm:pt>
    <dgm:pt modelId="{60879353-C55F-4F1F-A588-E728DBE53EED}" type="parTrans" cxnId="{54286E2A-923C-484D-B321-85C46BA5363E}">
      <dgm:prSet/>
      <dgm:spPr/>
      <dgm:t>
        <a:bodyPr/>
        <a:lstStyle/>
        <a:p>
          <a:endParaRPr lang="en-US"/>
        </a:p>
      </dgm:t>
    </dgm:pt>
    <dgm:pt modelId="{CA173568-036C-49B6-9E80-F946FBACCFEF}" type="sibTrans" cxnId="{54286E2A-923C-484D-B321-85C46BA5363E}">
      <dgm:prSet/>
      <dgm:spPr/>
      <dgm:t>
        <a:bodyPr/>
        <a:lstStyle/>
        <a:p>
          <a:endParaRPr lang="en-US"/>
        </a:p>
      </dgm:t>
    </dgm:pt>
    <dgm:pt modelId="{D4DAA6DA-BDDF-4B7E-8B78-42D5DF783BE8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pl-PL" noProof="0" dirty="0"/>
            <a:t>Resource</a:t>
          </a:r>
          <a:endParaRPr lang="en-US" noProof="0" dirty="0"/>
        </a:p>
      </dgm:t>
    </dgm:pt>
    <dgm:pt modelId="{84AFFA12-762E-4A2E-AE9F-794E0A281D2C}" type="parTrans" cxnId="{DEEEB098-5AEF-4916-8A1F-B285B59FDB4E}">
      <dgm:prSet/>
      <dgm:spPr/>
      <dgm:t>
        <a:bodyPr/>
        <a:lstStyle/>
        <a:p>
          <a:endParaRPr lang="en-US"/>
        </a:p>
      </dgm:t>
    </dgm:pt>
    <dgm:pt modelId="{425E13C0-4B3B-42DD-982E-2D390D21D365}" type="sibTrans" cxnId="{DEEEB098-5AEF-4916-8A1F-B285B59FDB4E}">
      <dgm:prSet/>
      <dgm:spPr/>
      <dgm:t>
        <a:bodyPr/>
        <a:lstStyle/>
        <a:p>
          <a:endParaRPr lang="en-US"/>
        </a:p>
      </dgm:t>
    </dgm:pt>
    <dgm:pt modelId="{DB4BBC04-D462-4D69-85F2-3D022232376D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Geometry Renderer</a:t>
          </a:r>
        </a:p>
      </dgm:t>
    </dgm:pt>
    <dgm:pt modelId="{EB143FCE-CCC4-4E43-93B4-A5F19B04B951}" type="parTrans" cxnId="{56A06BBC-48FD-4DC5-9BD2-C424A0BDC4A4}">
      <dgm:prSet/>
      <dgm:spPr/>
      <dgm:t>
        <a:bodyPr/>
        <a:lstStyle/>
        <a:p>
          <a:endParaRPr lang="en-US"/>
        </a:p>
      </dgm:t>
    </dgm:pt>
    <dgm:pt modelId="{EBB1D3E4-805D-4065-AAEC-748B6C5A3CC5}" type="sibTrans" cxnId="{56A06BBC-48FD-4DC5-9BD2-C424A0BDC4A4}">
      <dgm:prSet/>
      <dgm:spPr/>
      <dgm:t>
        <a:bodyPr/>
        <a:lstStyle/>
        <a:p>
          <a:endParaRPr lang="en-US"/>
        </a:p>
      </dgm:t>
    </dgm:pt>
    <dgm:pt modelId="{93F25DE7-1215-4D9B-8A8D-9145A41F521D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/>
            <a:t>Pipeline</a:t>
          </a:r>
          <a:endParaRPr lang="en-US" noProof="0" dirty="0"/>
        </a:p>
      </dgm:t>
    </dgm:pt>
    <dgm:pt modelId="{66881C65-C758-4761-B7A9-B206E4786EC0}" type="parTrans" cxnId="{B098566A-DD0C-4E45-9B76-C0821C03FB96}">
      <dgm:prSet/>
      <dgm:spPr/>
      <dgm:t>
        <a:bodyPr/>
        <a:lstStyle/>
        <a:p>
          <a:endParaRPr lang="en-US"/>
        </a:p>
      </dgm:t>
    </dgm:pt>
    <dgm:pt modelId="{B19073FC-2E20-4102-9A93-C007F413720A}" type="sibTrans" cxnId="{B098566A-DD0C-4E45-9B76-C0821C03FB96}">
      <dgm:prSet/>
      <dgm:spPr/>
      <dgm:t>
        <a:bodyPr/>
        <a:lstStyle/>
        <a:p>
          <a:endParaRPr lang="en-US"/>
        </a:p>
      </dgm:t>
    </dgm:pt>
    <dgm:pt modelId="{63362398-E9D5-4A93-B2C5-2E8973ACC75B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noProof="0" dirty="0"/>
            <a:t>3 – Allocation Layer</a:t>
          </a:r>
        </a:p>
      </dgm:t>
    </dgm:pt>
    <dgm:pt modelId="{0A71B2C8-5A94-4715-85DA-B86C4CD951BE}" type="parTrans" cxnId="{369648D8-3D97-46FF-A161-CBAC609AD172}">
      <dgm:prSet/>
      <dgm:spPr/>
      <dgm:t>
        <a:bodyPr/>
        <a:lstStyle/>
        <a:p>
          <a:endParaRPr lang="en-US"/>
        </a:p>
      </dgm:t>
    </dgm:pt>
    <dgm:pt modelId="{7FE76DCC-B3BA-4A00-9D72-56F3D87779CC}" type="sibTrans" cxnId="{369648D8-3D97-46FF-A161-CBAC609AD172}">
      <dgm:prSet/>
      <dgm:spPr/>
      <dgm:t>
        <a:bodyPr/>
        <a:lstStyle/>
        <a:p>
          <a:endParaRPr lang="en-US"/>
        </a:p>
      </dgm:t>
    </dgm:pt>
    <dgm:pt modelId="{A53FC797-A7D0-4225-917E-483BCFC0F609}">
      <dgm:prSet phldrT="[Text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/>
            <a:t>DataAssetAllocator</a:t>
          </a:r>
          <a:endParaRPr lang="en-US" noProof="0" dirty="0"/>
        </a:p>
      </dgm:t>
    </dgm:pt>
    <dgm:pt modelId="{2D702847-3906-454F-A6BA-3641D7AD29A5}" type="parTrans" cxnId="{5946EF5C-0657-4F6B-AE06-85E17A20C06B}">
      <dgm:prSet/>
      <dgm:spPr/>
      <dgm:t>
        <a:bodyPr/>
        <a:lstStyle/>
        <a:p>
          <a:endParaRPr lang="en-US"/>
        </a:p>
      </dgm:t>
    </dgm:pt>
    <dgm:pt modelId="{DFF462C7-565A-4CD9-9B6F-67558240D5FC}" type="sibTrans" cxnId="{5946EF5C-0657-4F6B-AE06-85E17A20C06B}">
      <dgm:prSet/>
      <dgm:spPr/>
      <dgm:t>
        <a:bodyPr/>
        <a:lstStyle/>
        <a:p>
          <a:endParaRPr lang="en-US"/>
        </a:p>
      </dgm:t>
    </dgm:pt>
    <dgm:pt modelId="{18A23A90-E7BA-48EF-8925-F45523ECA513}">
      <dgm:prSet phldrT="[Text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TextureAllocator</a:t>
          </a:r>
        </a:p>
      </dgm:t>
    </dgm:pt>
    <dgm:pt modelId="{0F5F14FC-DCBD-4091-81FC-66D1DDD2934F}" type="parTrans" cxnId="{EC127466-196B-472F-83BF-270DF536FD5A}">
      <dgm:prSet/>
      <dgm:spPr/>
      <dgm:t>
        <a:bodyPr/>
        <a:lstStyle/>
        <a:p>
          <a:endParaRPr lang="en-US"/>
        </a:p>
      </dgm:t>
    </dgm:pt>
    <dgm:pt modelId="{49F1F4D6-7267-4302-864F-2738456C4E25}" type="sibTrans" cxnId="{EC127466-196B-472F-83BF-270DF536FD5A}">
      <dgm:prSet/>
      <dgm:spPr/>
      <dgm:t>
        <a:bodyPr/>
        <a:lstStyle/>
        <a:p>
          <a:endParaRPr lang="en-US"/>
        </a:p>
      </dgm:t>
    </dgm:pt>
    <dgm:pt modelId="{184408ED-0C75-4266-BDF1-787D09A31506}">
      <dgm:prSet phldrT="[Text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Camera</a:t>
          </a:r>
        </a:p>
      </dgm:t>
    </dgm:pt>
    <dgm:pt modelId="{C02D3C1F-C970-44C3-87FE-DD936DC2D9EF}" type="parTrans" cxnId="{8D7F2112-D413-4D1C-8F7B-D5A65D0A449A}">
      <dgm:prSet/>
      <dgm:spPr/>
      <dgm:t>
        <a:bodyPr/>
        <a:lstStyle/>
        <a:p>
          <a:endParaRPr lang="en-US"/>
        </a:p>
      </dgm:t>
    </dgm:pt>
    <dgm:pt modelId="{314FE90D-7A15-42AC-9C67-7A9AB8A35C4C}" type="sibTrans" cxnId="{8D7F2112-D413-4D1C-8F7B-D5A65D0A449A}">
      <dgm:prSet/>
      <dgm:spPr/>
      <dgm:t>
        <a:bodyPr/>
        <a:lstStyle/>
        <a:p>
          <a:endParaRPr lang="en-US"/>
        </a:p>
      </dgm:t>
    </dgm:pt>
    <dgm:pt modelId="{D2799F03-F0F1-496C-8B8A-D29B1642663B}">
      <dgm:prSet phldrT="[Text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Lights</a:t>
          </a:r>
        </a:p>
      </dgm:t>
    </dgm:pt>
    <dgm:pt modelId="{B45C9F4D-A34E-4563-8CC4-89C9698FAA51}" type="parTrans" cxnId="{A50CB66E-F2D2-4084-A445-5769B1A6C068}">
      <dgm:prSet/>
      <dgm:spPr/>
      <dgm:t>
        <a:bodyPr/>
        <a:lstStyle/>
        <a:p>
          <a:endParaRPr lang="en-US"/>
        </a:p>
      </dgm:t>
    </dgm:pt>
    <dgm:pt modelId="{F53E33CE-4581-4264-A0EA-CFFCB820A7F3}" type="sibTrans" cxnId="{A50CB66E-F2D2-4084-A445-5769B1A6C068}">
      <dgm:prSet/>
      <dgm:spPr/>
      <dgm:t>
        <a:bodyPr/>
        <a:lstStyle/>
        <a:p>
          <a:endParaRPr lang="en-US"/>
        </a:p>
      </dgm:t>
    </dgm:pt>
    <dgm:pt modelId="{D95AA16D-50BB-4215-BE5F-6D4204001E0C}">
      <dgm:prSet phldrT="[Text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Texture</a:t>
          </a:r>
        </a:p>
      </dgm:t>
    </dgm:pt>
    <dgm:pt modelId="{ED28976B-882B-47D3-8729-52D721DE4D25}" type="parTrans" cxnId="{1EAEE455-23BC-4ABC-8B6C-1EB9B94A4899}">
      <dgm:prSet/>
      <dgm:spPr/>
      <dgm:t>
        <a:bodyPr/>
        <a:lstStyle/>
        <a:p>
          <a:endParaRPr lang="en-US"/>
        </a:p>
      </dgm:t>
    </dgm:pt>
    <dgm:pt modelId="{00DDA567-EDDF-426C-9EE0-550D0877E0F9}" type="sibTrans" cxnId="{1EAEE455-23BC-4ABC-8B6C-1EB9B94A4899}">
      <dgm:prSet/>
      <dgm:spPr/>
      <dgm:t>
        <a:bodyPr/>
        <a:lstStyle/>
        <a:p>
          <a:endParaRPr lang="en-US"/>
        </a:p>
      </dgm:t>
    </dgm:pt>
    <dgm:pt modelId="{EDF5E430-D49F-4AD6-AB2C-2ECE58472C11}">
      <dgm:prSet phldrT="[Text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ShadingModel</a:t>
          </a:r>
        </a:p>
      </dgm:t>
    </dgm:pt>
    <dgm:pt modelId="{F8EDC9BA-DBB8-44AE-973B-F460E0FD83C4}" type="parTrans" cxnId="{85131049-E6D8-4B88-9F3F-B2DF489A035D}">
      <dgm:prSet/>
      <dgm:spPr/>
      <dgm:t>
        <a:bodyPr/>
        <a:lstStyle/>
        <a:p>
          <a:endParaRPr lang="en-US"/>
        </a:p>
      </dgm:t>
    </dgm:pt>
    <dgm:pt modelId="{DD89EC6D-41D8-49AB-A2C8-DC4B404F2B7C}" type="sibTrans" cxnId="{85131049-E6D8-4B88-9F3F-B2DF489A035D}">
      <dgm:prSet/>
      <dgm:spPr/>
      <dgm:t>
        <a:bodyPr/>
        <a:lstStyle/>
        <a:p>
          <a:endParaRPr lang="en-US"/>
        </a:p>
      </dgm:t>
    </dgm:pt>
    <dgm:pt modelId="{0785C5F6-FC28-4618-8BDB-7E35C5F421CE}">
      <dgm:prSet phldrT="[Text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Material</a:t>
          </a:r>
        </a:p>
      </dgm:t>
    </dgm:pt>
    <dgm:pt modelId="{9FF4D432-4FB6-42E4-B840-48806D289383}" type="parTrans" cxnId="{72E94E55-2BC9-4A2E-AB30-75394F135A3E}">
      <dgm:prSet/>
      <dgm:spPr/>
      <dgm:t>
        <a:bodyPr/>
        <a:lstStyle/>
        <a:p>
          <a:endParaRPr lang="en-US"/>
        </a:p>
      </dgm:t>
    </dgm:pt>
    <dgm:pt modelId="{F67FC6CB-9EE3-42FA-804E-4B89984CCCFF}" type="sibTrans" cxnId="{72E94E55-2BC9-4A2E-AB30-75394F135A3E}">
      <dgm:prSet/>
      <dgm:spPr/>
      <dgm:t>
        <a:bodyPr/>
        <a:lstStyle/>
        <a:p>
          <a:endParaRPr lang="en-US"/>
        </a:p>
      </dgm:t>
    </dgm:pt>
    <dgm:pt modelId="{2D3D4DF6-A68D-4999-91D4-DD8D5D568482}">
      <dgm:prSet phldrT="[Text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Mesh</a:t>
          </a:r>
        </a:p>
      </dgm:t>
    </dgm:pt>
    <dgm:pt modelId="{C75755D2-4A3F-4AAB-8D40-F3376A750488}" type="parTrans" cxnId="{47995223-6862-4CDA-8AF2-A2639E66AC99}">
      <dgm:prSet/>
      <dgm:spPr/>
      <dgm:t>
        <a:bodyPr/>
        <a:lstStyle/>
        <a:p>
          <a:endParaRPr lang="en-US"/>
        </a:p>
      </dgm:t>
    </dgm:pt>
    <dgm:pt modelId="{155C0E33-8CC9-4C48-9B60-90E4B6308CB1}" type="sibTrans" cxnId="{47995223-6862-4CDA-8AF2-A2639E66AC99}">
      <dgm:prSet/>
      <dgm:spPr/>
      <dgm:t>
        <a:bodyPr/>
        <a:lstStyle/>
        <a:p>
          <a:endParaRPr lang="en-US"/>
        </a:p>
      </dgm:t>
    </dgm:pt>
    <dgm:pt modelId="{9D015434-A50E-4827-B38B-3FA5661F79F1}">
      <dgm:prSet phldrT="[Text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/>
            <a:t>RenderMesh</a:t>
          </a:r>
          <a:endParaRPr lang="en-US" noProof="0" dirty="0"/>
        </a:p>
      </dgm:t>
    </dgm:pt>
    <dgm:pt modelId="{A52C7879-4274-403F-A75D-53986584A3D4}" type="parTrans" cxnId="{E755807C-EB99-47B5-889D-85A75B42C9FA}">
      <dgm:prSet/>
      <dgm:spPr/>
      <dgm:t>
        <a:bodyPr/>
        <a:lstStyle/>
        <a:p>
          <a:endParaRPr lang="en-US"/>
        </a:p>
      </dgm:t>
    </dgm:pt>
    <dgm:pt modelId="{8F89D788-785D-4C3C-A514-AE3735C16137}" type="sibTrans" cxnId="{E755807C-EB99-47B5-889D-85A75B42C9FA}">
      <dgm:prSet/>
      <dgm:spPr/>
      <dgm:t>
        <a:bodyPr/>
        <a:lstStyle/>
        <a:p>
          <a:endParaRPr lang="en-US"/>
        </a:p>
      </dgm:t>
    </dgm:pt>
    <dgm:pt modelId="{67591A9C-480C-4539-B6CF-40817870FE1A}">
      <dgm:prSet phldrT="[Text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/>
            <a:t>Model</a:t>
          </a:r>
          <a:endParaRPr lang="en-US" noProof="0" dirty="0"/>
        </a:p>
      </dgm:t>
    </dgm:pt>
    <dgm:pt modelId="{5E529501-9656-49A0-B868-A4376A757D06}" type="parTrans" cxnId="{41AD1DB8-9853-4A2C-AFAA-6DEDE974F2D7}">
      <dgm:prSet/>
      <dgm:spPr/>
      <dgm:t>
        <a:bodyPr/>
        <a:lstStyle/>
        <a:p>
          <a:endParaRPr lang="en-US"/>
        </a:p>
      </dgm:t>
    </dgm:pt>
    <dgm:pt modelId="{95AAC367-BBFF-4CBE-AC80-0EA90E1CC09F}" type="sibTrans" cxnId="{41AD1DB8-9853-4A2C-AFAA-6DEDE974F2D7}">
      <dgm:prSet/>
      <dgm:spPr/>
      <dgm:t>
        <a:bodyPr/>
        <a:lstStyle/>
        <a:p>
          <a:endParaRPr lang="en-US"/>
        </a:p>
      </dgm:t>
    </dgm:pt>
    <dgm:pt modelId="{84DB0CCB-9E43-4310-B677-9F227787C69C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Metal</a:t>
          </a:r>
        </a:p>
      </dgm:t>
    </dgm:pt>
    <dgm:pt modelId="{AF92B97B-52DC-4EF9-8462-A35C315DFC57}" type="parTrans" cxnId="{7E74614F-B8D9-477F-B709-0AC4324D4641}">
      <dgm:prSet/>
      <dgm:spPr/>
      <dgm:t>
        <a:bodyPr/>
        <a:lstStyle/>
        <a:p>
          <a:endParaRPr lang="en-US"/>
        </a:p>
      </dgm:t>
    </dgm:pt>
    <dgm:pt modelId="{D986BD20-8336-434B-984F-5DEAF8441FB9}" type="sibTrans" cxnId="{7E74614F-B8D9-477F-B709-0AC4324D4641}">
      <dgm:prSet/>
      <dgm:spPr/>
      <dgm:t>
        <a:bodyPr/>
        <a:lstStyle/>
        <a:p>
          <a:endParaRPr lang="en-US"/>
        </a:p>
      </dgm:t>
    </dgm:pt>
    <dgm:pt modelId="{BDFDDF62-7843-43A2-82A9-1A18B6A8BA41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noProof="0" dirty="0"/>
            <a:t>Consoles API</a:t>
          </a:r>
        </a:p>
      </dgm:t>
    </dgm:pt>
    <dgm:pt modelId="{99E6413C-5E70-4D32-9622-17580721AC53}" type="parTrans" cxnId="{FF1538BC-23DB-43B5-9EC1-D7C408DF02FD}">
      <dgm:prSet/>
      <dgm:spPr/>
      <dgm:t>
        <a:bodyPr/>
        <a:lstStyle/>
        <a:p>
          <a:endParaRPr lang="en-US"/>
        </a:p>
      </dgm:t>
    </dgm:pt>
    <dgm:pt modelId="{92FB545E-16F6-4670-A53A-155EB8C9A9CE}" type="sibTrans" cxnId="{FF1538BC-23DB-43B5-9EC1-D7C408DF02FD}">
      <dgm:prSet/>
      <dgm:spPr/>
      <dgm:t>
        <a:bodyPr/>
        <a:lstStyle/>
        <a:p>
          <a:endParaRPr lang="en-US"/>
        </a:p>
      </dgm:t>
    </dgm:pt>
    <dgm:pt modelId="{0A2B100A-873D-4378-B06C-7D278D8A2DC0}" type="pres">
      <dgm:prSet presAssocID="{492A7F8C-4384-4FED-90C3-C50AD51CD4D0}" presName="Name0" presStyleCnt="0">
        <dgm:presLayoutVars>
          <dgm:dir/>
          <dgm:animLvl val="lvl"/>
          <dgm:resizeHandles val="exact"/>
        </dgm:presLayoutVars>
      </dgm:prSet>
      <dgm:spPr/>
    </dgm:pt>
    <dgm:pt modelId="{84FBB874-5812-43A4-BED4-389347FDC6E8}" type="pres">
      <dgm:prSet presAssocID="{42BCD4A9-A9CF-4288-8C26-147300DFC46C}" presName="boxAndChildren" presStyleCnt="0"/>
      <dgm:spPr/>
    </dgm:pt>
    <dgm:pt modelId="{3492FBD6-62F1-482B-803A-DBD2E3A503FA}" type="pres">
      <dgm:prSet presAssocID="{42BCD4A9-A9CF-4288-8C26-147300DFC46C}" presName="parentTextBox" presStyleLbl="node1" presStyleIdx="0" presStyleCnt="6"/>
      <dgm:spPr/>
    </dgm:pt>
    <dgm:pt modelId="{B4989AE5-B4AE-427C-883F-CDC7555B267C}" type="pres">
      <dgm:prSet presAssocID="{42BCD4A9-A9CF-4288-8C26-147300DFC46C}" presName="entireBox" presStyleLbl="node1" presStyleIdx="0" presStyleCnt="6"/>
      <dgm:spPr/>
    </dgm:pt>
    <dgm:pt modelId="{3A4B9E4C-E7F4-4D11-9E25-A708B87C0ADA}" type="pres">
      <dgm:prSet presAssocID="{42BCD4A9-A9CF-4288-8C26-147300DFC46C}" presName="descendantBox" presStyleCnt="0"/>
      <dgm:spPr/>
    </dgm:pt>
    <dgm:pt modelId="{87B8423F-EB84-4385-A7AA-FDA780DA2D05}" type="pres">
      <dgm:prSet presAssocID="{3A9D1D17-E645-4054-9D3C-C9856C9C4F56}" presName="childTextBox" presStyleLbl="fgAccFollowNode1" presStyleIdx="0" presStyleCnt="28">
        <dgm:presLayoutVars>
          <dgm:bulletEnabled val="1"/>
        </dgm:presLayoutVars>
      </dgm:prSet>
      <dgm:spPr/>
    </dgm:pt>
    <dgm:pt modelId="{BCF876A1-F249-4061-AEE5-A0A544917571}" type="pres">
      <dgm:prSet presAssocID="{6A86D7A5-4BE9-49D9-8F35-01FA5FD177AB}" presName="childTextBox" presStyleLbl="fgAccFollowNode1" presStyleIdx="1" presStyleCnt="28">
        <dgm:presLayoutVars>
          <dgm:bulletEnabled val="1"/>
        </dgm:presLayoutVars>
      </dgm:prSet>
      <dgm:spPr/>
    </dgm:pt>
    <dgm:pt modelId="{4A6587E4-EFBC-437F-80A4-A8C00F77C95F}" type="pres">
      <dgm:prSet presAssocID="{317E4EBA-92A0-45E1-9AFF-C1B7ECF4C17D}" presName="childTextBox" presStyleLbl="fgAccFollowNode1" presStyleIdx="2" presStyleCnt="28">
        <dgm:presLayoutVars>
          <dgm:bulletEnabled val="1"/>
        </dgm:presLayoutVars>
      </dgm:prSet>
      <dgm:spPr/>
    </dgm:pt>
    <dgm:pt modelId="{008970AB-6F2E-4825-950C-F4F87AA6A8B1}" type="pres">
      <dgm:prSet presAssocID="{84DB0CCB-9E43-4310-B677-9F227787C69C}" presName="childTextBox" presStyleLbl="fgAccFollowNode1" presStyleIdx="3" presStyleCnt="28">
        <dgm:presLayoutVars>
          <dgm:bulletEnabled val="1"/>
        </dgm:presLayoutVars>
      </dgm:prSet>
      <dgm:spPr/>
    </dgm:pt>
    <dgm:pt modelId="{12F34D91-11D0-48C2-BA6B-B470E775917D}" type="pres">
      <dgm:prSet presAssocID="{BDFDDF62-7843-43A2-82A9-1A18B6A8BA41}" presName="childTextBox" presStyleLbl="fgAccFollowNode1" presStyleIdx="4" presStyleCnt="28">
        <dgm:presLayoutVars>
          <dgm:bulletEnabled val="1"/>
        </dgm:presLayoutVars>
      </dgm:prSet>
      <dgm:spPr/>
    </dgm:pt>
    <dgm:pt modelId="{4F51C2B6-C1A6-47C4-B565-5F8B72D7AD5F}" type="pres">
      <dgm:prSet presAssocID="{C810953B-BB37-4D99-95A3-2A0E2B593AD3}" presName="sp" presStyleCnt="0"/>
      <dgm:spPr/>
    </dgm:pt>
    <dgm:pt modelId="{B490842A-F1B0-46F8-9AEB-309D9BCE7375}" type="pres">
      <dgm:prSet presAssocID="{432AFB55-08FE-4212-9DC7-D14ED2A025FB}" presName="arrowAndChildren" presStyleCnt="0"/>
      <dgm:spPr/>
    </dgm:pt>
    <dgm:pt modelId="{F44D84BB-4D82-4D22-AB84-931EDDB52237}" type="pres">
      <dgm:prSet presAssocID="{432AFB55-08FE-4212-9DC7-D14ED2A025FB}" presName="parentTextArrow" presStyleLbl="node1" presStyleIdx="0" presStyleCnt="6"/>
      <dgm:spPr/>
    </dgm:pt>
    <dgm:pt modelId="{1ADEB702-401C-4386-90EE-7702485DB93F}" type="pres">
      <dgm:prSet presAssocID="{432AFB55-08FE-4212-9DC7-D14ED2A025FB}" presName="arrow" presStyleLbl="node1" presStyleIdx="1" presStyleCnt="6"/>
      <dgm:spPr/>
    </dgm:pt>
    <dgm:pt modelId="{047E7AED-68AF-4F90-AADA-A8EAB5AD7347}" type="pres">
      <dgm:prSet presAssocID="{432AFB55-08FE-4212-9DC7-D14ED2A025FB}" presName="descendantArrow" presStyleCnt="0"/>
      <dgm:spPr/>
    </dgm:pt>
    <dgm:pt modelId="{C2CDED37-9DF3-42C4-8DC1-74C1BDD970F9}" type="pres">
      <dgm:prSet presAssocID="{06CC86FE-A12F-4402-93CA-A5C169967C38}" presName="childTextArrow" presStyleLbl="fgAccFollowNode1" presStyleIdx="5" presStyleCnt="28">
        <dgm:presLayoutVars>
          <dgm:bulletEnabled val="1"/>
        </dgm:presLayoutVars>
      </dgm:prSet>
      <dgm:spPr/>
    </dgm:pt>
    <dgm:pt modelId="{2528012E-0E4A-465E-8142-992517B5BAF6}" type="pres">
      <dgm:prSet presAssocID="{CCEDEFB1-11C4-4BE9-B4BD-EBA172C6495F}" presName="childTextArrow" presStyleLbl="fgAccFollowNode1" presStyleIdx="6" presStyleCnt="28">
        <dgm:presLayoutVars>
          <dgm:bulletEnabled val="1"/>
        </dgm:presLayoutVars>
      </dgm:prSet>
      <dgm:spPr/>
    </dgm:pt>
    <dgm:pt modelId="{E6C8ED0A-87EE-4F77-8769-2AEBFF4FAC27}" type="pres">
      <dgm:prSet presAssocID="{D4DAA6DA-BDDF-4B7E-8B78-42D5DF783BE8}" presName="childTextArrow" presStyleLbl="fgAccFollowNode1" presStyleIdx="7" presStyleCnt="28">
        <dgm:presLayoutVars>
          <dgm:bulletEnabled val="1"/>
        </dgm:presLayoutVars>
      </dgm:prSet>
      <dgm:spPr/>
    </dgm:pt>
    <dgm:pt modelId="{91ACEBA4-CA3B-4797-9CBA-E327C7C0DA5E}" type="pres">
      <dgm:prSet presAssocID="{978A3A40-BB49-483E-B9F5-1F59037F71FE}" presName="childTextArrow" presStyleLbl="fgAccFollowNode1" presStyleIdx="8" presStyleCnt="28">
        <dgm:presLayoutVars>
          <dgm:bulletEnabled val="1"/>
        </dgm:presLayoutVars>
      </dgm:prSet>
      <dgm:spPr/>
    </dgm:pt>
    <dgm:pt modelId="{E683D2D8-90F6-4B14-9B28-E562704B6548}" type="pres">
      <dgm:prSet presAssocID="{93F25DE7-1215-4D9B-8A8D-9145A41F521D}" presName="childTextArrow" presStyleLbl="fgAccFollowNode1" presStyleIdx="9" presStyleCnt="28">
        <dgm:presLayoutVars>
          <dgm:bulletEnabled val="1"/>
        </dgm:presLayoutVars>
      </dgm:prSet>
      <dgm:spPr/>
    </dgm:pt>
    <dgm:pt modelId="{DA7568B8-794F-43D8-9339-5CB2AB9878DC}" type="pres">
      <dgm:prSet presAssocID="{EFC46B28-C8E4-4492-89C7-7481CD0F35E9}" presName="sp" presStyleCnt="0"/>
      <dgm:spPr/>
    </dgm:pt>
    <dgm:pt modelId="{1C82E6B6-E336-490B-ADE8-0634C5F59BF2}" type="pres">
      <dgm:prSet presAssocID="{67180261-FA11-4C70-99B6-208D22A34225}" presName="arrowAndChildren" presStyleCnt="0"/>
      <dgm:spPr/>
    </dgm:pt>
    <dgm:pt modelId="{EAC5A75C-3ABE-44A2-8907-E4140A97C1E0}" type="pres">
      <dgm:prSet presAssocID="{67180261-FA11-4C70-99B6-208D22A34225}" presName="parentTextArrow" presStyleLbl="node1" presStyleIdx="1" presStyleCnt="6"/>
      <dgm:spPr/>
    </dgm:pt>
    <dgm:pt modelId="{BD4D7166-D5DB-4159-863B-CEDD4EB41D67}" type="pres">
      <dgm:prSet presAssocID="{67180261-FA11-4C70-99B6-208D22A34225}" presName="arrow" presStyleLbl="node1" presStyleIdx="2" presStyleCnt="6"/>
      <dgm:spPr/>
    </dgm:pt>
    <dgm:pt modelId="{EDA35FC2-369B-408D-A22C-F2BE5814AC6E}" type="pres">
      <dgm:prSet presAssocID="{67180261-FA11-4C70-99B6-208D22A34225}" presName="descendantArrow" presStyleCnt="0"/>
      <dgm:spPr/>
    </dgm:pt>
    <dgm:pt modelId="{810B6C48-6AD1-4DAB-9353-55FF17F6E573}" type="pres">
      <dgm:prSet presAssocID="{184408ED-0C75-4266-BDF1-787D09A31506}" presName="childTextArrow" presStyleLbl="fgAccFollowNode1" presStyleIdx="10" presStyleCnt="28">
        <dgm:presLayoutVars>
          <dgm:bulletEnabled val="1"/>
        </dgm:presLayoutVars>
      </dgm:prSet>
      <dgm:spPr/>
    </dgm:pt>
    <dgm:pt modelId="{685D582B-5E54-4C08-88CE-8AB5063FF851}" type="pres">
      <dgm:prSet presAssocID="{D2799F03-F0F1-496C-8B8A-D29B1642663B}" presName="childTextArrow" presStyleLbl="fgAccFollowNode1" presStyleIdx="11" presStyleCnt="28">
        <dgm:presLayoutVars>
          <dgm:bulletEnabled val="1"/>
        </dgm:presLayoutVars>
      </dgm:prSet>
      <dgm:spPr/>
    </dgm:pt>
    <dgm:pt modelId="{EC0173F4-635F-4FBF-943D-A1AF7D6CB1B3}" type="pres">
      <dgm:prSet presAssocID="{D95AA16D-50BB-4215-BE5F-6D4204001E0C}" presName="childTextArrow" presStyleLbl="fgAccFollowNode1" presStyleIdx="12" presStyleCnt="28">
        <dgm:presLayoutVars>
          <dgm:bulletEnabled val="1"/>
        </dgm:presLayoutVars>
      </dgm:prSet>
      <dgm:spPr/>
    </dgm:pt>
    <dgm:pt modelId="{D8884569-7BA7-4285-8DCD-51F5C4966D08}" type="pres">
      <dgm:prSet presAssocID="{EDF5E430-D49F-4AD6-AB2C-2ECE58472C11}" presName="childTextArrow" presStyleLbl="fgAccFollowNode1" presStyleIdx="13" presStyleCnt="28">
        <dgm:presLayoutVars>
          <dgm:bulletEnabled val="1"/>
        </dgm:presLayoutVars>
      </dgm:prSet>
      <dgm:spPr/>
    </dgm:pt>
    <dgm:pt modelId="{CC76A4AF-92D7-4FF3-853C-E09CC102B33E}" type="pres">
      <dgm:prSet presAssocID="{0785C5F6-FC28-4618-8BDB-7E35C5F421CE}" presName="childTextArrow" presStyleLbl="fgAccFollowNode1" presStyleIdx="14" presStyleCnt="28">
        <dgm:presLayoutVars>
          <dgm:bulletEnabled val="1"/>
        </dgm:presLayoutVars>
      </dgm:prSet>
      <dgm:spPr/>
    </dgm:pt>
    <dgm:pt modelId="{77B59BAD-C0C8-4D59-8D21-40F560EB6303}" type="pres">
      <dgm:prSet presAssocID="{2D3D4DF6-A68D-4999-91D4-DD8D5D568482}" presName="childTextArrow" presStyleLbl="fgAccFollowNode1" presStyleIdx="15" presStyleCnt="28">
        <dgm:presLayoutVars>
          <dgm:bulletEnabled val="1"/>
        </dgm:presLayoutVars>
      </dgm:prSet>
      <dgm:spPr/>
    </dgm:pt>
    <dgm:pt modelId="{A7567B9A-FA77-4DF2-8005-1B2B8DB19A4F}" type="pres">
      <dgm:prSet presAssocID="{9D015434-A50E-4827-B38B-3FA5661F79F1}" presName="childTextArrow" presStyleLbl="fgAccFollowNode1" presStyleIdx="16" presStyleCnt="28">
        <dgm:presLayoutVars>
          <dgm:bulletEnabled val="1"/>
        </dgm:presLayoutVars>
      </dgm:prSet>
      <dgm:spPr/>
    </dgm:pt>
    <dgm:pt modelId="{971DAB35-E643-4829-B56B-AE5AD637E02E}" type="pres">
      <dgm:prSet presAssocID="{67591A9C-480C-4539-B6CF-40817870FE1A}" presName="childTextArrow" presStyleLbl="fgAccFollowNode1" presStyleIdx="17" presStyleCnt="28">
        <dgm:presLayoutVars>
          <dgm:bulletEnabled val="1"/>
        </dgm:presLayoutVars>
      </dgm:prSet>
      <dgm:spPr/>
    </dgm:pt>
    <dgm:pt modelId="{AB6447FE-2C99-4DD6-91C8-AF1E0063622E}" type="pres">
      <dgm:prSet presAssocID="{7FE76DCC-B3BA-4A00-9D72-56F3D87779CC}" presName="sp" presStyleCnt="0"/>
      <dgm:spPr/>
    </dgm:pt>
    <dgm:pt modelId="{68CD8177-A910-4F38-82E1-F0C0EDB0C420}" type="pres">
      <dgm:prSet presAssocID="{63362398-E9D5-4A93-B2C5-2E8973ACC75B}" presName="arrowAndChildren" presStyleCnt="0"/>
      <dgm:spPr/>
    </dgm:pt>
    <dgm:pt modelId="{0CEFF55C-3BBA-4E0C-A33F-E4CFFD7D4B68}" type="pres">
      <dgm:prSet presAssocID="{63362398-E9D5-4A93-B2C5-2E8973ACC75B}" presName="parentTextArrow" presStyleLbl="node1" presStyleIdx="2" presStyleCnt="6"/>
      <dgm:spPr/>
    </dgm:pt>
    <dgm:pt modelId="{DB8D5B08-E642-4C95-AEE2-2EE97279618E}" type="pres">
      <dgm:prSet presAssocID="{63362398-E9D5-4A93-B2C5-2E8973ACC75B}" presName="arrow" presStyleLbl="node1" presStyleIdx="3" presStyleCnt="6"/>
      <dgm:spPr/>
    </dgm:pt>
    <dgm:pt modelId="{C09C5BF8-AC0A-418E-B261-4CC0F0019A90}" type="pres">
      <dgm:prSet presAssocID="{63362398-E9D5-4A93-B2C5-2E8973ACC75B}" presName="descendantArrow" presStyleCnt="0"/>
      <dgm:spPr/>
    </dgm:pt>
    <dgm:pt modelId="{FEEF8D0A-6785-46F7-A04F-DEA7192DB78B}" type="pres">
      <dgm:prSet presAssocID="{A53FC797-A7D0-4225-917E-483BCFC0F609}" presName="childTextArrow" presStyleLbl="fgAccFollowNode1" presStyleIdx="18" presStyleCnt="28">
        <dgm:presLayoutVars>
          <dgm:bulletEnabled val="1"/>
        </dgm:presLayoutVars>
      </dgm:prSet>
      <dgm:spPr/>
    </dgm:pt>
    <dgm:pt modelId="{A7B24C85-3096-47D8-8DC1-1D2D3B2D9CB7}" type="pres">
      <dgm:prSet presAssocID="{18A23A90-E7BA-48EF-8925-F45523ECA513}" presName="childTextArrow" presStyleLbl="fgAccFollowNode1" presStyleIdx="19" presStyleCnt="28">
        <dgm:presLayoutVars>
          <dgm:bulletEnabled val="1"/>
        </dgm:presLayoutVars>
      </dgm:prSet>
      <dgm:spPr/>
    </dgm:pt>
    <dgm:pt modelId="{A47B2150-AB66-4391-AEB1-FE0DBD7BEB53}" type="pres">
      <dgm:prSet presAssocID="{36B1A9A3-E2F4-43F9-BD9A-410B4D6CF563}" presName="sp" presStyleCnt="0"/>
      <dgm:spPr/>
    </dgm:pt>
    <dgm:pt modelId="{EA55E29A-7091-401C-9A0C-39594222445D}" type="pres">
      <dgm:prSet presAssocID="{409AF4A9-954C-4DBA-AD54-B8C01FAFB96B}" presName="arrowAndChildren" presStyleCnt="0"/>
      <dgm:spPr/>
    </dgm:pt>
    <dgm:pt modelId="{3DF89B0C-C280-49DB-91D6-BFC9CDC132DA}" type="pres">
      <dgm:prSet presAssocID="{409AF4A9-954C-4DBA-AD54-B8C01FAFB96B}" presName="parentTextArrow" presStyleLbl="node1" presStyleIdx="3" presStyleCnt="6"/>
      <dgm:spPr/>
    </dgm:pt>
    <dgm:pt modelId="{DE0371E9-CAE6-48FD-B047-BCC1719221B4}" type="pres">
      <dgm:prSet presAssocID="{409AF4A9-954C-4DBA-AD54-B8C01FAFB96B}" presName="arrow" presStyleLbl="node1" presStyleIdx="4" presStyleCnt="6"/>
      <dgm:spPr/>
    </dgm:pt>
    <dgm:pt modelId="{0F81C51D-58E9-4E6D-A524-2C8D3617B772}" type="pres">
      <dgm:prSet presAssocID="{409AF4A9-954C-4DBA-AD54-B8C01FAFB96B}" presName="descendantArrow" presStyleCnt="0"/>
      <dgm:spPr/>
    </dgm:pt>
    <dgm:pt modelId="{A0FC7889-D654-43E6-83A5-E01BC73A0527}" type="pres">
      <dgm:prSet presAssocID="{2269DD83-D67F-4FB0-9942-2AF4B340CC6D}" presName="childTextArrow" presStyleLbl="fgAccFollowNode1" presStyleIdx="20" presStyleCnt="28">
        <dgm:presLayoutVars>
          <dgm:bulletEnabled val="1"/>
        </dgm:presLayoutVars>
      </dgm:prSet>
      <dgm:spPr/>
    </dgm:pt>
    <dgm:pt modelId="{06479DB7-2C16-4124-865E-00ABCEE5ACDC}" type="pres">
      <dgm:prSet presAssocID="{DB4BBC04-D462-4D69-85F2-3D022232376D}" presName="childTextArrow" presStyleLbl="fgAccFollowNode1" presStyleIdx="21" presStyleCnt="28">
        <dgm:presLayoutVars>
          <dgm:bulletEnabled val="1"/>
        </dgm:presLayoutVars>
      </dgm:prSet>
      <dgm:spPr/>
    </dgm:pt>
    <dgm:pt modelId="{14320433-9796-4777-BC67-0B323166DC2C}" type="pres">
      <dgm:prSet presAssocID="{31E7D85A-EDE4-4DCA-B913-3AC6753C5FA3}" presName="childTextArrow" presStyleLbl="fgAccFollowNode1" presStyleIdx="22" presStyleCnt="28">
        <dgm:presLayoutVars>
          <dgm:bulletEnabled val="1"/>
        </dgm:presLayoutVars>
      </dgm:prSet>
      <dgm:spPr/>
    </dgm:pt>
    <dgm:pt modelId="{109BEEAF-629A-4A82-A2A0-4847FD261716}" type="pres">
      <dgm:prSet presAssocID="{E81EB8A0-9EF1-4EAF-A2B8-551C13216DF8}" presName="childTextArrow" presStyleLbl="fgAccFollowNode1" presStyleIdx="23" presStyleCnt="28">
        <dgm:presLayoutVars>
          <dgm:bulletEnabled val="1"/>
        </dgm:presLayoutVars>
      </dgm:prSet>
      <dgm:spPr/>
    </dgm:pt>
    <dgm:pt modelId="{9C17246C-7A43-46BE-B9A9-026CA5F44B39}" type="pres">
      <dgm:prSet presAssocID="{4515462C-7E2D-4234-9038-B312C89DB609}" presName="childTextArrow" presStyleLbl="fgAccFollowNode1" presStyleIdx="24" presStyleCnt="28">
        <dgm:presLayoutVars>
          <dgm:bulletEnabled val="1"/>
        </dgm:presLayoutVars>
      </dgm:prSet>
      <dgm:spPr/>
    </dgm:pt>
    <dgm:pt modelId="{E65FF909-5C99-40F3-95A5-737B9BF2B0A9}" type="pres">
      <dgm:prSet presAssocID="{399D986D-F361-4165-9BF5-4EE27F4222A9}" presName="sp" presStyleCnt="0"/>
      <dgm:spPr/>
    </dgm:pt>
    <dgm:pt modelId="{58344C03-018C-4EB2-9EBE-FBACB7F2014A}" type="pres">
      <dgm:prSet presAssocID="{7CA02680-229E-4DE5-8E8F-D7DCCA469999}" presName="arrowAndChildren" presStyleCnt="0"/>
      <dgm:spPr/>
    </dgm:pt>
    <dgm:pt modelId="{1BB05907-8983-424E-8D36-085EEDFCFAFD}" type="pres">
      <dgm:prSet presAssocID="{7CA02680-229E-4DE5-8E8F-D7DCCA469999}" presName="parentTextArrow" presStyleLbl="node1" presStyleIdx="4" presStyleCnt="6"/>
      <dgm:spPr/>
    </dgm:pt>
    <dgm:pt modelId="{027CF994-8182-447A-9A5E-01709396860B}" type="pres">
      <dgm:prSet presAssocID="{7CA02680-229E-4DE5-8E8F-D7DCCA469999}" presName="arrow" presStyleLbl="node1" presStyleIdx="5" presStyleCnt="6"/>
      <dgm:spPr/>
    </dgm:pt>
    <dgm:pt modelId="{5C134447-E38E-44EC-A40E-E8146C37ADC2}" type="pres">
      <dgm:prSet presAssocID="{7CA02680-229E-4DE5-8E8F-D7DCCA469999}" presName="descendantArrow" presStyleCnt="0"/>
      <dgm:spPr/>
    </dgm:pt>
    <dgm:pt modelId="{1B6D6FA3-24C3-4B01-B77A-EF0920B3D103}" type="pres">
      <dgm:prSet presAssocID="{6C759DB1-AA8F-4E5F-ACC1-39A0887F0CC5}" presName="childTextArrow" presStyleLbl="fgAccFollowNode1" presStyleIdx="25" presStyleCnt="28">
        <dgm:presLayoutVars>
          <dgm:bulletEnabled val="1"/>
        </dgm:presLayoutVars>
      </dgm:prSet>
      <dgm:spPr/>
    </dgm:pt>
    <dgm:pt modelId="{520087BB-6474-48FA-BADE-554E1121AB89}" type="pres">
      <dgm:prSet presAssocID="{E70EBC57-D4F3-46AE-A368-8F90BEAE7FE0}" presName="childTextArrow" presStyleLbl="fgAccFollowNode1" presStyleIdx="26" presStyleCnt="28">
        <dgm:presLayoutVars>
          <dgm:bulletEnabled val="1"/>
        </dgm:presLayoutVars>
      </dgm:prSet>
      <dgm:spPr/>
    </dgm:pt>
    <dgm:pt modelId="{4F5DC906-8F73-4978-95C1-63026105B9EA}" type="pres">
      <dgm:prSet presAssocID="{9D86201F-66FF-4A06-9DD7-E03251646D18}" presName="childTextArrow" presStyleLbl="fgAccFollowNode1" presStyleIdx="27" presStyleCnt="28">
        <dgm:presLayoutVars>
          <dgm:bulletEnabled val="1"/>
        </dgm:presLayoutVars>
      </dgm:prSet>
      <dgm:spPr/>
    </dgm:pt>
  </dgm:ptLst>
  <dgm:cxnLst>
    <dgm:cxn modelId="{B43CC404-A7B8-447F-B7A3-49B6818B335B}" srcId="{409AF4A9-954C-4DBA-AD54-B8C01FAFB96B}" destId="{E81EB8A0-9EF1-4EAF-A2B8-551C13216DF8}" srcOrd="3" destOrd="0" parTransId="{9008DA27-F177-4E96-BCF1-1D87EE49D4DC}" sibTransId="{5CB57855-6634-4F85-A710-BC9F3346222F}"/>
    <dgm:cxn modelId="{E34D2306-BB37-4BE0-9E52-B2F8E281A8B2}" type="presOf" srcId="{67180261-FA11-4C70-99B6-208D22A34225}" destId="{BD4D7166-D5DB-4159-863B-CEDD4EB41D67}" srcOrd="1" destOrd="0" presId="urn:microsoft.com/office/officeart/2005/8/layout/process4"/>
    <dgm:cxn modelId="{47652906-A1FC-46F9-8A4B-8C0FE89FE66B}" srcId="{7CA02680-229E-4DE5-8E8F-D7DCCA469999}" destId="{9D86201F-66FF-4A06-9DD7-E03251646D18}" srcOrd="2" destOrd="0" parTransId="{9E2A35D4-E816-4EB6-8C0C-BD1BF59FC0C0}" sibTransId="{D2E93AB9-EBCF-401A-8EA0-081669804887}"/>
    <dgm:cxn modelId="{E94BDF06-317D-452A-8359-0B6EE7ED7A1C}" type="presOf" srcId="{A53FC797-A7D0-4225-917E-483BCFC0F609}" destId="{FEEF8D0A-6785-46F7-A04F-DEA7192DB78B}" srcOrd="0" destOrd="0" presId="urn:microsoft.com/office/officeart/2005/8/layout/process4"/>
    <dgm:cxn modelId="{56130A09-99EE-4BE9-B402-62BA4482F777}" srcId="{492A7F8C-4384-4FED-90C3-C50AD51CD4D0}" destId="{432AFB55-08FE-4212-9DC7-D14ED2A025FB}" srcOrd="4" destOrd="0" parTransId="{05D130B0-583C-42EF-A013-EBA84E5F5145}" sibTransId="{C810953B-BB37-4D99-95A3-2A0E2B593AD3}"/>
    <dgm:cxn modelId="{91FB1A0B-267A-424C-BC36-8304CB4563D7}" type="presOf" srcId="{409AF4A9-954C-4DBA-AD54-B8C01FAFB96B}" destId="{DE0371E9-CAE6-48FD-B047-BCC1719221B4}" srcOrd="1" destOrd="0" presId="urn:microsoft.com/office/officeart/2005/8/layout/process4"/>
    <dgm:cxn modelId="{BF04870B-E92F-4C89-86E2-969B2ADBB798}" type="presOf" srcId="{9D015434-A50E-4827-B38B-3FA5661F79F1}" destId="{A7567B9A-FA77-4DF2-8005-1B2B8DB19A4F}" srcOrd="0" destOrd="0" presId="urn:microsoft.com/office/officeart/2005/8/layout/process4"/>
    <dgm:cxn modelId="{D577C50C-131A-4600-AF3B-D21D18F9F678}" type="presOf" srcId="{6C759DB1-AA8F-4E5F-ACC1-39A0887F0CC5}" destId="{1B6D6FA3-24C3-4B01-B77A-EF0920B3D103}" srcOrd="0" destOrd="0" presId="urn:microsoft.com/office/officeart/2005/8/layout/process4"/>
    <dgm:cxn modelId="{8D7F2112-D413-4D1C-8F7B-D5A65D0A449A}" srcId="{67180261-FA11-4C70-99B6-208D22A34225}" destId="{184408ED-0C75-4266-BDF1-787D09A31506}" srcOrd="0" destOrd="0" parTransId="{C02D3C1F-C970-44C3-87FE-DD936DC2D9EF}" sibTransId="{314FE90D-7A15-42AC-9C67-7A9AB8A35C4C}"/>
    <dgm:cxn modelId="{3E7F8416-6E5A-4FB7-8B5D-7E6552DB9137}" srcId="{492A7F8C-4384-4FED-90C3-C50AD51CD4D0}" destId="{67180261-FA11-4C70-99B6-208D22A34225}" srcOrd="3" destOrd="0" parTransId="{59464F09-C52D-4303-BCD3-E1A86FD40B46}" sibTransId="{EFC46B28-C8E4-4492-89C7-7481CD0F35E9}"/>
    <dgm:cxn modelId="{C795D51D-1B81-40F7-9D53-D84020EE5CB8}" type="presOf" srcId="{4515462C-7E2D-4234-9038-B312C89DB609}" destId="{9C17246C-7A43-46BE-B9A9-026CA5F44B39}" srcOrd="0" destOrd="0" presId="urn:microsoft.com/office/officeart/2005/8/layout/process4"/>
    <dgm:cxn modelId="{B1391321-F684-4BC1-925D-A8658A5149D0}" type="presOf" srcId="{7CA02680-229E-4DE5-8E8F-D7DCCA469999}" destId="{027CF994-8182-447A-9A5E-01709396860B}" srcOrd="1" destOrd="0" presId="urn:microsoft.com/office/officeart/2005/8/layout/process4"/>
    <dgm:cxn modelId="{47995223-6862-4CDA-8AF2-A2639E66AC99}" srcId="{67180261-FA11-4C70-99B6-208D22A34225}" destId="{2D3D4DF6-A68D-4999-91D4-DD8D5D568482}" srcOrd="5" destOrd="0" parTransId="{C75755D2-4A3F-4AAB-8D40-F3376A750488}" sibTransId="{155C0E33-8CC9-4C48-9B60-90E4B6308CB1}"/>
    <dgm:cxn modelId="{33CA5125-1589-4591-A74E-865F2C301FE7}" type="presOf" srcId="{317E4EBA-92A0-45E1-9AFF-C1B7ECF4C17D}" destId="{4A6587E4-EFBC-437F-80A4-A8C00F77C95F}" srcOrd="0" destOrd="0" presId="urn:microsoft.com/office/officeart/2005/8/layout/process4"/>
    <dgm:cxn modelId="{CD2FCE26-6BCA-4200-B507-749FE01FE5EF}" srcId="{432AFB55-08FE-4212-9DC7-D14ED2A025FB}" destId="{06CC86FE-A12F-4402-93CA-A5C169967C38}" srcOrd="0" destOrd="0" parTransId="{FCA50631-918E-48A6-85F0-5995B92E8D28}" sibTransId="{97AFA29E-B063-46D2-831E-4424B3690E1A}"/>
    <dgm:cxn modelId="{54286E2A-923C-484D-B321-85C46BA5363E}" srcId="{432AFB55-08FE-4212-9DC7-D14ED2A025FB}" destId="{978A3A40-BB49-483E-B9F5-1F59037F71FE}" srcOrd="3" destOrd="0" parTransId="{60879353-C55F-4F1F-A588-E728DBE53EED}" sibTransId="{CA173568-036C-49B6-9E80-F946FBACCFEF}"/>
    <dgm:cxn modelId="{0F47002C-7FDC-46BD-B791-820392545A1F}" type="presOf" srcId="{432AFB55-08FE-4212-9DC7-D14ED2A025FB}" destId="{F44D84BB-4D82-4D22-AB84-931EDDB52237}" srcOrd="0" destOrd="0" presId="urn:microsoft.com/office/officeart/2005/8/layout/process4"/>
    <dgm:cxn modelId="{146D2B2C-739B-4955-AE56-11BAE6C5B1E7}" srcId="{42BCD4A9-A9CF-4288-8C26-147300DFC46C}" destId="{6A86D7A5-4BE9-49D9-8F35-01FA5FD177AB}" srcOrd="1" destOrd="0" parTransId="{568F4F23-0776-4187-AA4D-54626909EFA9}" sibTransId="{446732D6-8DD2-437B-9983-8C90A29AFCBE}"/>
    <dgm:cxn modelId="{0DE0282D-CD11-4DFE-87B1-7182CF28E91F}" type="presOf" srcId="{EDF5E430-D49F-4AD6-AB2C-2ECE58472C11}" destId="{D8884569-7BA7-4285-8DCD-51F5C4966D08}" srcOrd="0" destOrd="0" presId="urn:microsoft.com/office/officeart/2005/8/layout/process4"/>
    <dgm:cxn modelId="{F72A6830-7DE4-4781-8BD8-BB5BAFDFFB3D}" srcId="{492A7F8C-4384-4FED-90C3-C50AD51CD4D0}" destId="{7CA02680-229E-4DE5-8E8F-D7DCCA469999}" srcOrd="0" destOrd="0" parTransId="{FD9C8912-36C2-4F70-8D27-0C7B04281544}" sibTransId="{399D986D-F361-4165-9BF5-4EE27F4222A9}"/>
    <dgm:cxn modelId="{34A29C31-8F93-4D38-A9DA-612465E9C24E}" type="presOf" srcId="{18A23A90-E7BA-48EF-8925-F45523ECA513}" destId="{A7B24C85-3096-47D8-8DC1-1D2D3B2D9CB7}" srcOrd="0" destOrd="0" presId="urn:microsoft.com/office/officeart/2005/8/layout/process4"/>
    <dgm:cxn modelId="{81CC613A-1BC2-4014-AC29-A0629B03259B}" type="presOf" srcId="{978A3A40-BB49-483E-B9F5-1F59037F71FE}" destId="{91ACEBA4-CA3B-4797-9CBA-E327C7C0DA5E}" srcOrd="0" destOrd="0" presId="urn:microsoft.com/office/officeart/2005/8/layout/process4"/>
    <dgm:cxn modelId="{16617C3B-56FE-4346-99DE-44701CC25E0F}" type="presOf" srcId="{184408ED-0C75-4266-BDF1-787D09A31506}" destId="{810B6C48-6AD1-4DAB-9353-55FF17F6E573}" srcOrd="0" destOrd="0" presId="urn:microsoft.com/office/officeart/2005/8/layout/process4"/>
    <dgm:cxn modelId="{5946EF5C-0657-4F6B-AE06-85E17A20C06B}" srcId="{63362398-E9D5-4A93-B2C5-2E8973ACC75B}" destId="{A53FC797-A7D0-4225-917E-483BCFC0F609}" srcOrd="0" destOrd="0" parTransId="{2D702847-3906-454F-A6BA-3641D7AD29A5}" sibTransId="{DFF462C7-565A-4CD9-9B6F-67558240D5FC}"/>
    <dgm:cxn modelId="{33B8CF60-3B2D-4AE8-BD7C-975C899EC737}" type="presOf" srcId="{84DB0CCB-9E43-4310-B677-9F227787C69C}" destId="{008970AB-6F2E-4825-950C-F4F87AA6A8B1}" srcOrd="0" destOrd="0" presId="urn:microsoft.com/office/officeart/2005/8/layout/process4"/>
    <dgm:cxn modelId="{35E04D62-7F0E-4670-BBAF-1474375DF3C1}" srcId="{7CA02680-229E-4DE5-8E8F-D7DCCA469999}" destId="{E70EBC57-D4F3-46AE-A368-8F90BEAE7FE0}" srcOrd="1" destOrd="0" parTransId="{FA248630-6B92-47B6-8E5D-810D0F622E0B}" sibTransId="{449DD7DE-1E04-47AD-87AC-1D81B28FEA33}"/>
    <dgm:cxn modelId="{EC127466-196B-472F-83BF-270DF536FD5A}" srcId="{63362398-E9D5-4A93-B2C5-2E8973ACC75B}" destId="{18A23A90-E7BA-48EF-8925-F45523ECA513}" srcOrd="1" destOrd="0" parTransId="{0F5F14FC-DCBD-4091-81FC-66D1DDD2934F}" sibTransId="{49F1F4D6-7267-4302-864F-2738456C4E25}"/>
    <dgm:cxn modelId="{7C4AD066-E14C-4C89-BEF5-9ACF434EB4D9}" type="presOf" srcId="{492A7F8C-4384-4FED-90C3-C50AD51CD4D0}" destId="{0A2B100A-873D-4378-B06C-7D278D8A2DC0}" srcOrd="0" destOrd="0" presId="urn:microsoft.com/office/officeart/2005/8/layout/process4"/>
    <dgm:cxn modelId="{85131049-E6D8-4B88-9F3F-B2DF489A035D}" srcId="{67180261-FA11-4C70-99B6-208D22A34225}" destId="{EDF5E430-D49F-4AD6-AB2C-2ECE58472C11}" srcOrd="3" destOrd="0" parTransId="{F8EDC9BA-DBB8-44AE-973B-F460E0FD83C4}" sibTransId="{DD89EC6D-41D8-49AB-A2C8-DC4B404F2B7C}"/>
    <dgm:cxn modelId="{4A84056A-E951-4885-8799-964DF85B1FA1}" type="presOf" srcId="{409AF4A9-954C-4DBA-AD54-B8C01FAFB96B}" destId="{3DF89B0C-C280-49DB-91D6-BFC9CDC132DA}" srcOrd="0" destOrd="0" presId="urn:microsoft.com/office/officeart/2005/8/layout/process4"/>
    <dgm:cxn modelId="{B098566A-DD0C-4E45-9B76-C0821C03FB96}" srcId="{432AFB55-08FE-4212-9DC7-D14ED2A025FB}" destId="{93F25DE7-1215-4D9B-8A8D-9145A41F521D}" srcOrd="4" destOrd="0" parTransId="{66881C65-C758-4761-B7A9-B206E4786EC0}" sibTransId="{B19073FC-2E20-4102-9A93-C007F413720A}"/>
    <dgm:cxn modelId="{A50CB66E-F2D2-4084-A445-5769B1A6C068}" srcId="{67180261-FA11-4C70-99B6-208D22A34225}" destId="{D2799F03-F0F1-496C-8B8A-D29B1642663B}" srcOrd="1" destOrd="0" parTransId="{B45C9F4D-A34E-4563-8CC4-89C9698FAA51}" sibTransId="{F53E33CE-4581-4264-A0EA-CFFCB820A7F3}"/>
    <dgm:cxn modelId="{7E74614F-B8D9-477F-B709-0AC4324D4641}" srcId="{42BCD4A9-A9CF-4288-8C26-147300DFC46C}" destId="{84DB0CCB-9E43-4310-B677-9F227787C69C}" srcOrd="3" destOrd="0" parTransId="{AF92B97B-52DC-4EF9-8462-A35C315DFC57}" sibTransId="{D986BD20-8336-434B-984F-5DEAF8441FB9}"/>
    <dgm:cxn modelId="{809E9B73-9183-4806-96F0-E0039EBBDBAE}" type="presOf" srcId="{63362398-E9D5-4A93-B2C5-2E8973ACC75B}" destId="{0CEFF55C-3BBA-4E0C-A33F-E4CFFD7D4B68}" srcOrd="0" destOrd="0" presId="urn:microsoft.com/office/officeart/2005/8/layout/process4"/>
    <dgm:cxn modelId="{2C61F054-0163-4265-974C-D62191E2FA32}" type="presOf" srcId="{67591A9C-480C-4539-B6CF-40817870FE1A}" destId="{971DAB35-E643-4829-B56B-AE5AD637E02E}" srcOrd="0" destOrd="0" presId="urn:microsoft.com/office/officeart/2005/8/layout/process4"/>
    <dgm:cxn modelId="{72E94E55-2BC9-4A2E-AB30-75394F135A3E}" srcId="{67180261-FA11-4C70-99B6-208D22A34225}" destId="{0785C5F6-FC28-4618-8BDB-7E35C5F421CE}" srcOrd="4" destOrd="0" parTransId="{9FF4D432-4FB6-42E4-B840-48806D289383}" sibTransId="{F67FC6CB-9EE3-42FA-804E-4B89984CCCFF}"/>
    <dgm:cxn modelId="{5986A075-0056-49E2-969E-2DFCD529518A}" type="presOf" srcId="{63362398-E9D5-4A93-B2C5-2E8973ACC75B}" destId="{DB8D5B08-E642-4C95-AEE2-2EE97279618E}" srcOrd="1" destOrd="0" presId="urn:microsoft.com/office/officeart/2005/8/layout/process4"/>
    <dgm:cxn modelId="{1EAEE455-23BC-4ABC-8B6C-1EB9B94A4899}" srcId="{67180261-FA11-4C70-99B6-208D22A34225}" destId="{D95AA16D-50BB-4215-BE5F-6D4204001E0C}" srcOrd="2" destOrd="0" parTransId="{ED28976B-882B-47D3-8729-52D721DE4D25}" sibTransId="{00DDA567-EDDF-426C-9EE0-550D0877E0F9}"/>
    <dgm:cxn modelId="{0139DE78-7E3C-4C84-81A3-E7BAD856E73E}" type="presOf" srcId="{BDFDDF62-7843-43A2-82A9-1A18B6A8BA41}" destId="{12F34D91-11D0-48C2-BA6B-B470E775917D}" srcOrd="0" destOrd="0" presId="urn:microsoft.com/office/officeart/2005/8/layout/process4"/>
    <dgm:cxn modelId="{E755807C-EB99-47B5-889D-85A75B42C9FA}" srcId="{67180261-FA11-4C70-99B6-208D22A34225}" destId="{9D015434-A50E-4827-B38B-3FA5661F79F1}" srcOrd="6" destOrd="0" parTransId="{A52C7879-4274-403F-A75D-53986584A3D4}" sibTransId="{8F89D788-785D-4C3C-A514-AE3735C16137}"/>
    <dgm:cxn modelId="{4A06F281-92B9-4759-BCCD-300F7A10EEE8}" srcId="{42BCD4A9-A9CF-4288-8C26-147300DFC46C}" destId="{3A9D1D17-E645-4054-9D3C-C9856C9C4F56}" srcOrd="0" destOrd="0" parTransId="{9A9ECE1B-AFCB-4B86-B0EE-59D56452834C}" sibTransId="{F1532650-4BAC-4B28-874A-8C66D07D29E3}"/>
    <dgm:cxn modelId="{AB732587-3EC7-437C-A756-7F52CAD95DA3}" srcId="{432AFB55-08FE-4212-9DC7-D14ED2A025FB}" destId="{CCEDEFB1-11C4-4BE9-B4BD-EBA172C6495F}" srcOrd="1" destOrd="0" parTransId="{DA84A803-8548-4950-A3D3-E0D21A08E744}" sibTransId="{7AD4E237-D535-40EF-ACCB-EED0B8CC7D3B}"/>
    <dgm:cxn modelId="{F15BCE8B-AF12-4D82-A898-8E536A98EF24}" srcId="{409AF4A9-954C-4DBA-AD54-B8C01FAFB96B}" destId="{31E7D85A-EDE4-4DCA-B913-3AC6753C5FA3}" srcOrd="2" destOrd="0" parTransId="{374B05F3-0BAA-4B9E-AC9C-2166C2522B9E}" sibTransId="{7010EDC2-EBE9-4C17-B23D-DF83E724D4AD}"/>
    <dgm:cxn modelId="{00397594-4C85-45E1-A811-6BBD5AEC2395}" srcId="{7CA02680-229E-4DE5-8E8F-D7DCCA469999}" destId="{6C759DB1-AA8F-4E5F-ACC1-39A0887F0CC5}" srcOrd="0" destOrd="0" parTransId="{EDF369F7-54FB-444E-ABC3-9BC56A17F9AC}" sibTransId="{7C969A4F-3A03-49BE-AB91-8573F2EE957F}"/>
    <dgm:cxn modelId="{B0C59297-55A7-4FC5-BB02-24C264B1161D}" type="presOf" srcId="{432AFB55-08FE-4212-9DC7-D14ED2A025FB}" destId="{1ADEB702-401C-4386-90EE-7702485DB93F}" srcOrd="1" destOrd="0" presId="urn:microsoft.com/office/officeart/2005/8/layout/process4"/>
    <dgm:cxn modelId="{DEEEB098-5AEF-4916-8A1F-B285B59FDB4E}" srcId="{432AFB55-08FE-4212-9DC7-D14ED2A025FB}" destId="{D4DAA6DA-BDDF-4B7E-8B78-42D5DF783BE8}" srcOrd="2" destOrd="0" parTransId="{84AFFA12-762E-4A2E-AE9F-794E0A281D2C}" sibTransId="{425E13C0-4B3B-42DD-982E-2D390D21D365}"/>
    <dgm:cxn modelId="{B417DE99-F37D-4309-B6E7-1F83A8810804}" srcId="{409AF4A9-954C-4DBA-AD54-B8C01FAFB96B}" destId="{2269DD83-D67F-4FB0-9942-2AF4B340CC6D}" srcOrd="0" destOrd="0" parTransId="{78F6A4A8-987C-4BC1-8EFF-B7A0E8288834}" sibTransId="{72B0AB2A-CE92-4545-881E-E18BDECFA0F9}"/>
    <dgm:cxn modelId="{6AADC2AE-56EB-44A1-AF30-8F4D157CA4AC}" type="presOf" srcId="{0785C5F6-FC28-4618-8BDB-7E35C5F421CE}" destId="{CC76A4AF-92D7-4FF3-853C-E09CC102B33E}" srcOrd="0" destOrd="0" presId="urn:microsoft.com/office/officeart/2005/8/layout/process4"/>
    <dgm:cxn modelId="{7982B3AF-9C6D-4D5C-877C-D775510892F3}" type="presOf" srcId="{42BCD4A9-A9CF-4288-8C26-147300DFC46C}" destId="{3492FBD6-62F1-482B-803A-DBD2E3A503FA}" srcOrd="0" destOrd="0" presId="urn:microsoft.com/office/officeart/2005/8/layout/process4"/>
    <dgm:cxn modelId="{63207DB3-62BB-4CEC-8924-B190C9486F47}" type="presOf" srcId="{6A86D7A5-4BE9-49D9-8F35-01FA5FD177AB}" destId="{BCF876A1-F249-4061-AEE5-A0A544917571}" srcOrd="0" destOrd="0" presId="urn:microsoft.com/office/officeart/2005/8/layout/process4"/>
    <dgm:cxn modelId="{41AD1DB8-9853-4A2C-AFAA-6DEDE974F2D7}" srcId="{67180261-FA11-4C70-99B6-208D22A34225}" destId="{67591A9C-480C-4539-B6CF-40817870FE1A}" srcOrd="7" destOrd="0" parTransId="{5E529501-9656-49A0-B868-A4376A757D06}" sibTransId="{95AAC367-BBFF-4CBE-AC80-0EA90E1CC09F}"/>
    <dgm:cxn modelId="{83F297BB-08B5-41C0-99DA-ADD2D54190F0}" type="presOf" srcId="{CCEDEFB1-11C4-4BE9-B4BD-EBA172C6495F}" destId="{2528012E-0E4A-465E-8142-992517B5BAF6}" srcOrd="0" destOrd="0" presId="urn:microsoft.com/office/officeart/2005/8/layout/process4"/>
    <dgm:cxn modelId="{FF1538BC-23DB-43B5-9EC1-D7C408DF02FD}" srcId="{42BCD4A9-A9CF-4288-8C26-147300DFC46C}" destId="{BDFDDF62-7843-43A2-82A9-1A18B6A8BA41}" srcOrd="4" destOrd="0" parTransId="{99E6413C-5E70-4D32-9622-17580721AC53}" sibTransId="{92FB545E-16F6-4670-A53A-155EB8C9A9CE}"/>
    <dgm:cxn modelId="{56A06BBC-48FD-4DC5-9BD2-C424A0BDC4A4}" srcId="{409AF4A9-954C-4DBA-AD54-B8C01FAFB96B}" destId="{DB4BBC04-D462-4D69-85F2-3D022232376D}" srcOrd="1" destOrd="0" parTransId="{EB143FCE-CCC4-4E43-93B4-A5F19B04B951}" sibTransId="{EBB1D3E4-805D-4065-AAEC-748B6C5A3CC5}"/>
    <dgm:cxn modelId="{6385F5C2-BD0C-4B9D-989E-366318F58792}" type="presOf" srcId="{2269DD83-D67F-4FB0-9942-2AF4B340CC6D}" destId="{A0FC7889-D654-43E6-83A5-E01BC73A0527}" srcOrd="0" destOrd="0" presId="urn:microsoft.com/office/officeart/2005/8/layout/process4"/>
    <dgm:cxn modelId="{F4F2C0C7-5DA4-46FD-BBB2-9578DB2BFAD5}" type="presOf" srcId="{D4DAA6DA-BDDF-4B7E-8B78-42D5DF783BE8}" destId="{E6C8ED0A-87EE-4F77-8769-2AEBFF4FAC27}" srcOrd="0" destOrd="0" presId="urn:microsoft.com/office/officeart/2005/8/layout/process4"/>
    <dgm:cxn modelId="{790DD5CD-3F70-4ED3-9D20-1B8E281FFB5F}" srcId="{492A7F8C-4384-4FED-90C3-C50AD51CD4D0}" destId="{409AF4A9-954C-4DBA-AD54-B8C01FAFB96B}" srcOrd="1" destOrd="0" parTransId="{446793BA-E1E5-4BFF-8B57-401A2EC8D6F9}" sibTransId="{36B1A9A3-E2F4-43F9-BD9A-410B4D6CF563}"/>
    <dgm:cxn modelId="{25591CCE-BF66-4F1A-A54A-CE1151306EB8}" type="presOf" srcId="{67180261-FA11-4C70-99B6-208D22A34225}" destId="{EAC5A75C-3ABE-44A2-8907-E4140A97C1E0}" srcOrd="0" destOrd="0" presId="urn:microsoft.com/office/officeart/2005/8/layout/process4"/>
    <dgm:cxn modelId="{1B01C1CF-9DE8-4AA6-8DDB-2D0ABC48C23C}" type="presOf" srcId="{42BCD4A9-A9CF-4288-8C26-147300DFC46C}" destId="{B4989AE5-B4AE-427C-883F-CDC7555B267C}" srcOrd="1" destOrd="0" presId="urn:microsoft.com/office/officeart/2005/8/layout/process4"/>
    <dgm:cxn modelId="{078C63D2-472D-4744-936E-6738CC11AFA1}" type="presOf" srcId="{2D3D4DF6-A68D-4999-91D4-DD8D5D568482}" destId="{77B59BAD-C0C8-4D59-8D21-40F560EB6303}" srcOrd="0" destOrd="0" presId="urn:microsoft.com/office/officeart/2005/8/layout/process4"/>
    <dgm:cxn modelId="{08EADCD3-611A-423F-A062-261B42D73499}" srcId="{42BCD4A9-A9CF-4288-8C26-147300DFC46C}" destId="{317E4EBA-92A0-45E1-9AFF-C1B7ECF4C17D}" srcOrd="2" destOrd="0" parTransId="{A27CB574-BEC9-4665-ABCC-4325B2CC5766}" sibTransId="{89531A55-4BC8-4C5B-AEB8-4D01C3B24931}"/>
    <dgm:cxn modelId="{5DB5F5D3-78A1-4BB0-AFE8-500B3C4C8C6D}" type="presOf" srcId="{31E7D85A-EDE4-4DCA-B913-3AC6753C5FA3}" destId="{14320433-9796-4777-BC67-0B323166DC2C}" srcOrd="0" destOrd="0" presId="urn:microsoft.com/office/officeart/2005/8/layout/process4"/>
    <dgm:cxn modelId="{6AA2BDD5-9BC6-4FA9-9DBA-DC9EB1DACB35}" srcId="{409AF4A9-954C-4DBA-AD54-B8C01FAFB96B}" destId="{4515462C-7E2D-4234-9038-B312C89DB609}" srcOrd="4" destOrd="0" parTransId="{358F92BB-E0B2-4DC6-B42B-8E1CAB8755B7}" sibTransId="{173046BB-6E91-4E0B-A11F-C325C008808B}"/>
    <dgm:cxn modelId="{CC14EDD6-C6E8-47D7-A213-C73213D92C43}" type="presOf" srcId="{06CC86FE-A12F-4402-93CA-A5C169967C38}" destId="{C2CDED37-9DF3-42C4-8DC1-74C1BDD970F9}" srcOrd="0" destOrd="0" presId="urn:microsoft.com/office/officeart/2005/8/layout/process4"/>
    <dgm:cxn modelId="{369648D8-3D97-46FF-A161-CBAC609AD172}" srcId="{492A7F8C-4384-4FED-90C3-C50AD51CD4D0}" destId="{63362398-E9D5-4A93-B2C5-2E8973ACC75B}" srcOrd="2" destOrd="0" parTransId="{0A71B2C8-5A94-4715-85DA-B86C4CD951BE}" sibTransId="{7FE76DCC-B3BA-4A00-9D72-56F3D87779CC}"/>
    <dgm:cxn modelId="{2D49A5D8-752E-4742-BA08-FA7159E0A866}" type="presOf" srcId="{D95AA16D-50BB-4215-BE5F-6D4204001E0C}" destId="{EC0173F4-635F-4FBF-943D-A1AF7D6CB1B3}" srcOrd="0" destOrd="0" presId="urn:microsoft.com/office/officeart/2005/8/layout/process4"/>
    <dgm:cxn modelId="{3F6C2DD9-7C53-42E1-ADD0-1CF527370743}" type="presOf" srcId="{9D86201F-66FF-4A06-9DD7-E03251646D18}" destId="{4F5DC906-8F73-4978-95C1-63026105B9EA}" srcOrd="0" destOrd="0" presId="urn:microsoft.com/office/officeart/2005/8/layout/process4"/>
    <dgm:cxn modelId="{B98F4FDB-DCED-464E-92F0-CA85A37B9CCE}" type="presOf" srcId="{3A9D1D17-E645-4054-9D3C-C9856C9C4F56}" destId="{87B8423F-EB84-4385-A7AA-FDA780DA2D05}" srcOrd="0" destOrd="0" presId="urn:microsoft.com/office/officeart/2005/8/layout/process4"/>
    <dgm:cxn modelId="{8C99ADDD-0E57-4ED1-B0A2-114A38054180}" type="presOf" srcId="{DB4BBC04-D462-4D69-85F2-3D022232376D}" destId="{06479DB7-2C16-4124-865E-00ABCEE5ACDC}" srcOrd="0" destOrd="0" presId="urn:microsoft.com/office/officeart/2005/8/layout/process4"/>
    <dgm:cxn modelId="{69E0F8E1-8528-47CB-81D2-7A5C3269F765}" srcId="{492A7F8C-4384-4FED-90C3-C50AD51CD4D0}" destId="{42BCD4A9-A9CF-4288-8C26-147300DFC46C}" srcOrd="5" destOrd="0" parTransId="{2EC818B6-7EF7-49B2-8071-9F139B646C3D}" sibTransId="{AC7342C8-5124-4DD3-A2EE-25BE180D55FB}"/>
    <dgm:cxn modelId="{BD31DAE9-9CF1-48FB-9432-964A3BE71684}" type="presOf" srcId="{D2799F03-F0F1-496C-8B8A-D29B1642663B}" destId="{685D582B-5E54-4C08-88CE-8AB5063FF851}" srcOrd="0" destOrd="0" presId="urn:microsoft.com/office/officeart/2005/8/layout/process4"/>
    <dgm:cxn modelId="{051712F1-96D3-4267-BC81-65FAD23E618B}" type="presOf" srcId="{93F25DE7-1215-4D9B-8A8D-9145A41F521D}" destId="{E683D2D8-90F6-4B14-9B28-E562704B6548}" srcOrd="0" destOrd="0" presId="urn:microsoft.com/office/officeart/2005/8/layout/process4"/>
    <dgm:cxn modelId="{C3ABCEF2-5669-499A-8B62-B4FEA5688999}" type="presOf" srcId="{E81EB8A0-9EF1-4EAF-A2B8-551C13216DF8}" destId="{109BEEAF-629A-4A82-A2A0-4847FD261716}" srcOrd="0" destOrd="0" presId="urn:microsoft.com/office/officeart/2005/8/layout/process4"/>
    <dgm:cxn modelId="{CD7E11F4-F6A3-4A83-832E-16FC74154932}" type="presOf" srcId="{E70EBC57-D4F3-46AE-A368-8F90BEAE7FE0}" destId="{520087BB-6474-48FA-BADE-554E1121AB89}" srcOrd="0" destOrd="0" presId="urn:microsoft.com/office/officeart/2005/8/layout/process4"/>
    <dgm:cxn modelId="{A901D7F8-4333-4F8A-A208-9BBD0111238E}" type="presOf" srcId="{7CA02680-229E-4DE5-8E8F-D7DCCA469999}" destId="{1BB05907-8983-424E-8D36-085EEDFCFAFD}" srcOrd="0" destOrd="0" presId="urn:microsoft.com/office/officeart/2005/8/layout/process4"/>
    <dgm:cxn modelId="{1DC6369E-9D14-4FA8-B110-67E4494F1426}" type="presParOf" srcId="{0A2B100A-873D-4378-B06C-7D278D8A2DC0}" destId="{84FBB874-5812-43A4-BED4-389347FDC6E8}" srcOrd="0" destOrd="0" presId="urn:microsoft.com/office/officeart/2005/8/layout/process4"/>
    <dgm:cxn modelId="{A079DB04-D942-45EC-BFDF-1D8ADCD0F0AA}" type="presParOf" srcId="{84FBB874-5812-43A4-BED4-389347FDC6E8}" destId="{3492FBD6-62F1-482B-803A-DBD2E3A503FA}" srcOrd="0" destOrd="0" presId="urn:microsoft.com/office/officeart/2005/8/layout/process4"/>
    <dgm:cxn modelId="{990C2C67-0D8C-4143-A8B5-D64A2D5387C9}" type="presParOf" srcId="{84FBB874-5812-43A4-BED4-389347FDC6E8}" destId="{B4989AE5-B4AE-427C-883F-CDC7555B267C}" srcOrd="1" destOrd="0" presId="urn:microsoft.com/office/officeart/2005/8/layout/process4"/>
    <dgm:cxn modelId="{696D73CC-4705-4E5F-971F-17752D9E3AB9}" type="presParOf" srcId="{84FBB874-5812-43A4-BED4-389347FDC6E8}" destId="{3A4B9E4C-E7F4-4D11-9E25-A708B87C0ADA}" srcOrd="2" destOrd="0" presId="urn:microsoft.com/office/officeart/2005/8/layout/process4"/>
    <dgm:cxn modelId="{610BB61D-BA90-441C-A91A-D3FF7916F07D}" type="presParOf" srcId="{3A4B9E4C-E7F4-4D11-9E25-A708B87C0ADA}" destId="{87B8423F-EB84-4385-A7AA-FDA780DA2D05}" srcOrd="0" destOrd="0" presId="urn:microsoft.com/office/officeart/2005/8/layout/process4"/>
    <dgm:cxn modelId="{A07B3A8B-9ABD-47C8-8D89-E2ADA7C326B8}" type="presParOf" srcId="{3A4B9E4C-E7F4-4D11-9E25-A708B87C0ADA}" destId="{BCF876A1-F249-4061-AEE5-A0A544917571}" srcOrd="1" destOrd="0" presId="urn:microsoft.com/office/officeart/2005/8/layout/process4"/>
    <dgm:cxn modelId="{7864FF82-4E95-4844-92DB-FEA5455BE984}" type="presParOf" srcId="{3A4B9E4C-E7F4-4D11-9E25-A708B87C0ADA}" destId="{4A6587E4-EFBC-437F-80A4-A8C00F77C95F}" srcOrd="2" destOrd="0" presId="urn:microsoft.com/office/officeart/2005/8/layout/process4"/>
    <dgm:cxn modelId="{713CDC82-F5CF-42B8-B2D7-A8349DB7483F}" type="presParOf" srcId="{3A4B9E4C-E7F4-4D11-9E25-A708B87C0ADA}" destId="{008970AB-6F2E-4825-950C-F4F87AA6A8B1}" srcOrd="3" destOrd="0" presId="urn:microsoft.com/office/officeart/2005/8/layout/process4"/>
    <dgm:cxn modelId="{59D3F7FD-F31E-437E-B0EE-0BB302E07EAC}" type="presParOf" srcId="{3A4B9E4C-E7F4-4D11-9E25-A708B87C0ADA}" destId="{12F34D91-11D0-48C2-BA6B-B470E775917D}" srcOrd="4" destOrd="0" presId="urn:microsoft.com/office/officeart/2005/8/layout/process4"/>
    <dgm:cxn modelId="{6FCFC784-422C-45B7-927F-A5905A8121B4}" type="presParOf" srcId="{0A2B100A-873D-4378-B06C-7D278D8A2DC0}" destId="{4F51C2B6-C1A6-47C4-B565-5F8B72D7AD5F}" srcOrd="1" destOrd="0" presId="urn:microsoft.com/office/officeart/2005/8/layout/process4"/>
    <dgm:cxn modelId="{66E5FDDD-6CAF-4C1A-85C8-94F78E6F1971}" type="presParOf" srcId="{0A2B100A-873D-4378-B06C-7D278D8A2DC0}" destId="{B490842A-F1B0-46F8-9AEB-309D9BCE7375}" srcOrd="2" destOrd="0" presId="urn:microsoft.com/office/officeart/2005/8/layout/process4"/>
    <dgm:cxn modelId="{6415EE5B-2D9E-4FA0-B8A7-C2EDB89F14BB}" type="presParOf" srcId="{B490842A-F1B0-46F8-9AEB-309D9BCE7375}" destId="{F44D84BB-4D82-4D22-AB84-931EDDB52237}" srcOrd="0" destOrd="0" presId="urn:microsoft.com/office/officeart/2005/8/layout/process4"/>
    <dgm:cxn modelId="{822FDC91-6FEC-47AC-BF28-BF71AB94233F}" type="presParOf" srcId="{B490842A-F1B0-46F8-9AEB-309D9BCE7375}" destId="{1ADEB702-401C-4386-90EE-7702485DB93F}" srcOrd="1" destOrd="0" presId="urn:microsoft.com/office/officeart/2005/8/layout/process4"/>
    <dgm:cxn modelId="{46A93A22-0E0B-4CA0-8831-6A0F2E739D85}" type="presParOf" srcId="{B490842A-F1B0-46F8-9AEB-309D9BCE7375}" destId="{047E7AED-68AF-4F90-AADA-A8EAB5AD7347}" srcOrd="2" destOrd="0" presId="urn:microsoft.com/office/officeart/2005/8/layout/process4"/>
    <dgm:cxn modelId="{BED01B57-6DA9-4EFD-A539-9FC053B18482}" type="presParOf" srcId="{047E7AED-68AF-4F90-AADA-A8EAB5AD7347}" destId="{C2CDED37-9DF3-42C4-8DC1-74C1BDD970F9}" srcOrd="0" destOrd="0" presId="urn:microsoft.com/office/officeart/2005/8/layout/process4"/>
    <dgm:cxn modelId="{BC3B91B9-8FFA-46E0-B972-BE321040981A}" type="presParOf" srcId="{047E7AED-68AF-4F90-AADA-A8EAB5AD7347}" destId="{2528012E-0E4A-465E-8142-992517B5BAF6}" srcOrd="1" destOrd="0" presId="urn:microsoft.com/office/officeart/2005/8/layout/process4"/>
    <dgm:cxn modelId="{F33B31AC-E3A1-4927-889F-E63D457F42E7}" type="presParOf" srcId="{047E7AED-68AF-4F90-AADA-A8EAB5AD7347}" destId="{E6C8ED0A-87EE-4F77-8769-2AEBFF4FAC27}" srcOrd="2" destOrd="0" presId="urn:microsoft.com/office/officeart/2005/8/layout/process4"/>
    <dgm:cxn modelId="{16244612-B6CB-4E8D-959C-FD570818EDFE}" type="presParOf" srcId="{047E7AED-68AF-4F90-AADA-A8EAB5AD7347}" destId="{91ACEBA4-CA3B-4797-9CBA-E327C7C0DA5E}" srcOrd="3" destOrd="0" presId="urn:microsoft.com/office/officeart/2005/8/layout/process4"/>
    <dgm:cxn modelId="{B376E621-99ED-4410-BACE-EF860DDD0A3F}" type="presParOf" srcId="{047E7AED-68AF-4F90-AADA-A8EAB5AD7347}" destId="{E683D2D8-90F6-4B14-9B28-E562704B6548}" srcOrd="4" destOrd="0" presId="urn:microsoft.com/office/officeart/2005/8/layout/process4"/>
    <dgm:cxn modelId="{F1A2B1C9-7484-484B-8063-816886AA0FA5}" type="presParOf" srcId="{0A2B100A-873D-4378-B06C-7D278D8A2DC0}" destId="{DA7568B8-794F-43D8-9339-5CB2AB9878DC}" srcOrd="3" destOrd="0" presId="urn:microsoft.com/office/officeart/2005/8/layout/process4"/>
    <dgm:cxn modelId="{F9325588-CD38-4F64-96E6-A283E0937FE7}" type="presParOf" srcId="{0A2B100A-873D-4378-B06C-7D278D8A2DC0}" destId="{1C82E6B6-E336-490B-ADE8-0634C5F59BF2}" srcOrd="4" destOrd="0" presId="urn:microsoft.com/office/officeart/2005/8/layout/process4"/>
    <dgm:cxn modelId="{D5A9D1E7-D196-46C1-AE73-F8CAB9383559}" type="presParOf" srcId="{1C82E6B6-E336-490B-ADE8-0634C5F59BF2}" destId="{EAC5A75C-3ABE-44A2-8907-E4140A97C1E0}" srcOrd="0" destOrd="0" presId="urn:microsoft.com/office/officeart/2005/8/layout/process4"/>
    <dgm:cxn modelId="{895C8CBD-C6CE-42B4-9446-675E3B5547FB}" type="presParOf" srcId="{1C82E6B6-E336-490B-ADE8-0634C5F59BF2}" destId="{BD4D7166-D5DB-4159-863B-CEDD4EB41D67}" srcOrd="1" destOrd="0" presId="urn:microsoft.com/office/officeart/2005/8/layout/process4"/>
    <dgm:cxn modelId="{E6B2CEAE-A076-4192-B464-3EE5CAC13E9C}" type="presParOf" srcId="{1C82E6B6-E336-490B-ADE8-0634C5F59BF2}" destId="{EDA35FC2-369B-408D-A22C-F2BE5814AC6E}" srcOrd="2" destOrd="0" presId="urn:microsoft.com/office/officeart/2005/8/layout/process4"/>
    <dgm:cxn modelId="{E2D3D566-F53F-4096-97FE-74F730BF2E09}" type="presParOf" srcId="{EDA35FC2-369B-408D-A22C-F2BE5814AC6E}" destId="{810B6C48-6AD1-4DAB-9353-55FF17F6E573}" srcOrd="0" destOrd="0" presId="urn:microsoft.com/office/officeart/2005/8/layout/process4"/>
    <dgm:cxn modelId="{DEAC4368-5F51-4B7E-AA27-42D8AC5C1E75}" type="presParOf" srcId="{EDA35FC2-369B-408D-A22C-F2BE5814AC6E}" destId="{685D582B-5E54-4C08-88CE-8AB5063FF851}" srcOrd="1" destOrd="0" presId="urn:microsoft.com/office/officeart/2005/8/layout/process4"/>
    <dgm:cxn modelId="{02952C80-EF54-40B1-AF01-D02C9F77EE59}" type="presParOf" srcId="{EDA35FC2-369B-408D-A22C-F2BE5814AC6E}" destId="{EC0173F4-635F-4FBF-943D-A1AF7D6CB1B3}" srcOrd="2" destOrd="0" presId="urn:microsoft.com/office/officeart/2005/8/layout/process4"/>
    <dgm:cxn modelId="{116AAB02-4E8E-4032-9A5D-611417594F49}" type="presParOf" srcId="{EDA35FC2-369B-408D-A22C-F2BE5814AC6E}" destId="{D8884569-7BA7-4285-8DCD-51F5C4966D08}" srcOrd="3" destOrd="0" presId="urn:microsoft.com/office/officeart/2005/8/layout/process4"/>
    <dgm:cxn modelId="{CC6C6DD1-A11F-4DA0-AA9A-E8931DEC10B7}" type="presParOf" srcId="{EDA35FC2-369B-408D-A22C-F2BE5814AC6E}" destId="{CC76A4AF-92D7-4FF3-853C-E09CC102B33E}" srcOrd="4" destOrd="0" presId="urn:microsoft.com/office/officeart/2005/8/layout/process4"/>
    <dgm:cxn modelId="{806F1257-8C96-4015-8BDB-C2F6EF073980}" type="presParOf" srcId="{EDA35FC2-369B-408D-A22C-F2BE5814AC6E}" destId="{77B59BAD-C0C8-4D59-8D21-40F560EB6303}" srcOrd="5" destOrd="0" presId="urn:microsoft.com/office/officeart/2005/8/layout/process4"/>
    <dgm:cxn modelId="{6AC7B333-A7F8-4C13-9F05-32B8A5EE9440}" type="presParOf" srcId="{EDA35FC2-369B-408D-A22C-F2BE5814AC6E}" destId="{A7567B9A-FA77-4DF2-8005-1B2B8DB19A4F}" srcOrd="6" destOrd="0" presId="urn:microsoft.com/office/officeart/2005/8/layout/process4"/>
    <dgm:cxn modelId="{1D266878-7A39-4EC7-8928-8AA7558C4420}" type="presParOf" srcId="{EDA35FC2-369B-408D-A22C-F2BE5814AC6E}" destId="{971DAB35-E643-4829-B56B-AE5AD637E02E}" srcOrd="7" destOrd="0" presId="urn:microsoft.com/office/officeart/2005/8/layout/process4"/>
    <dgm:cxn modelId="{5DF771FD-BD81-4535-9FA2-F393F91FD86C}" type="presParOf" srcId="{0A2B100A-873D-4378-B06C-7D278D8A2DC0}" destId="{AB6447FE-2C99-4DD6-91C8-AF1E0063622E}" srcOrd="5" destOrd="0" presId="urn:microsoft.com/office/officeart/2005/8/layout/process4"/>
    <dgm:cxn modelId="{970429CD-A32A-4560-8D93-608D11BE1E35}" type="presParOf" srcId="{0A2B100A-873D-4378-B06C-7D278D8A2DC0}" destId="{68CD8177-A910-4F38-82E1-F0C0EDB0C420}" srcOrd="6" destOrd="0" presId="urn:microsoft.com/office/officeart/2005/8/layout/process4"/>
    <dgm:cxn modelId="{07229D74-D20F-4E4C-A9CD-B4BFDD7AAE7D}" type="presParOf" srcId="{68CD8177-A910-4F38-82E1-F0C0EDB0C420}" destId="{0CEFF55C-3BBA-4E0C-A33F-E4CFFD7D4B68}" srcOrd="0" destOrd="0" presId="urn:microsoft.com/office/officeart/2005/8/layout/process4"/>
    <dgm:cxn modelId="{B53ECEB6-7852-491C-A8FE-492D749766AE}" type="presParOf" srcId="{68CD8177-A910-4F38-82E1-F0C0EDB0C420}" destId="{DB8D5B08-E642-4C95-AEE2-2EE97279618E}" srcOrd="1" destOrd="0" presId="urn:microsoft.com/office/officeart/2005/8/layout/process4"/>
    <dgm:cxn modelId="{292FB065-08F8-45C8-8492-4F1DFB7E9B8E}" type="presParOf" srcId="{68CD8177-A910-4F38-82E1-F0C0EDB0C420}" destId="{C09C5BF8-AC0A-418E-B261-4CC0F0019A90}" srcOrd="2" destOrd="0" presId="urn:microsoft.com/office/officeart/2005/8/layout/process4"/>
    <dgm:cxn modelId="{C1903883-981F-4104-9360-82AE8CCF4C02}" type="presParOf" srcId="{C09C5BF8-AC0A-418E-B261-4CC0F0019A90}" destId="{FEEF8D0A-6785-46F7-A04F-DEA7192DB78B}" srcOrd="0" destOrd="0" presId="urn:microsoft.com/office/officeart/2005/8/layout/process4"/>
    <dgm:cxn modelId="{76DDCAA6-035F-4C7C-9A48-C576EC1EC5C1}" type="presParOf" srcId="{C09C5BF8-AC0A-418E-B261-4CC0F0019A90}" destId="{A7B24C85-3096-47D8-8DC1-1D2D3B2D9CB7}" srcOrd="1" destOrd="0" presId="urn:microsoft.com/office/officeart/2005/8/layout/process4"/>
    <dgm:cxn modelId="{4EEDFBC2-0C1A-4E18-B99D-7B7CCFBB4BF9}" type="presParOf" srcId="{0A2B100A-873D-4378-B06C-7D278D8A2DC0}" destId="{A47B2150-AB66-4391-AEB1-FE0DBD7BEB53}" srcOrd="7" destOrd="0" presId="urn:microsoft.com/office/officeart/2005/8/layout/process4"/>
    <dgm:cxn modelId="{56D49694-BA03-42BC-981F-99AE1763BDC6}" type="presParOf" srcId="{0A2B100A-873D-4378-B06C-7D278D8A2DC0}" destId="{EA55E29A-7091-401C-9A0C-39594222445D}" srcOrd="8" destOrd="0" presId="urn:microsoft.com/office/officeart/2005/8/layout/process4"/>
    <dgm:cxn modelId="{E852D86A-2A41-4891-A957-8B5566E73563}" type="presParOf" srcId="{EA55E29A-7091-401C-9A0C-39594222445D}" destId="{3DF89B0C-C280-49DB-91D6-BFC9CDC132DA}" srcOrd="0" destOrd="0" presId="urn:microsoft.com/office/officeart/2005/8/layout/process4"/>
    <dgm:cxn modelId="{55B09AFB-9E15-4116-863A-82DE16ACD37F}" type="presParOf" srcId="{EA55E29A-7091-401C-9A0C-39594222445D}" destId="{DE0371E9-CAE6-48FD-B047-BCC1719221B4}" srcOrd="1" destOrd="0" presId="urn:microsoft.com/office/officeart/2005/8/layout/process4"/>
    <dgm:cxn modelId="{1DF89ED3-6BEC-4C39-A2EE-034F084A669D}" type="presParOf" srcId="{EA55E29A-7091-401C-9A0C-39594222445D}" destId="{0F81C51D-58E9-4E6D-A524-2C8D3617B772}" srcOrd="2" destOrd="0" presId="urn:microsoft.com/office/officeart/2005/8/layout/process4"/>
    <dgm:cxn modelId="{BCAC5174-62F4-4826-B373-E51ABC74ABEF}" type="presParOf" srcId="{0F81C51D-58E9-4E6D-A524-2C8D3617B772}" destId="{A0FC7889-D654-43E6-83A5-E01BC73A0527}" srcOrd="0" destOrd="0" presId="urn:microsoft.com/office/officeart/2005/8/layout/process4"/>
    <dgm:cxn modelId="{2C1D1378-A413-4EF5-9EE5-560D8720DE42}" type="presParOf" srcId="{0F81C51D-58E9-4E6D-A524-2C8D3617B772}" destId="{06479DB7-2C16-4124-865E-00ABCEE5ACDC}" srcOrd="1" destOrd="0" presId="urn:microsoft.com/office/officeart/2005/8/layout/process4"/>
    <dgm:cxn modelId="{DF58C650-9442-48AE-93BC-DD08B4904DC4}" type="presParOf" srcId="{0F81C51D-58E9-4E6D-A524-2C8D3617B772}" destId="{14320433-9796-4777-BC67-0B323166DC2C}" srcOrd="2" destOrd="0" presId="urn:microsoft.com/office/officeart/2005/8/layout/process4"/>
    <dgm:cxn modelId="{EBD29E43-BF50-4E05-A615-41C02692B730}" type="presParOf" srcId="{0F81C51D-58E9-4E6D-A524-2C8D3617B772}" destId="{109BEEAF-629A-4A82-A2A0-4847FD261716}" srcOrd="3" destOrd="0" presId="urn:microsoft.com/office/officeart/2005/8/layout/process4"/>
    <dgm:cxn modelId="{616FD378-DFC5-4358-9B32-23FEE4850B8D}" type="presParOf" srcId="{0F81C51D-58E9-4E6D-A524-2C8D3617B772}" destId="{9C17246C-7A43-46BE-B9A9-026CA5F44B39}" srcOrd="4" destOrd="0" presId="urn:microsoft.com/office/officeart/2005/8/layout/process4"/>
    <dgm:cxn modelId="{A31438D5-87FA-4DF9-B643-6C6A5C2762E4}" type="presParOf" srcId="{0A2B100A-873D-4378-B06C-7D278D8A2DC0}" destId="{E65FF909-5C99-40F3-95A5-737B9BF2B0A9}" srcOrd="9" destOrd="0" presId="urn:microsoft.com/office/officeart/2005/8/layout/process4"/>
    <dgm:cxn modelId="{18C3F612-A157-4371-925E-699724F34BC0}" type="presParOf" srcId="{0A2B100A-873D-4378-B06C-7D278D8A2DC0}" destId="{58344C03-018C-4EB2-9EBE-FBACB7F2014A}" srcOrd="10" destOrd="0" presId="urn:microsoft.com/office/officeart/2005/8/layout/process4"/>
    <dgm:cxn modelId="{3CC53F2B-C124-40B8-92EF-490F5566BED0}" type="presParOf" srcId="{58344C03-018C-4EB2-9EBE-FBACB7F2014A}" destId="{1BB05907-8983-424E-8D36-085EEDFCFAFD}" srcOrd="0" destOrd="0" presId="urn:microsoft.com/office/officeart/2005/8/layout/process4"/>
    <dgm:cxn modelId="{DADB3A4E-7183-4439-8EB2-57F35DAE4AE5}" type="presParOf" srcId="{58344C03-018C-4EB2-9EBE-FBACB7F2014A}" destId="{027CF994-8182-447A-9A5E-01709396860B}" srcOrd="1" destOrd="0" presId="urn:microsoft.com/office/officeart/2005/8/layout/process4"/>
    <dgm:cxn modelId="{B68EAC37-036E-4A49-A8A2-F5343063F620}" type="presParOf" srcId="{58344C03-018C-4EB2-9EBE-FBACB7F2014A}" destId="{5C134447-E38E-44EC-A40E-E8146C37ADC2}" srcOrd="2" destOrd="0" presId="urn:microsoft.com/office/officeart/2005/8/layout/process4"/>
    <dgm:cxn modelId="{21C7D055-0398-4906-8527-B68C5398DCD8}" type="presParOf" srcId="{5C134447-E38E-44EC-A40E-E8146C37ADC2}" destId="{1B6D6FA3-24C3-4B01-B77A-EF0920B3D103}" srcOrd="0" destOrd="0" presId="urn:microsoft.com/office/officeart/2005/8/layout/process4"/>
    <dgm:cxn modelId="{9E9A81D2-36A7-410C-8591-9C902A9DEBCD}" type="presParOf" srcId="{5C134447-E38E-44EC-A40E-E8146C37ADC2}" destId="{520087BB-6474-48FA-BADE-554E1121AB89}" srcOrd="1" destOrd="0" presId="urn:microsoft.com/office/officeart/2005/8/layout/process4"/>
    <dgm:cxn modelId="{77A7892D-1517-46D3-B793-FB012BDB6191}" type="presParOf" srcId="{5C134447-E38E-44EC-A40E-E8146C37ADC2}" destId="{4F5DC906-8F73-4978-95C1-63026105B9EA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89AE5-B4AE-427C-883F-CDC7555B267C}">
      <dsp:nvSpPr>
        <dsp:cNvPr id="0" name=""/>
        <dsp:cNvSpPr/>
      </dsp:nvSpPr>
      <dsp:spPr>
        <a:xfrm>
          <a:off x="0" y="5508989"/>
          <a:ext cx="10034178" cy="723051"/>
        </a:xfrm>
        <a:prstGeom prst="rect">
          <a:avLst/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0 – Graphics API Library</a:t>
          </a:r>
        </a:p>
      </dsp:txBody>
      <dsp:txXfrm>
        <a:off x="0" y="5508989"/>
        <a:ext cx="10034178" cy="390448"/>
      </dsp:txXfrm>
    </dsp:sp>
    <dsp:sp modelId="{87B8423F-EB84-4385-A7AA-FDA780DA2D05}">
      <dsp:nvSpPr>
        <dsp:cNvPr id="0" name=""/>
        <dsp:cNvSpPr/>
      </dsp:nvSpPr>
      <dsp:spPr>
        <a:xfrm>
          <a:off x="1224" y="5884976"/>
          <a:ext cx="2006345" cy="332603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OpenGL</a:t>
          </a:r>
        </a:p>
      </dsp:txBody>
      <dsp:txXfrm>
        <a:off x="1224" y="5884976"/>
        <a:ext cx="2006345" cy="332603"/>
      </dsp:txXfrm>
    </dsp:sp>
    <dsp:sp modelId="{BCF876A1-F249-4061-AEE5-A0A544917571}">
      <dsp:nvSpPr>
        <dsp:cNvPr id="0" name=""/>
        <dsp:cNvSpPr/>
      </dsp:nvSpPr>
      <dsp:spPr>
        <a:xfrm>
          <a:off x="2007570" y="5884976"/>
          <a:ext cx="2006345" cy="332603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Vulkan</a:t>
          </a:r>
        </a:p>
      </dsp:txBody>
      <dsp:txXfrm>
        <a:off x="2007570" y="5884976"/>
        <a:ext cx="2006345" cy="332603"/>
      </dsp:txXfrm>
    </dsp:sp>
    <dsp:sp modelId="{4A6587E4-EFBC-437F-80A4-A8C00F77C95F}">
      <dsp:nvSpPr>
        <dsp:cNvPr id="0" name=""/>
        <dsp:cNvSpPr/>
      </dsp:nvSpPr>
      <dsp:spPr>
        <a:xfrm>
          <a:off x="4013916" y="5884976"/>
          <a:ext cx="2006345" cy="332603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Direct12</a:t>
          </a:r>
        </a:p>
      </dsp:txBody>
      <dsp:txXfrm>
        <a:off x="4013916" y="5884976"/>
        <a:ext cx="2006345" cy="332603"/>
      </dsp:txXfrm>
    </dsp:sp>
    <dsp:sp modelId="{008970AB-6F2E-4825-950C-F4F87AA6A8B1}">
      <dsp:nvSpPr>
        <dsp:cNvPr id="0" name=""/>
        <dsp:cNvSpPr/>
      </dsp:nvSpPr>
      <dsp:spPr>
        <a:xfrm>
          <a:off x="6020261" y="5884976"/>
          <a:ext cx="2006345" cy="332603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Metal</a:t>
          </a:r>
        </a:p>
      </dsp:txBody>
      <dsp:txXfrm>
        <a:off x="6020261" y="5884976"/>
        <a:ext cx="2006345" cy="332603"/>
      </dsp:txXfrm>
    </dsp:sp>
    <dsp:sp modelId="{12F34D91-11D0-48C2-BA6B-B470E775917D}">
      <dsp:nvSpPr>
        <dsp:cNvPr id="0" name=""/>
        <dsp:cNvSpPr/>
      </dsp:nvSpPr>
      <dsp:spPr>
        <a:xfrm>
          <a:off x="8026607" y="5884976"/>
          <a:ext cx="2006345" cy="332603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Consoles API</a:t>
          </a:r>
        </a:p>
      </dsp:txBody>
      <dsp:txXfrm>
        <a:off x="8026607" y="5884976"/>
        <a:ext cx="2006345" cy="332603"/>
      </dsp:txXfrm>
    </dsp:sp>
    <dsp:sp modelId="{1ADEB702-401C-4386-90EE-7702485DB93F}">
      <dsp:nvSpPr>
        <dsp:cNvPr id="0" name=""/>
        <dsp:cNvSpPr/>
      </dsp:nvSpPr>
      <dsp:spPr>
        <a:xfrm rot="10800000">
          <a:off x="0" y="4407781"/>
          <a:ext cx="10034178" cy="1112053"/>
        </a:xfrm>
        <a:prstGeom prst="upArrowCallout">
          <a:avLst/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1 – GAPI</a:t>
          </a:r>
        </a:p>
      </dsp:txBody>
      <dsp:txXfrm rot="-10800000">
        <a:off x="0" y="4407781"/>
        <a:ext cx="10034178" cy="390330"/>
      </dsp:txXfrm>
    </dsp:sp>
    <dsp:sp modelId="{C2CDED37-9DF3-42C4-8DC1-74C1BDD970F9}">
      <dsp:nvSpPr>
        <dsp:cNvPr id="0" name=""/>
        <dsp:cNvSpPr/>
      </dsp:nvSpPr>
      <dsp:spPr>
        <a:xfrm>
          <a:off x="1224" y="4798112"/>
          <a:ext cx="2006345" cy="33250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Context</a:t>
          </a:r>
        </a:p>
      </dsp:txBody>
      <dsp:txXfrm>
        <a:off x="1224" y="4798112"/>
        <a:ext cx="2006345" cy="332504"/>
      </dsp:txXfrm>
    </dsp:sp>
    <dsp:sp modelId="{2528012E-0E4A-465E-8142-992517B5BAF6}">
      <dsp:nvSpPr>
        <dsp:cNvPr id="0" name=""/>
        <dsp:cNvSpPr/>
      </dsp:nvSpPr>
      <dsp:spPr>
        <a:xfrm>
          <a:off x="2007570" y="4798112"/>
          <a:ext cx="2006345" cy="33250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Data</a:t>
          </a:r>
        </a:p>
      </dsp:txBody>
      <dsp:txXfrm>
        <a:off x="2007570" y="4798112"/>
        <a:ext cx="2006345" cy="332504"/>
      </dsp:txXfrm>
    </dsp:sp>
    <dsp:sp modelId="{E6C8ED0A-87EE-4F77-8769-2AEBFF4FAC27}">
      <dsp:nvSpPr>
        <dsp:cNvPr id="0" name=""/>
        <dsp:cNvSpPr/>
      </dsp:nvSpPr>
      <dsp:spPr>
        <a:xfrm>
          <a:off x="4013916" y="4798112"/>
          <a:ext cx="2006345" cy="33250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 noProof="0" dirty="0"/>
            <a:t>Resource</a:t>
          </a:r>
          <a:endParaRPr lang="en-US" sz="1400" kern="1200" noProof="0" dirty="0"/>
        </a:p>
      </dsp:txBody>
      <dsp:txXfrm>
        <a:off x="4013916" y="4798112"/>
        <a:ext cx="2006345" cy="332504"/>
      </dsp:txXfrm>
    </dsp:sp>
    <dsp:sp modelId="{91ACEBA4-CA3B-4797-9CBA-E327C7C0DA5E}">
      <dsp:nvSpPr>
        <dsp:cNvPr id="0" name=""/>
        <dsp:cNvSpPr/>
      </dsp:nvSpPr>
      <dsp:spPr>
        <a:xfrm>
          <a:off x="6020261" y="4798112"/>
          <a:ext cx="2006345" cy="33250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Stream</a:t>
          </a:r>
        </a:p>
      </dsp:txBody>
      <dsp:txXfrm>
        <a:off x="6020261" y="4798112"/>
        <a:ext cx="2006345" cy="332504"/>
      </dsp:txXfrm>
    </dsp:sp>
    <dsp:sp modelId="{E683D2D8-90F6-4B14-9B28-E562704B6548}">
      <dsp:nvSpPr>
        <dsp:cNvPr id="0" name=""/>
        <dsp:cNvSpPr/>
      </dsp:nvSpPr>
      <dsp:spPr>
        <a:xfrm>
          <a:off x="8026607" y="4798112"/>
          <a:ext cx="2006345" cy="33250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/>
            <a:t>Pipeline</a:t>
          </a:r>
          <a:endParaRPr lang="en-US" sz="1400" kern="1200" noProof="0" dirty="0"/>
        </a:p>
      </dsp:txBody>
      <dsp:txXfrm>
        <a:off x="8026607" y="4798112"/>
        <a:ext cx="2006345" cy="332504"/>
      </dsp:txXfrm>
    </dsp:sp>
    <dsp:sp modelId="{BD4D7166-D5DB-4159-863B-CEDD4EB41D67}">
      <dsp:nvSpPr>
        <dsp:cNvPr id="0" name=""/>
        <dsp:cNvSpPr/>
      </dsp:nvSpPr>
      <dsp:spPr>
        <a:xfrm rot="10800000">
          <a:off x="0" y="3306573"/>
          <a:ext cx="10034178" cy="1112053"/>
        </a:xfrm>
        <a:prstGeom prst="upArrowCallout">
          <a:avLst/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2 – Representation Layer</a:t>
          </a:r>
        </a:p>
      </dsp:txBody>
      <dsp:txXfrm rot="-10800000">
        <a:off x="0" y="3306573"/>
        <a:ext cx="10034178" cy="390330"/>
      </dsp:txXfrm>
    </dsp:sp>
    <dsp:sp modelId="{810B6C48-6AD1-4DAB-9353-55FF17F6E573}">
      <dsp:nvSpPr>
        <dsp:cNvPr id="0" name=""/>
        <dsp:cNvSpPr/>
      </dsp:nvSpPr>
      <dsp:spPr>
        <a:xfrm>
          <a:off x="0" y="3696904"/>
          <a:ext cx="1254272" cy="33250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Camera</a:t>
          </a:r>
        </a:p>
      </dsp:txBody>
      <dsp:txXfrm>
        <a:off x="0" y="3696904"/>
        <a:ext cx="1254272" cy="332504"/>
      </dsp:txXfrm>
    </dsp:sp>
    <dsp:sp modelId="{685D582B-5E54-4C08-88CE-8AB5063FF851}">
      <dsp:nvSpPr>
        <dsp:cNvPr id="0" name=""/>
        <dsp:cNvSpPr/>
      </dsp:nvSpPr>
      <dsp:spPr>
        <a:xfrm>
          <a:off x="1254272" y="3696904"/>
          <a:ext cx="1254272" cy="33250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Lights</a:t>
          </a:r>
        </a:p>
      </dsp:txBody>
      <dsp:txXfrm>
        <a:off x="1254272" y="3696904"/>
        <a:ext cx="1254272" cy="332504"/>
      </dsp:txXfrm>
    </dsp:sp>
    <dsp:sp modelId="{EC0173F4-635F-4FBF-943D-A1AF7D6CB1B3}">
      <dsp:nvSpPr>
        <dsp:cNvPr id="0" name=""/>
        <dsp:cNvSpPr/>
      </dsp:nvSpPr>
      <dsp:spPr>
        <a:xfrm>
          <a:off x="2508544" y="3696904"/>
          <a:ext cx="1254272" cy="33250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Texture</a:t>
          </a:r>
        </a:p>
      </dsp:txBody>
      <dsp:txXfrm>
        <a:off x="2508544" y="3696904"/>
        <a:ext cx="1254272" cy="332504"/>
      </dsp:txXfrm>
    </dsp:sp>
    <dsp:sp modelId="{D8884569-7BA7-4285-8DCD-51F5C4966D08}">
      <dsp:nvSpPr>
        <dsp:cNvPr id="0" name=""/>
        <dsp:cNvSpPr/>
      </dsp:nvSpPr>
      <dsp:spPr>
        <a:xfrm>
          <a:off x="3762816" y="3696904"/>
          <a:ext cx="1254272" cy="33250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ShadingModel</a:t>
          </a:r>
        </a:p>
      </dsp:txBody>
      <dsp:txXfrm>
        <a:off x="3762816" y="3696904"/>
        <a:ext cx="1254272" cy="332504"/>
      </dsp:txXfrm>
    </dsp:sp>
    <dsp:sp modelId="{CC76A4AF-92D7-4FF3-853C-E09CC102B33E}">
      <dsp:nvSpPr>
        <dsp:cNvPr id="0" name=""/>
        <dsp:cNvSpPr/>
      </dsp:nvSpPr>
      <dsp:spPr>
        <a:xfrm>
          <a:off x="5017089" y="3696904"/>
          <a:ext cx="1254272" cy="33250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Material</a:t>
          </a:r>
        </a:p>
      </dsp:txBody>
      <dsp:txXfrm>
        <a:off x="5017089" y="3696904"/>
        <a:ext cx="1254272" cy="332504"/>
      </dsp:txXfrm>
    </dsp:sp>
    <dsp:sp modelId="{77B59BAD-C0C8-4D59-8D21-40F560EB6303}">
      <dsp:nvSpPr>
        <dsp:cNvPr id="0" name=""/>
        <dsp:cNvSpPr/>
      </dsp:nvSpPr>
      <dsp:spPr>
        <a:xfrm>
          <a:off x="6271361" y="3696904"/>
          <a:ext cx="1254272" cy="33250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Mesh</a:t>
          </a:r>
        </a:p>
      </dsp:txBody>
      <dsp:txXfrm>
        <a:off x="6271361" y="3696904"/>
        <a:ext cx="1254272" cy="332504"/>
      </dsp:txXfrm>
    </dsp:sp>
    <dsp:sp modelId="{A7567B9A-FA77-4DF2-8005-1B2B8DB19A4F}">
      <dsp:nvSpPr>
        <dsp:cNvPr id="0" name=""/>
        <dsp:cNvSpPr/>
      </dsp:nvSpPr>
      <dsp:spPr>
        <a:xfrm>
          <a:off x="7525633" y="3696904"/>
          <a:ext cx="1254272" cy="33250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/>
            <a:t>RenderMesh</a:t>
          </a:r>
          <a:endParaRPr lang="en-US" sz="1400" kern="1200" noProof="0" dirty="0"/>
        </a:p>
      </dsp:txBody>
      <dsp:txXfrm>
        <a:off x="7525633" y="3696904"/>
        <a:ext cx="1254272" cy="332504"/>
      </dsp:txXfrm>
    </dsp:sp>
    <dsp:sp modelId="{971DAB35-E643-4829-B56B-AE5AD637E02E}">
      <dsp:nvSpPr>
        <dsp:cNvPr id="0" name=""/>
        <dsp:cNvSpPr/>
      </dsp:nvSpPr>
      <dsp:spPr>
        <a:xfrm>
          <a:off x="8779905" y="3696904"/>
          <a:ext cx="1254272" cy="33250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/>
            <a:t>Model</a:t>
          </a:r>
          <a:endParaRPr lang="en-US" sz="1400" kern="1200" noProof="0" dirty="0"/>
        </a:p>
      </dsp:txBody>
      <dsp:txXfrm>
        <a:off x="8779905" y="3696904"/>
        <a:ext cx="1254272" cy="332504"/>
      </dsp:txXfrm>
    </dsp:sp>
    <dsp:sp modelId="{DB8D5B08-E642-4C95-AEE2-2EE97279618E}">
      <dsp:nvSpPr>
        <dsp:cNvPr id="0" name=""/>
        <dsp:cNvSpPr/>
      </dsp:nvSpPr>
      <dsp:spPr>
        <a:xfrm rot="10800000">
          <a:off x="0" y="2205365"/>
          <a:ext cx="10034178" cy="1112053"/>
        </a:xfrm>
        <a:prstGeom prst="upArrowCallout">
          <a:avLst/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3 – Allocation Layer</a:t>
          </a:r>
        </a:p>
      </dsp:txBody>
      <dsp:txXfrm rot="-10800000">
        <a:off x="0" y="2205365"/>
        <a:ext cx="10034178" cy="390330"/>
      </dsp:txXfrm>
    </dsp:sp>
    <dsp:sp modelId="{FEEF8D0A-6785-46F7-A04F-DEA7192DB78B}">
      <dsp:nvSpPr>
        <dsp:cNvPr id="0" name=""/>
        <dsp:cNvSpPr/>
      </dsp:nvSpPr>
      <dsp:spPr>
        <a:xfrm>
          <a:off x="0" y="2595696"/>
          <a:ext cx="5017089" cy="33250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/>
            <a:t>DataAssetAllocator</a:t>
          </a:r>
          <a:endParaRPr lang="en-US" sz="1400" kern="1200" noProof="0" dirty="0"/>
        </a:p>
      </dsp:txBody>
      <dsp:txXfrm>
        <a:off x="0" y="2595696"/>
        <a:ext cx="5017089" cy="332504"/>
      </dsp:txXfrm>
    </dsp:sp>
    <dsp:sp modelId="{A7B24C85-3096-47D8-8DC1-1D2D3B2D9CB7}">
      <dsp:nvSpPr>
        <dsp:cNvPr id="0" name=""/>
        <dsp:cNvSpPr/>
      </dsp:nvSpPr>
      <dsp:spPr>
        <a:xfrm>
          <a:off x="5017089" y="2595696"/>
          <a:ext cx="5017089" cy="33250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TextureAllocator</a:t>
          </a:r>
        </a:p>
      </dsp:txBody>
      <dsp:txXfrm>
        <a:off x="5017089" y="2595696"/>
        <a:ext cx="5017089" cy="332504"/>
      </dsp:txXfrm>
    </dsp:sp>
    <dsp:sp modelId="{DE0371E9-CAE6-48FD-B047-BCC1719221B4}">
      <dsp:nvSpPr>
        <dsp:cNvPr id="0" name=""/>
        <dsp:cNvSpPr/>
      </dsp:nvSpPr>
      <dsp:spPr>
        <a:xfrm rot="10800000">
          <a:off x="0" y="1104157"/>
          <a:ext cx="10034178" cy="1112053"/>
        </a:xfrm>
        <a:prstGeom prst="upArrowCallou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4 – Render Layer</a:t>
          </a:r>
        </a:p>
      </dsp:txBody>
      <dsp:txXfrm rot="-10800000">
        <a:off x="0" y="1104157"/>
        <a:ext cx="10034178" cy="390330"/>
      </dsp:txXfrm>
    </dsp:sp>
    <dsp:sp modelId="{A0FC7889-D654-43E6-83A5-E01BC73A0527}">
      <dsp:nvSpPr>
        <dsp:cNvPr id="0" name=""/>
        <dsp:cNvSpPr/>
      </dsp:nvSpPr>
      <dsp:spPr>
        <a:xfrm>
          <a:off x="1224" y="1494488"/>
          <a:ext cx="2006345" cy="33250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2D Renderer</a:t>
          </a:r>
        </a:p>
      </dsp:txBody>
      <dsp:txXfrm>
        <a:off x="1224" y="1494488"/>
        <a:ext cx="2006345" cy="332504"/>
      </dsp:txXfrm>
    </dsp:sp>
    <dsp:sp modelId="{06479DB7-2C16-4124-865E-00ABCEE5ACDC}">
      <dsp:nvSpPr>
        <dsp:cNvPr id="0" name=""/>
        <dsp:cNvSpPr/>
      </dsp:nvSpPr>
      <dsp:spPr>
        <a:xfrm>
          <a:off x="2007570" y="1494488"/>
          <a:ext cx="2006345" cy="33250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Geometry Renderer</a:t>
          </a:r>
        </a:p>
      </dsp:txBody>
      <dsp:txXfrm>
        <a:off x="2007570" y="1494488"/>
        <a:ext cx="2006345" cy="332504"/>
      </dsp:txXfrm>
    </dsp:sp>
    <dsp:sp modelId="{14320433-9796-4777-BC67-0B323166DC2C}">
      <dsp:nvSpPr>
        <dsp:cNvPr id="0" name=""/>
        <dsp:cNvSpPr/>
      </dsp:nvSpPr>
      <dsp:spPr>
        <a:xfrm>
          <a:off x="4013916" y="1494488"/>
          <a:ext cx="2006345" cy="33250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Deferred Renderer</a:t>
          </a:r>
        </a:p>
      </dsp:txBody>
      <dsp:txXfrm>
        <a:off x="4013916" y="1494488"/>
        <a:ext cx="2006345" cy="332504"/>
      </dsp:txXfrm>
    </dsp:sp>
    <dsp:sp modelId="{109BEEAF-629A-4A82-A2A0-4847FD261716}">
      <dsp:nvSpPr>
        <dsp:cNvPr id="0" name=""/>
        <dsp:cNvSpPr/>
      </dsp:nvSpPr>
      <dsp:spPr>
        <a:xfrm>
          <a:off x="6020261" y="1494488"/>
          <a:ext cx="2006345" cy="33250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Forward Renderer</a:t>
          </a:r>
        </a:p>
      </dsp:txBody>
      <dsp:txXfrm>
        <a:off x="6020261" y="1494488"/>
        <a:ext cx="2006345" cy="332504"/>
      </dsp:txXfrm>
    </dsp:sp>
    <dsp:sp modelId="{9C17246C-7A43-46BE-B9A9-026CA5F44B39}">
      <dsp:nvSpPr>
        <dsp:cNvPr id="0" name=""/>
        <dsp:cNvSpPr/>
      </dsp:nvSpPr>
      <dsp:spPr>
        <a:xfrm>
          <a:off x="8026607" y="1494488"/>
          <a:ext cx="2006345" cy="33250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VFX Renderer</a:t>
          </a:r>
        </a:p>
      </dsp:txBody>
      <dsp:txXfrm>
        <a:off x="8026607" y="1494488"/>
        <a:ext cx="2006345" cy="332504"/>
      </dsp:txXfrm>
    </dsp:sp>
    <dsp:sp modelId="{027CF994-8182-447A-9A5E-01709396860B}">
      <dsp:nvSpPr>
        <dsp:cNvPr id="0" name=""/>
        <dsp:cNvSpPr/>
      </dsp:nvSpPr>
      <dsp:spPr>
        <a:xfrm rot="10800000">
          <a:off x="0" y="2949"/>
          <a:ext cx="10034178" cy="1112053"/>
        </a:xfrm>
        <a:prstGeom prst="upArrowCallou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5 – Integration Layer</a:t>
          </a:r>
        </a:p>
      </dsp:txBody>
      <dsp:txXfrm rot="-10800000">
        <a:off x="0" y="2949"/>
        <a:ext cx="10034178" cy="390330"/>
      </dsp:txXfrm>
    </dsp:sp>
    <dsp:sp modelId="{1B6D6FA3-24C3-4B01-B77A-EF0920B3D103}">
      <dsp:nvSpPr>
        <dsp:cNvPr id="0" name=""/>
        <dsp:cNvSpPr/>
      </dsp:nvSpPr>
      <dsp:spPr>
        <a:xfrm>
          <a:off x="4899" y="393280"/>
          <a:ext cx="3341459" cy="33250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Render Director</a:t>
          </a:r>
        </a:p>
      </dsp:txBody>
      <dsp:txXfrm>
        <a:off x="4899" y="393280"/>
        <a:ext cx="3341459" cy="332504"/>
      </dsp:txXfrm>
    </dsp:sp>
    <dsp:sp modelId="{520087BB-6474-48FA-BADE-554E1121AB89}">
      <dsp:nvSpPr>
        <dsp:cNvPr id="0" name=""/>
        <dsp:cNvSpPr/>
      </dsp:nvSpPr>
      <dsp:spPr>
        <a:xfrm>
          <a:off x="3346359" y="393280"/>
          <a:ext cx="3341459" cy="33250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Scene Renderer</a:t>
          </a:r>
        </a:p>
      </dsp:txBody>
      <dsp:txXfrm>
        <a:off x="3346359" y="393280"/>
        <a:ext cx="3341459" cy="332504"/>
      </dsp:txXfrm>
    </dsp:sp>
    <dsp:sp modelId="{4F5DC906-8F73-4978-95C1-63026105B9EA}">
      <dsp:nvSpPr>
        <dsp:cNvPr id="0" name=""/>
        <dsp:cNvSpPr/>
      </dsp:nvSpPr>
      <dsp:spPr>
        <a:xfrm>
          <a:off x="6687818" y="393280"/>
          <a:ext cx="3341459" cy="33250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UI Renderer</a:t>
          </a:r>
        </a:p>
      </dsp:txBody>
      <dsp:txXfrm>
        <a:off x="6687818" y="393280"/>
        <a:ext cx="3341459" cy="332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ACDCB5-FFA0-8DF9-2604-F461B9488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0812F54-0B24-40C6-5E7D-4BD2B0C62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01640A5-1D18-C650-D8D2-F650BB28E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C430-E1D8-403E-B8DC-FA88E62CE512}" type="datetimeFigureOut">
              <a:rPr lang="pl-PL" smtClean="0"/>
              <a:t>11.10.2026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626104E-3045-7064-98EC-F3F510DC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780AD97-E35B-FE7A-B54F-2B101342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B447-EA28-455C-918A-ACA65669C4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5092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0C1130-4E4F-152D-1522-794FB81A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AE79004-9096-6FCD-34E4-7CAD3557B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D65596E-85BF-CA6A-BED7-25ED618F1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C430-E1D8-403E-B8DC-FA88E62CE512}" type="datetimeFigureOut">
              <a:rPr lang="pl-PL" smtClean="0"/>
              <a:t>11.10.2026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00712EE-5553-C20F-2005-896D679DB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871F2C-9DF7-80DD-1603-CFBEF706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B447-EA28-455C-918A-ACA65669C4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9161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C24136D-1286-DF38-5565-9E15A1C69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3CF4317-FCC0-C96E-5458-B600F390F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C12F92C-F6C9-BC6D-6E7B-0DB501200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C430-E1D8-403E-B8DC-FA88E62CE512}" type="datetimeFigureOut">
              <a:rPr lang="pl-PL" smtClean="0"/>
              <a:t>11.10.2026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B45CDF8-9777-B55D-F08E-C776CC23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8259142-DC26-2C9E-3835-DA001C5D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B447-EA28-455C-918A-ACA65669C4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205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9E6D63-1299-52F6-5B09-DC6C22461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C3EBA68-E1D0-CF40-0D30-FA8EE8D85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B65E6A0-3890-121B-F377-B8A2B7314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F64F231-C307-3452-9C23-611D8486B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C430-E1D8-403E-B8DC-FA88E62CE512}" type="datetimeFigureOut">
              <a:rPr lang="pl-PL" smtClean="0"/>
              <a:t>11.10.2026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80B3070-E10F-B8D0-BDA3-B7B6E132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1DD0DF9-D8BB-81CE-D16F-5DC2C115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B447-EA28-455C-918A-ACA65669C4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618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E7E54C-7B9F-FA40-E280-1ACB0D97C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EC276-2D38-5281-FDA2-28971C1CA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21578C4-ED61-F73B-2266-B86846F87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CFA8E7B7-2AED-C625-ABFA-EC3C4C202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4218E689-80B2-25C6-5FBE-358A28400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326C624-A4CD-8B3E-6E71-820D4A47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C430-E1D8-403E-B8DC-FA88E62CE512}" type="datetimeFigureOut">
              <a:rPr lang="pl-PL" smtClean="0"/>
              <a:t>11.10.2026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02E75A4D-3A19-4C7E-EC2F-A20BABDCD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F7D0ED07-DAD0-5095-D24D-838DCF75C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B447-EA28-455C-918A-ACA65669C4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329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821822-FBDC-3B1E-B384-03ED14FB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AC4A524-F82A-B769-3D65-C3DB0E9E1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C430-E1D8-403E-B8DC-FA88E62CE512}" type="datetimeFigureOut">
              <a:rPr lang="pl-PL" smtClean="0"/>
              <a:t>11.10.2026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DFD381B-521B-7089-9180-8E5126BA2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4C7905B-373E-CF05-0AF9-C8FC62DB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B447-EA28-455C-918A-ACA65669C4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662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8CFC161-2933-FFF0-6377-D7D8DFB8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C430-E1D8-403E-B8DC-FA88E62CE512}" type="datetimeFigureOut">
              <a:rPr lang="pl-PL" smtClean="0"/>
              <a:t>11.10.2026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446EFCF-0490-608F-C80C-2B7D3534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14D355B-A06B-EBAB-D76E-D1DD10EA8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B447-EA28-455C-918A-ACA65669C4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0286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D4FBF21-62EF-D821-E5AC-EFF793B30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B50C729-1827-7BE3-ADF3-868BB1763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630F258-F778-D416-9F27-B8AD81F7E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591F722-064E-8EAC-3F02-2A78D779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C430-E1D8-403E-B8DC-FA88E62CE512}" type="datetimeFigureOut">
              <a:rPr lang="pl-PL" smtClean="0"/>
              <a:t>11.10.2026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F847F4E-C4E3-586C-B21A-122BB6DB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3CF6BE9-678F-7691-5470-1C7B4922C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B447-EA28-455C-918A-ACA65669C4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464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E8978F-BC21-5494-4922-3F64FF8D8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0010A66-C154-5430-E5BB-D1471688D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E826B55-51A9-ED4B-C080-487A11EC7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79A87D0-246F-F364-CC85-9983F9CF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C430-E1D8-403E-B8DC-FA88E62CE512}" type="datetimeFigureOut">
              <a:rPr lang="pl-PL" smtClean="0"/>
              <a:t>11.10.2026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4B67091-4986-AC7D-9F6E-A882B769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0209CA8-E935-0119-2C04-A89C0498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B447-EA28-455C-918A-ACA65669C4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1314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E7C624-C8B4-80FF-D00F-29AD5C804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B6329A8-88EB-6250-9A08-2DE348DD8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FF346A8-0B52-A119-5BA4-4FC9D0D3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C430-E1D8-403E-B8DC-FA88E62CE512}" type="datetimeFigureOut">
              <a:rPr lang="pl-PL" smtClean="0"/>
              <a:t>11.10.2026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1058C2E-EFB9-C70A-E67F-A3B1D65A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F92E2FE-267B-5C2E-39B7-9FEDF112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B447-EA28-455C-918A-ACA65669C4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8291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7D56A7C-B823-156D-A433-371189E75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CFBBF36-3D22-C6FC-ADBB-DC7D468AB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6D64B91-2250-3B4F-518B-B4E316E0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9C430-E1D8-403E-B8DC-FA88E62CE512}" type="datetimeFigureOut">
              <a:rPr lang="pl-PL" smtClean="0"/>
              <a:t>11.10.2026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46B50B3-25EA-3799-B286-092639B6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DFB7C5-9F18-AFAB-E6B9-C103DA5A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B447-EA28-455C-918A-ACA65669C4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60777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107B39D-3A43-4A04-4934-A20BDFF76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D86EC28-87C8-81B7-E628-7C2D19357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6EE80F0-54FD-EB9D-85FB-D5BC35432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9C430-E1D8-403E-B8DC-FA88E62CE512}" type="datetimeFigureOut">
              <a:rPr lang="pl-PL" smtClean="0"/>
              <a:t>11.10.2026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383C51B-19BC-EC1A-69C8-AE783287F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36B4EB-0B83-6C39-E68D-D92DC4149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3B447-EA28-455C-918A-ACA65669C4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4518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ea.com/seed/news/seed-dd18-presentation-slides-raytrac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rostokąt: zaokrąglone rogi 48">
            <a:extLst>
              <a:ext uri="{FF2B5EF4-FFF2-40B4-BE49-F238E27FC236}">
                <a16:creationId xmlns:a16="http://schemas.microsoft.com/office/drawing/2014/main" id="{AFFA8836-B587-ECDC-FDB9-0A1A72903C32}"/>
              </a:ext>
            </a:extLst>
          </p:cNvPr>
          <p:cNvSpPr/>
          <p:nvPr/>
        </p:nvSpPr>
        <p:spPr>
          <a:xfrm>
            <a:off x="2930925" y="2077081"/>
            <a:ext cx="6330150" cy="2703838"/>
          </a:xfrm>
          <a:prstGeom prst="roundRect">
            <a:avLst>
              <a:gd name="adj" fmla="val 9724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Planned </a:t>
            </a:r>
            <a:r>
              <a:rPr lang="pl-PL" sz="3200" b="1" dirty="0">
                <a:solidFill>
                  <a:schemeClr val="tx1"/>
                </a:solidFill>
              </a:rPr>
              <a:t>Rendering Architecture</a:t>
            </a:r>
          </a:p>
          <a:p>
            <a:pPr algn="ctr"/>
            <a:r>
              <a:rPr lang="en-US" sz="3200" b="1" dirty="0">
                <a:solidFill>
                  <a:schemeClr val="tx1"/>
                </a:solidFill>
              </a:rPr>
              <a:t>of Fools Engine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443A3A9-BD8C-B789-7BDD-19C256E4ECA4}"/>
              </a:ext>
            </a:extLst>
          </p:cNvPr>
          <p:cNvSpPr/>
          <p:nvPr/>
        </p:nvSpPr>
        <p:spPr>
          <a:xfrm>
            <a:off x="6891306" y="4638612"/>
            <a:ext cx="2113415" cy="442061"/>
          </a:xfrm>
          <a:prstGeom prst="roundRect">
            <a:avLst>
              <a:gd name="adj" fmla="val 33105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 in progress</a:t>
            </a:r>
          </a:p>
        </p:txBody>
      </p:sp>
    </p:spTree>
    <p:extLst>
      <p:ext uri="{BB962C8B-B14F-4D97-AF65-F5344CB8AC3E}">
        <p14:creationId xmlns:p14="http://schemas.microsoft.com/office/powerpoint/2010/main" val="2969408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59338-5ABE-399A-F283-ED7129069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5FF003B-27B4-5793-606A-AE43BC5681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3302687"/>
              </p:ext>
            </p:extLst>
          </p:nvPr>
        </p:nvGraphicFramePr>
        <p:xfrm>
          <a:off x="1047626" y="284614"/>
          <a:ext cx="10034178" cy="6234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345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91E86B-1088-6125-D6A6-663EA79175C5}"/>
                  </a:ext>
                </a:extLst>
              </p:cNvPr>
              <p:cNvSpPr txBox="1"/>
              <p:nvPr/>
            </p:nvSpPr>
            <p:spPr>
              <a:xfrm>
                <a:off x="668215" y="1231381"/>
                <a:ext cx="4353950" cy="3737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200" i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sz="1200" i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𝐷𝐹𝐺</m:t>
                                  </m:r>
                                </m:num>
                                <m:den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  <m: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𝐷𝐹𝐺</m:t>
                                  </m:r>
                                </m:num>
                                <m:den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  <m: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den>
                              </m:f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f>
                                <m:f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𝐷𝐹𝐺</m:t>
                                  </m:r>
                                </m:num>
                                <m:den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2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  <m: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den>
                              </m:f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𝐷𝐹𝐺</m:t>
                              </m:r>
                            </m:num>
                            <m:den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1200" i="1" dirty="0">
                  <a:latin typeface="Cambria Math" panose="02040503050406030204" pitchFamily="18" charset="0"/>
                </a:endParaRPr>
              </a:p>
              <a:p>
                <a:pPr/>
                <a:br>
                  <a:rPr lang="en-US" sz="12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𝐷𝐹𝐺</m:t>
                              </m:r>
                            </m:num>
                            <m:den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1200" i="1" dirty="0">
                  <a:latin typeface="Cambria Math" panose="02040503050406030204" pitchFamily="18" charset="0"/>
                </a:endParaRPr>
              </a:p>
              <a:p>
                <a:pPr/>
                <a:br>
                  <a:rPr lang="en-US" sz="12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91E86B-1088-6125-D6A6-663EA7917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15" y="1231381"/>
                <a:ext cx="4353950" cy="3737177"/>
              </a:xfrm>
              <a:prstGeom prst="rect">
                <a:avLst/>
              </a:prstGeom>
              <a:blipFill>
                <a:blip r:embed="rId2"/>
                <a:stretch>
                  <a:fillRect l="-9384" t="-14356" b="-1647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50F1EB5-FC4A-31B5-A238-6352AEFCAB09}"/>
              </a:ext>
            </a:extLst>
          </p:cNvPr>
          <p:cNvSpPr txBox="1"/>
          <p:nvPr/>
        </p:nvSpPr>
        <p:spPr>
          <a:xfrm>
            <a:off x="668215" y="358725"/>
            <a:ext cx="8578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Redeferred</a:t>
            </a:r>
            <a:r>
              <a:rPr lang="en-US" dirty="0"/>
              <a:t> rendering – Experimental concept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80D278-A6F8-EFEB-1BBA-DB3684144AD8}"/>
              </a:ext>
            </a:extLst>
          </p:cNvPr>
          <p:cNvSpPr txBox="1"/>
          <p:nvPr/>
        </p:nvSpPr>
        <p:spPr>
          <a:xfrm>
            <a:off x="668215" y="815882"/>
            <a:ext cx="615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Let’s split diffused and specular contributions of the reflectance part of the rendering equation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CF65EB-1EBC-955D-E199-D0F801876199}"/>
              </a:ext>
            </a:extLst>
          </p:cNvPr>
          <p:cNvSpPr txBox="1"/>
          <p:nvPr/>
        </p:nvSpPr>
        <p:spPr>
          <a:xfrm>
            <a:off x="841240" y="3474551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3999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1CF65EB-1EBC-955D-E199-D0F801876199}"/>
                  </a:ext>
                </a:extLst>
              </p:cNvPr>
              <p:cNvSpPr txBox="1"/>
              <p:nvPr/>
            </p:nvSpPr>
            <p:spPr>
              <a:xfrm>
                <a:off x="601891" y="1187372"/>
                <a:ext cx="4606690" cy="46754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20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sz="120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f>
                        <m:f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f>
                        <m:f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f>
                        <m:f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f>
                        <m:f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l-PL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2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f>
                        <m:f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pl-PL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f>
                        <m:f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12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l-PL" sz="1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20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pl-PL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f>
                        <m:f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1CF65EB-1EBC-955D-E199-D0F801876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91" y="1187372"/>
                <a:ext cx="4606690" cy="4675447"/>
              </a:xfrm>
              <a:prstGeom prst="rect">
                <a:avLst/>
              </a:prstGeom>
              <a:blipFill>
                <a:blip r:embed="rId2"/>
                <a:stretch>
                  <a:fillRect l="-8344" t="-16428" b="-14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7CCD9E-8F0D-07DF-A50E-708DB962A343}"/>
                  </a:ext>
                </a:extLst>
              </p:cNvPr>
              <p:cNvSpPr txBox="1"/>
              <p:nvPr/>
            </p:nvSpPr>
            <p:spPr>
              <a:xfrm>
                <a:off x="8592938" y="708972"/>
                <a:ext cx="3045618" cy="956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Fresnel-</a:t>
                </a:r>
                <a:r>
                  <a:rPr lang="en-US" sz="1200" dirty="0" err="1"/>
                  <a:t>Schlick</a:t>
                </a:r>
                <a:r>
                  <a:rPr lang="en-US" sz="1200" b="0" i="0" dirty="0">
                    <a:solidFill>
                      <a:srgbClr val="111111"/>
                    </a:solidFill>
                    <a:effectLst/>
                    <a:latin typeface="Gudea"/>
                  </a:rPr>
                  <a:t> approximation:</a:t>
                </a:r>
                <a:endParaRPr lang="en-US" sz="12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l-PL" sz="1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7CCD9E-8F0D-07DF-A50E-708DB962A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938" y="708972"/>
                <a:ext cx="3045618" cy="956800"/>
              </a:xfrm>
              <a:prstGeom prst="rect">
                <a:avLst/>
              </a:prstGeom>
              <a:blipFill>
                <a:blip r:embed="rId3"/>
                <a:stretch>
                  <a:fillRect l="-2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2">
            <a:extLst>
              <a:ext uri="{FF2B5EF4-FFF2-40B4-BE49-F238E27FC236}">
                <a16:creationId xmlns:a16="http://schemas.microsoft.com/office/drawing/2014/main" id="{6D30357B-58C1-CE7B-B87E-8B23CFC29544}"/>
              </a:ext>
            </a:extLst>
          </p:cNvPr>
          <p:cNvSpPr txBox="1"/>
          <p:nvPr/>
        </p:nvSpPr>
        <p:spPr>
          <a:xfrm>
            <a:off x="4765039" y="218466"/>
            <a:ext cx="285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Diffused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73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0257-C490-2631-2F98-D79B34D1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AB5527-483B-744D-4A65-7BDD6BDF7837}"/>
              </a:ext>
            </a:extLst>
          </p:cNvPr>
          <p:cNvSpPr txBox="1"/>
          <p:nvPr/>
        </p:nvSpPr>
        <p:spPr>
          <a:xfrm>
            <a:off x="5367441" y="167893"/>
            <a:ext cx="109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Specular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">
                <a:extLst>
                  <a:ext uri="{FF2B5EF4-FFF2-40B4-BE49-F238E27FC236}">
                    <a16:creationId xmlns:a16="http://schemas.microsoft.com/office/drawing/2014/main" id="{D891AABD-8CC2-BFA6-8BE7-B8644705AE6E}"/>
                  </a:ext>
                </a:extLst>
              </p:cNvPr>
              <p:cNvSpPr txBox="1"/>
              <p:nvPr/>
            </p:nvSpPr>
            <p:spPr>
              <a:xfrm>
                <a:off x="432647" y="610377"/>
                <a:ext cx="6848997" cy="62173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2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GB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2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𝐷𝐹𝐺</m:t>
                              </m:r>
                            </m:num>
                            <m:den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GB" sz="12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4(</m:t>
                          </m:r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4(</m:t>
                          </m:r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𝐹</m:t>
                          </m:r>
                          <m:f>
                            <m:f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GB" sz="12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GB" sz="12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4(</m:t>
                          </m:r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l-PL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𝐹</m:t>
                          </m:r>
                          <m:f>
                            <m:f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𝐹</m:t>
                          </m:r>
                          <m:f>
                            <m:f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l-GR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l-G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l-G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l-GR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l-GR" sz="1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l-GR" sz="1200" i="1">
                                          <a:latin typeface="Cambria Math" panose="02040503050406030204" pitchFamily="18" charset="0"/>
                                        </a:rPr>
                                        <m:t>−1)+1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𝐹</m:t>
                          </m:r>
                          <m:f>
                            <m:f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l-G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l-G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l-GR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l-GR" sz="1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l-GR" sz="1200" i="1">
                                          <a:latin typeface="Cambria Math" panose="02040503050406030204" pitchFamily="18" charset="0"/>
                                        </a:rPr>
                                        <m:t>−1)+1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𝐹</m:t>
                          </m:r>
                          <m:f>
                            <m:f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𝐹</m:t>
                          </m:r>
                          <m:f>
                            <m:f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l-G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l-G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l-GR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l-GR" sz="1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l-GR" sz="1200" i="1">
                                          <a:latin typeface="Cambria Math" panose="02040503050406030204" pitchFamily="18" charset="0"/>
                                        </a:rPr>
                                        <m:t>−1)+1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2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)+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den>
                          </m:f>
                          <m: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𝐹</m:t>
                          </m:r>
                          <m:f>
                            <m:f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f>
                            <m:f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>
                            <m:f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4"/>
                                </m:rPr>
                                <a:rPr lang="el-G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2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limLoc m:val="undOvr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4"/>
                                </m:rPr>
                                <a:rPr lang="el-G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2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l-PL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nary>
                            <m:naryPr>
                              <m:limLoc m:val="undOvr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4"/>
                                </m:rPr>
                                <a:rPr lang="el-G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2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nary>
                            <m:naryPr>
                              <m:limLoc m:val="undOvr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4"/>
                                </m:rPr>
                                <a:rPr lang="el-G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2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pl-PL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pl-PL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1">
                <a:extLst>
                  <a:ext uri="{FF2B5EF4-FFF2-40B4-BE49-F238E27FC236}">
                    <a16:creationId xmlns:a16="http://schemas.microsoft.com/office/drawing/2014/main" id="{48467EB4-BDAB-1B5E-3D1D-554A31219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47" y="610377"/>
                <a:ext cx="6848997" cy="6217343"/>
              </a:xfrm>
              <a:prstGeom prst="rect">
                <a:avLst/>
              </a:prstGeom>
              <a:blipFill>
                <a:blip r:embed="rId2"/>
                <a:stretch>
                  <a:fillRect l="-801" t="-12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671978D3-4CAD-02F1-258B-A30CA3FBCF0C}"/>
                  </a:ext>
                </a:extLst>
              </p:cNvPr>
              <p:cNvSpPr txBox="1"/>
              <p:nvPr/>
            </p:nvSpPr>
            <p:spPr>
              <a:xfrm>
                <a:off x="7650760" y="224229"/>
                <a:ext cx="4181020" cy="28442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Fresnel-</a:t>
                </a:r>
                <a:r>
                  <a:rPr lang="en-US" sz="1200" dirty="0" err="1"/>
                  <a:t>Schlick</a:t>
                </a:r>
                <a:r>
                  <a:rPr lang="en-US" sz="1200" b="0" i="0" dirty="0">
                    <a:solidFill>
                      <a:srgbClr val="111111"/>
                    </a:solidFill>
                    <a:effectLst/>
                    <a:latin typeface="Gudea"/>
                  </a:rPr>
                  <a:t> approximation:</a:t>
                </a:r>
                <a:endParaRPr lang="en-US" sz="12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l-PL" sz="1200" b="0" dirty="0"/>
              </a:p>
              <a:p>
                <a:endParaRPr lang="pl-PL" sz="1200" dirty="0"/>
              </a:p>
              <a:p>
                <a:r>
                  <a:rPr lang="pl-PL" sz="1200" dirty="0" err="1"/>
                  <a:t>Smith's</a:t>
                </a:r>
                <a:r>
                  <a:rPr lang="pl-PL" sz="1200" dirty="0"/>
                  <a:t> </a:t>
                </a:r>
                <a:r>
                  <a:rPr lang="pl-PL" sz="1200" dirty="0" err="1"/>
                  <a:t>method</a:t>
                </a:r>
                <a:r>
                  <a:rPr lang="pl-PL" sz="1200" dirty="0"/>
                  <a:t> with Schlick-GGX: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pl-PL" sz="1200" dirty="0"/>
              </a:p>
              <a:p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l-PL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l-PL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l-PL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l-PL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pl-PL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pl-PL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l-PL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pl-PL" sz="1200" dirty="0"/>
                  <a:t> or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pl-PL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l-PL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l-PL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pl-PL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l-PL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pl-PL" sz="1200" dirty="0"/>
              </a:p>
              <a:p>
                <a:endParaRPr lang="pl-PL" sz="1200" dirty="0"/>
              </a:p>
              <a:p>
                <a:r>
                  <a:rPr lang="pl-PL" sz="1200" dirty="0" err="1"/>
                  <a:t>Trowbridge-Reitz</a:t>
                </a:r>
                <a:r>
                  <a:rPr lang="pl-PL" sz="1200" dirty="0"/>
                  <a:t> GGX: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l-GR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l-G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l-G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l-G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l-GR" sz="12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l-GR" sz="1200" i="1">
                                      <a:latin typeface="Cambria Math" panose="02040503050406030204" pitchFamily="18" charset="0"/>
                                    </a:rPr>
                                    <m:t>−1)+1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l-PL" sz="1200" dirty="0"/>
              </a:p>
            </p:txBody>
          </p:sp>
        </mc:Choice>
        <mc:Fallback xmlns="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B2030CB6-BCEF-E6CA-B4B4-B0086EF50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760" y="224229"/>
                <a:ext cx="4181020" cy="2844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8059106-DEE4-E83F-EFEE-57477C2BC673}"/>
                  </a:ext>
                </a:extLst>
              </p:cNvPr>
              <p:cNvSpPr txBox="1"/>
              <p:nvPr/>
            </p:nvSpPr>
            <p:spPr>
              <a:xfrm>
                <a:off x="7281644" y="4136910"/>
                <a:ext cx="4211987" cy="22928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pl-PL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pl-PL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pl-PL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pl-PL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l-G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l-GR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0" lang="el-GR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l-GR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(</m:t>
                                  </m:r>
                                  <m: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kumimoji="0" lang="en-US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kumimoji="0" lang="en-US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0" lang="pl-PL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kumimoji="0" lang="pl-PL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0" lang="el-GR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−1)+1</m:t>
                              </m:r>
                            </m:e>
                          </m:d>
                        </m:e>
                        <m:sup>
                          <m:r>
                            <a:rPr kumimoji="0" lang="pl-PL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kumimoji="0" lang="pl-PL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0" lang="en-GB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83696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GB" sz="1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kumimoji="0" lang="pl-PL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GB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⋅</m:t>
                              </m:r>
                              <m:r>
                                <a:rPr kumimoji="0" lang="en-GB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e>
                          </m:d>
                          <m:r>
                            <a:rPr kumimoji="0" lang="en-GB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r>
                            <a:rPr kumimoji="0" lang="en-GB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kumimoji="0" lang="en-GB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)+</m:t>
                          </m:r>
                          <m:r>
                            <a:rPr kumimoji="0" lang="en-GB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kumimoji="0" lang="pl-PL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pl-PL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pl-PL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0" lang="pl-PL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pl-PL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kumimoji="0" lang="pl-PL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kumimoji="0" lang="pl-PL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kumimoji="0" lang="en-U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kumimoji="0" lang="el-G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Ω</m:t>
                          </m:r>
                        </m:sub>
                        <m:sup>
                          <m:r>
                            <a:rPr kumimoji="0" lang="en-U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83696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GB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83696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0" lang="en-GB" sz="1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kumimoji="0" lang="pl-PL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⋅</m:t>
                                  </m:r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kumimoji="0" lang="pl-PL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pl-PL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0" lang="pl-PL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kumimoji="0" lang="pl-PL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pl-PL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pl-PL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pl-PL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0" lang="pl-PL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pl-PL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kumimoji="0" lang="pl-PL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kumimoji="0" lang="pl-PL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kumimoji="0" lang="en-U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kumimoji="0" lang="el-G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Ω</m:t>
                          </m:r>
                        </m:sub>
                        <m:sup>
                          <m:r>
                            <a:rPr kumimoji="0" lang="en-U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83696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GB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83696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0" lang="en-GB" sz="1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kumimoji="0" lang="pl-PL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⋅</m:t>
                                  </m:r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kumimoji="0" lang="pl-PL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pl-PL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0" lang="pl-PL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kumimoji="0" lang="en-U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pl-PL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GB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L</m:t>
                          </m:r>
                        </m:e>
                        <m:sub>
                          <m:r>
                            <a:rPr kumimoji="0" lang="pl-PL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kumimoji="0" lang="en-GB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GB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p</m:t>
                          </m:r>
                          <m:r>
                            <a:rPr kumimoji="0" lang="en-GB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GB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GB" sz="12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ω</m:t>
                              </m:r>
                            </m:e>
                            <m:sub>
                              <m:r>
                                <a:rPr kumimoji="0" lang="en-GB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kumimoji="0" lang="pl-PL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GB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𝛼</m:t>
                              </m:r>
                            </m:e>
                            <m:sup>
                              <m:r>
                                <a:rPr kumimoji="0" lang="pl-PL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0" lang="pl-PL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  <m:r>
                            <a:rPr kumimoji="0" lang="el-G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𝜋</m:t>
                          </m:r>
                          <m:d>
                            <m:dPr>
                              <m:ctrlPr>
                                <a:rPr kumimoji="0" lang="pl-PL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kumimoji="0" lang="pl-PL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GB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836967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0" lang="en-GB" sz="12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kumimoji="0" lang="en-GB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kumimoji="0" lang="en-GB" sz="12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∙</m:t>
                                  </m:r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1−</m:t>
                                  </m:r>
                                  <m:r>
                                    <a:rPr kumimoji="0" lang="en-GB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kumimoji="0" lang="en-GB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GB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kumimoji="0" lang="en-GB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pl-PL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pl-PL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0" lang="pl-PL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pl-PL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kumimoji="0" lang="pl-PL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  <m:r>
                            <a:rPr kumimoji="0" lang="pl-PL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pl-PL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pl-PL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0" lang="pl-PL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pl-PL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kumimoji="0" lang="pl-PL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kumimoji="0" lang="pl-PL" sz="1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FE5FE55-C83F-1B56-CBF7-B14F529F2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644" y="4136910"/>
                <a:ext cx="4211987" cy="2292872"/>
              </a:xfrm>
              <a:prstGeom prst="rect">
                <a:avLst/>
              </a:prstGeom>
              <a:blipFill>
                <a:blip r:embed="rId4"/>
                <a:stretch>
                  <a:fillRect l="-2315" b="-24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35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C8BAF-B2A1-53CC-15A1-42E679249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528F1E-560A-C9BB-74A9-E90D98EAA606}"/>
              </a:ext>
            </a:extLst>
          </p:cNvPr>
          <p:cNvSpPr txBox="1"/>
          <p:nvPr/>
        </p:nvSpPr>
        <p:spPr>
          <a:xfrm>
            <a:off x="550268" y="365087"/>
            <a:ext cx="3275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Recombination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FC8C21-BD30-3102-7832-BCEC6508FAE4}"/>
                  </a:ext>
                </a:extLst>
              </p:cNvPr>
              <p:cNvSpPr txBox="1"/>
              <p:nvPr/>
            </p:nvSpPr>
            <p:spPr>
              <a:xfrm>
                <a:off x="521246" y="1156066"/>
                <a:ext cx="4689928" cy="41731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m:rPr>
                          <m:nor/>
                        </m:rPr>
                        <a:rPr lang="pl-PL" sz="1200" dirty="0"/>
                        <m:t>or</m:t>
                      </m:r>
                      <m:r>
                        <m:rPr>
                          <m:nor/>
                        </m:rPr>
                        <a:rPr lang="pl-PL" sz="1200" dirty="0"/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l-PL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l-PL" sz="12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sz="1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l-GR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l-G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l-G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l-GR" sz="1200" i="1">
                                  <a:latin typeface="Cambria Math" panose="02040503050406030204" pitchFamily="18" charset="0"/>
                                </a:rPr>
                                <m:t>−1)+1</m:t>
                              </m:r>
                            </m:e>
                          </m:d>
                        </m:e>
                        <m:sup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pl-PL" sz="12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pl-PL" sz="12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endParaRPr lang="pl-PL" sz="12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pl-PL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pl-PL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1200" i="1" dirty="0">
                  <a:latin typeface="Cambria Math" panose="02040503050406030204" pitchFamily="18" charset="0"/>
                </a:endParaRPr>
              </a:p>
              <a:p>
                <a:endParaRPr lang="pl-PL" sz="1200" b="0" dirty="0"/>
              </a:p>
              <a:p>
                <a:endParaRPr lang="en-US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pl-PL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f>
                        <m:f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2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GB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2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GB" sz="12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pl-PL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US" sz="12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US" sz="120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  <a:p>
                <a:endParaRPr 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B72E16-8C64-443F-8DD8-34DB8C8F4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46" y="1156066"/>
                <a:ext cx="4689928" cy="4173194"/>
              </a:xfrm>
              <a:prstGeom prst="rect">
                <a:avLst/>
              </a:prstGeom>
              <a:blipFill>
                <a:blip r:embed="rId2"/>
                <a:stretch>
                  <a:fillRect l="-494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5F2D1C-D5C7-C375-6BA9-9810B1BE53CE}"/>
                  </a:ext>
                </a:extLst>
              </p:cNvPr>
              <p:cNvSpPr txBox="1"/>
              <p:nvPr/>
            </p:nvSpPr>
            <p:spPr>
              <a:xfrm>
                <a:off x="5274453" y="2056142"/>
                <a:ext cx="6396301" cy="1887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We are going to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sub>
                    </m:sSub>
                  </m:oMath>
                </a14:m>
                <a:r>
                  <a:rPr lang="en-US" sz="16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sub>
                    </m:sSub>
                  </m:oMath>
                </a14:m>
                <a:r>
                  <a:rPr lang="en-US" sz="1600" dirty="0"/>
                  <a:t> first, looping through all illumination sources (lights / rays).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Then we are going to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1600" dirty="0"/>
                  <a:t>,</a:t>
                </a:r>
                <a:r>
                  <a:rPr lang="en-US" sz="16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600" dirty="0"/>
                  <a:t> and finally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1600" dirty="0"/>
                  <a:t> outside the loop.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A portion of calculations is now pushed out of the loop and performed only once, instead of on a per illumination source basis.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0A0461F-E854-417F-0750-02C90C193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453" y="2056142"/>
                <a:ext cx="6396301" cy="1887055"/>
              </a:xfrm>
              <a:prstGeom prst="rect">
                <a:avLst/>
              </a:prstGeom>
              <a:blipFill>
                <a:blip r:embed="rId3"/>
                <a:stretch>
                  <a:fillRect l="-477" t="-645" r="-1144" b="-1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385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2E73FA-0BF8-B02B-1114-21F68A2EEB4C}"/>
              </a:ext>
            </a:extLst>
          </p:cNvPr>
          <p:cNvSpPr txBox="1"/>
          <p:nvPr/>
        </p:nvSpPr>
        <p:spPr>
          <a:xfrm>
            <a:off x="550268" y="371911"/>
            <a:ext cx="331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Redeffered</a:t>
            </a:r>
            <a:r>
              <a:rPr lang="pl-PL" dirty="0"/>
              <a:t> rendering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B72E16-8C64-443F-8DD8-34DB8C8F43B3}"/>
                  </a:ext>
                </a:extLst>
              </p:cNvPr>
              <p:cNvSpPr txBox="1"/>
              <p:nvPr/>
            </p:nvSpPr>
            <p:spPr>
              <a:xfrm>
                <a:off x="348344" y="932784"/>
                <a:ext cx="6403682" cy="41370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:r>
                  <a:rPr lang="en-US" sz="1400" dirty="0"/>
                  <a:t>Lets split shading into two stages.</a:t>
                </a:r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First stage (Illumination pass) will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sub>
                    </m:sSub>
                  </m:oMath>
                </a14:m>
                <a:r>
                  <a:rPr lang="en-US" sz="1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sub>
                    </m:sSub>
                  </m:oMath>
                </a14:m>
                <a:r>
                  <a:rPr lang="en-US" sz="1400" dirty="0"/>
                  <a:t> values and store them in a dedicated buffer, let’s call it I-buffer.</a:t>
                </a:r>
              </a:p>
              <a:p>
                <a:pPr algn="just"/>
                <a:r>
                  <a:rPr lang="en-US" sz="1400" dirty="0"/>
                  <a:t>Second stage (Material pass) will use those values to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1400" dirty="0"/>
                  <a:t>.</a:t>
                </a:r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I-buffer retains fundamental characteristic of light to be cumulative. This allows first stage to be split into multiple passes using specialized shaders for different types of lights, shadows. </a:t>
                </a:r>
                <a:r>
                  <a:rPr lang="en-US" sz="1400" dirty="0" err="1"/>
                  <a:t>R</a:t>
                </a:r>
                <a:r>
                  <a:rPr lang="en-US" sz="1400" dirty="0" err="1">
                    <a:solidFill>
                      <a:prstClr val="black"/>
                    </a:solidFill>
                  </a:rPr>
                  <a:t>edeferred</a:t>
                </a:r>
                <a:r>
                  <a:rPr lang="en-US" sz="1400" dirty="0">
                    <a:solidFill>
                      <a:prstClr val="black"/>
                    </a:solidFill>
                  </a:rPr>
                  <a:t>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rendering can be used analogously with most of indirect illumination techniques too and their results can be accumulated to the same I-buffer with a common second stage to be applied.</a:t>
                </a:r>
              </a:p>
              <a:p>
                <a:pPr algn="just"/>
                <a:endParaRPr lang="en-US" sz="1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just"/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The first stage depends only on lights and geometry (from the PBR point of view roughness is a simplified representation of microscopic geometry). The variability of the </a:t>
                </a:r>
                <a:r>
                  <a:rPr lang="en-US" sz="1400" dirty="0">
                    <a:solidFill>
                      <a:prstClr val="black"/>
                    </a:solidFill>
                  </a:rPr>
                  <a:t>I-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buffer is expected to be low (imagine a white world with colorful lights). That makes this stage a good candidate for shading rate reducing techniques. We can safely apply a reduced shading rate everywhere unless there is an illumination discontinuity </a:t>
                </a:r>
                <a:r>
                  <a:rPr lang="en-US" sz="1400" dirty="0">
                    <a:solidFill>
                      <a:prstClr val="black"/>
                    </a:solidFill>
                  </a:rPr>
                  <a:t>(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hard shadow coming from an illumination </a:t>
                </a:r>
                <a:r>
                  <a:rPr kumimoji="0" lang="en-US" sz="1400" b="0" i="0" u="none" strike="noStrike" kern="1200" cap="none" spc="0" normalizeH="0" baseline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source considered by a particular shader) or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geometry edge – this will require tuning based on visual quality.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B72E16-8C64-443F-8DD8-34DB8C8F4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44" y="932784"/>
                <a:ext cx="6403682" cy="4137095"/>
              </a:xfrm>
              <a:prstGeom prst="rect">
                <a:avLst/>
              </a:prstGeom>
              <a:blipFill>
                <a:blip r:embed="rId2"/>
                <a:stretch>
                  <a:fillRect l="-1713" t="-1325" r="-1618" b="-1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736D20-9BBD-2FC3-EC4F-2D7A4AE87D9F}"/>
                  </a:ext>
                </a:extLst>
              </p:cNvPr>
              <p:cNvSpPr txBox="1"/>
              <p:nvPr/>
            </p:nvSpPr>
            <p:spPr>
              <a:xfrm>
                <a:off x="6898514" y="487702"/>
                <a:ext cx="4945142" cy="4745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l-PL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m:rPr>
                          <m:nor/>
                        </m:rPr>
                        <a:rPr lang="pl-PL" sz="1400" dirty="0"/>
                        <m:t>or</m:t>
                      </m:r>
                      <m:r>
                        <m:rPr>
                          <m:nor/>
                        </m:rPr>
                        <a:rPr lang="pl-PL" sz="1400" dirty="0"/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l-PL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l-PL" sz="1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l-G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l-G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l-G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l-GR" sz="1400" i="1">
                                  <a:latin typeface="Cambria Math" panose="02040503050406030204" pitchFamily="18" charset="0"/>
                                </a:rPr>
                                <m:t>−1)+1</m:t>
                              </m:r>
                            </m:e>
                          </m:d>
                        </m:e>
                        <m:sup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l-PL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pl-PL" sz="1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pl-PL" sz="1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endParaRPr lang="pl-PL" sz="1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pl-PL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pl-PL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1400" i="1" dirty="0">
                  <a:latin typeface="Cambria Math" panose="02040503050406030204" pitchFamily="18" charset="0"/>
                </a:endParaRPr>
              </a:p>
              <a:p>
                <a:endParaRPr lang="pl-PL" sz="1400" dirty="0"/>
              </a:p>
              <a:p>
                <a:endParaRPr lang="en-US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pl-PL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f>
                        <m:fPr>
                          <m:ctrlP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GB" sz="14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pl-PL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pl-PL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US" sz="1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US" sz="140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736D20-9BBD-2FC3-EC4F-2D7A4AE87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514" y="487702"/>
                <a:ext cx="4945142" cy="47450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8C10A9E-81E2-D669-4827-7D0151479684}"/>
              </a:ext>
            </a:extLst>
          </p:cNvPr>
          <p:cNvSpPr txBox="1"/>
          <p:nvPr/>
        </p:nvSpPr>
        <p:spPr>
          <a:xfrm>
            <a:off x="263564" y="5510522"/>
            <a:ext cx="114904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The second stage does not have to iterate over illumination sources, so it will be used to refine results by integrating them with materials at full resolution. </a:t>
            </a:r>
            <a: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still</a:t>
            </a:r>
            <a: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ea typeface="+mn-ea"/>
                <a:cs typeface="+mn-cs"/>
              </a:rPr>
              <a:t>consider </a:t>
            </a:r>
            <a: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ea typeface="+mn-ea"/>
                <a:cs typeface="+mn-cs"/>
              </a:rPr>
              <a:t>geometry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ea typeface="+mn-ea"/>
                <a:cs typeface="+mn-cs"/>
              </a:rPr>
              <a:t>during the refining second stage, providing us with differentiation of pixels shaded together in the first pass.</a:t>
            </a:r>
            <a:r>
              <a:rPr kumimoji="0" lang="pl-PL" sz="140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This fully covers artifacts of the reduced shading rate from the first stage, making them completely imperceptible.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5279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E06D69-D766-CE98-EAE1-6A2BB9B1129F}"/>
                  </a:ext>
                </a:extLst>
              </p:cNvPr>
              <p:cNvSpPr txBox="1"/>
              <p:nvPr/>
            </p:nvSpPr>
            <p:spPr>
              <a:xfrm>
                <a:off x="329716" y="971036"/>
                <a:ext cx="6464699" cy="5478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dirty="0">
                    <a:solidFill>
                      <a:prstClr val="black"/>
                    </a:solidFill>
                    <a:latin typeface="Calibri" panose="020F0502020204030204"/>
                  </a:rPr>
                  <a:t>B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ottleneck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of memory throughput:</a:t>
                </a:r>
              </a:p>
              <a:p>
                <a:pPr marL="228600" lvl="0" indent="-228600" algn="just">
                  <a:buFontTx/>
                  <a:buAutoNum type="alphaUcPeriod"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Precalculating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sz="1400" smtClean="0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in geometry pass – no need</a:t>
                </a:r>
                <a:r>
                  <a:rPr kumimoji="0" lang="en-US" sz="1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for fetching normal and depth in the second stage</a:t>
                </a:r>
              </a:p>
              <a:p>
                <a:pPr marL="228600" lvl="0" indent="-228600" algn="just">
                  <a:buFontTx/>
                  <a:buAutoNum type="alphaUcPeriod"/>
                  <a:defRPr/>
                </a:pPr>
                <a:r>
                  <a:rPr lang="en-US" sz="1400" dirty="0">
                    <a:solidFill>
                      <a:prstClr val="black"/>
                    </a:solidFill>
                    <a:latin typeface="Calibri" panose="020F0502020204030204"/>
                  </a:rPr>
                  <a:t>Smart packing of G-Buffer to separate values used only in the second stage from those used in both stages</a:t>
                </a:r>
              </a:p>
              <a:p>
                <a:pPr marL="228600" lvl="0" indent="-228600" algn="just">
                  <a:buFontTx/>
                  <a:buAutoNum type="alphaUcPeriod"/>
                  <a:defRPr/>
                </a:pPr>
                <a:endParaRPr lang="en-US" sz="1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lvl="0" algn="just"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Light bleeding over geometry edges, aliased shadow edges and aliasing in strongly illuminated pixels due to greater aliasing in I-Buffer than in G-Buffer:</a:t>
                </a:r>
              </a:p>
              <a:p>
                <a:pPr marL="228600" indent="-228600" algn="just">
                  <a:buFont typeface="+mj-lt"/>
                  <a:buAutoNum type="alphaUcPeriod"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VRCS with dedicated shading rate attachments per illumination source </a:t>
                </a:r>
                <a:r>
                  <a:rPr lang="en-US" sz="1400" dirty="0">
                    <a:solidFill>
                      <a:prstClr val="black"/>
                    </a:solidFill>
                    <a:latin typeface="Calibri" panose="020F0502020204030204"/>
                  </a:rPr>
                  <a:t>(direct, shadows, reflections, indirect diffuse, etc.) and shading into an intermediary render target (to have a base for producing attachment texture)</a:t>
                </a:r>
              </a:p>
              <a:p>
                <a:pPr marL="228600" indent="-228600" algn="just">
                  <a:buFont typeface="+mj-lt"/>
                  <a:buAutoNum type="alphaUcPeriod"/>
                  <a:defRPr/>
                </a:pPr>
                <a:r>
                  <a:rPr lang="en-US" sz="1400" dirty="0">
                    <a:solidFill>
                      <a:prstClr val="black"/>
                    </a:solidFill>
                    <a:latin typeface="Calibri" panose="020F0502020204030204"/>
                  </a:rPr>
                  <a:t>Separate, specialized upscaling for diffuse and specular</a:t>
                </a:r>
              </a:p>
              <a:p>
                <a:pPr marL="228600" indent="-228600" algn="just">
                  <a:buFont typeface="+mj-lt"/>
                  <a:buAutoNum type="alphaUcPeriod"/>
                  <a:defRPr/>
                </a:pPr>
                <a:r>
                  <a:rPr lang="en-US" sz="1400" dirty="0">
                    <a:solidFill>
                      <a:prstClr val="black"/>
                    </a:solidFill>
                    <a:latin typeface="Calibri" panose="020F0502020204030204"/>
                  </a:rPr>
                  <a:t>Using G-Buffer as additional information for upscaling (edge preservation)</a:t>
                </a:r>
              </a:p>
              <a:p>
                <a:pPr marL="228600" indent="-228600" algn="just">
                  <a:buFont typeface="+mj-lt"/>
                  <a:buAutoNum type="alphaUcPeriod"/>
                  <a:defRPr/>
                </a:pPr>
                <a:r>
                  <a:rPr lang="en-US" sz="1400" dirty="0">
                    <a:solidFill>
                      <a:prstClr val="black"/>
                    </a:solidFill>
                    <a:latin typeface="Calibri" panose="020F0502020204030204"/>
                  </a:rPr>
                  <a:t>Temporal upscaling</a:t>
                </a:r>
              </a:p>
              <a:p>
                <a:pPr marL="228600" lvl="0" indent="-228600" algn="just">
                  <a:buFont typeface="+mj-lt"/>
                  <a:buAutoNum type="alphaUcPeriod"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lvl="0" algn="just"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Separate diffuse and specular aspects of illumination </a:t>
                </a:r>
                <a:r>
                  <a:rPr lang="en-US" sz="1400" dirty="0">
                    <a:solidFill>
                      <a:prstClr val="black"/>
                    </a:solidFill>
                    <a:latin typeface="Calibri" panose="020F0502020204030204"/>
                  </a:rPr>
                  <a:t>when used with temporal techniques separately  improve quality (e.g. different types of reprojection: hit point and motion vector - </a:t>
                </a:r>
                <a:r>
                  <a:rPr lang="en-US" sz="1400" dirty="0">
                    <a:solidFill>
                      <a:prstClr val="black"/>
                    </a:solidFill>
                    <a:latin typeface="Calibri" panose="020F0502020204030204"/>
                    <a:hlinkClick r:id="rId2"/>
                  </a:rPr>
                  <a:t>Tomasz Stachowiak: Stochastic all the things: Raytracing in hybrid real-time rendering</a:t>
                </a:r>
                <a:r>
                  <a:rPr lang="en-US" sz="1400" dirty="0">
                    <a:solidFill>
                      <a:prstClr val="black"/>
                    </a:solidFill>
                    <a:latin typeface="Calibri" panose="020F0502020204030204"/>
                  </a:rPr>
                  <a:t>)</a:t>
                </a:r>
              </a:p>
              <a:p>
                <a:pPr marL="342900" lvl="0" indent="-342900" algn="just">
                  <a:buAutoNum type="alphaUcPeriod"/>
                  <a:defRPr/>
                </a:pPr>
                <a:endParaRPr lang="en-US" sz="1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lvl="0" algn="just">
                  <a:defRPr/>
                </a:pPr>
                <a:r>
                  <a:rPr lang="en-US" sz="1400" dirty="0">
                    <a:solidFill>
                      <a:prstClr val="black"/>
                    </a:solidFill>
                    <a:latin typeface="Calibri" panose="020F0502020204030204"/>
                  </a:rPr>
                  <a:t>Final frame still needs antialiasing</a:t>
                </a:r>
              </a:p>
              <a:p>
                <a:pPr lvl="0" algn="just">
                  <a:defRPr/>
                </a:pPr>
                <a:endParaRPr lang="en-US" sz="1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lvl="0" algn="just">
                  <a:defRPr/>
                </a:pPr>
                <a:r>
                  <a:rPr lang="en-US" sz="1400" dirty="0">
                    <a:solidFill>
                      <a:prstClr val="black"/>
                    </a:solidFill>
                    <a:latin typeface="Calibri" panose="020F0502020204030204"/>
                  </a:rPr>
                  <a:t>Other shading models may not be compatible with this technique!</a:t>
                </a:r>
              </a:p>
              <a:p>
                <a:pPr lvl="0" algn="just">
                  <a:defRPr/>
                </a:pPr>
                <a:endParaRPr lang="en-US" sz="1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lvl="0" algn="just">
                  <a:defRPr/>
                </a:pPr>
                <a:r>
                  <a:rPr lang="en-US" sz="1400" dirty="0">
                    <a:solidFill>
                      <a:prstClr val="black"/>
                    </a:solidFill>
                    <a:latin typeface="Calibri" panose="020F0502020204030204"/>
                  </a:rPr>
                  <a:t>Complete incompatibility with translucency.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E06D69-D766-CE98-EAE1-6A2BB9B11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16" y="971036"/>
                <a:ext cx="6464699" cy="5478423"/>
              </a:xfrm>
              <a:prstGeom prst="rect">
                <a:avLst/>
              </a:prstGeom>
              <a:blipFill>
                <a:blip r:embed="rId3"/>
                <a:stretch>
                  <a:fillRect l="-283" t="-111" r="-189" b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134750D-DF5D-F08F-03FB-6A28FAF1BFA2}"/>
              </a:ext>
            </a:extLst>
          </p:cNvPr>
          <p:cNvSpPr txBox="1"/>
          <p:nvPr/>
        </p:nvSpPr>
        <p:spPr>
          <a:xfrm>
            <a:off x="329716" y="293534"/>
            <a:ext cx="399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Redeffered</a:t>
            </a:r>
            <a:r>
              <a:rPr lang="en-US" dirty="0"/>
              <a:t> rendering - considerations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786625-9E20-7967-8C62-571578CEFC79}"/>
                  </a:ext>
                </a:extLst>
              </p:cNvPr>
              <p:cNvSpPr txBox="1"/>
              <p:nvPr/>
            </p:nvSpPr>
            <p:spPr>
              <a:xfrm>
                <a:off x="7072974" y="1232157"/>
                <a:ext cx="4928589" cy="4745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l-PL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m:rPr>
                          <m:nor/>
                        </m:rPr>
                        <a:rPr lang="pl-PL" sz="1400" dirty="0"/>
                        <m:t>or</m:t>
                      </m:r>
                      <m:r>
                        <m:rPr>
                          <m:nor/>
                        </m:rPr>
                        <a:rPr lang="pl-PL" sz="1400" dirty="0"/>
                        <m:t>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l-PL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l-PL" sz="1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l-GR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l-G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l-G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l-GR" sz="1400" i="1">
                                  <a:latin typeface="Cambria Math" panose="02040503050406030204" pitchFamily="18" charset="0"/>
                                </a:rPr>
                                <m:t>−1)+1</m:t>
                              </m:r>
                            </m:e>
                          </m:d>
                        </m:e>
                        <m:sup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l-PL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pl-PL" sz="1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pl-PL" sz="1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endParaRPr lang="pl-PL" sz="1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pl-PL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pl-PL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l-PL" sz="1400" i="1" dirty="0">
                  <a:latin typeface="Cambria Math" panose="02040503050406030204" pitchFamily="18" charset="0"/>
                </a:endParaRPr>
              </a:p>
              <a:p>
                <a:endParaRPr lang="pl-PL" sz="1400" dirty="0"/>
              </a:p>
              <a:p>
                <a:endParaRPr lang="en-US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pl-PL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f>
                        <m:fPr>
                          <m:ctrlP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GB" sz="14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pl-PL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pl-PL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  <m:r>
                            <a:rPr lang="pl-PL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pl-PL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US" sz="14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US" sz="140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786625-9E20-7967-8C62-571578CEF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974" y="1232157"/>
                <a:ext cx="4928589" cy="47450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204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2E73FA-0BF8-B02B-1114-21F68A2EEB4C}"/>
              </a:ext>
            </a:extLst>
          </p:cNvPr>
          <p:cNvSpPr txBox="1"/>
          <p:nvPr/>
        </p:nvSpPr>
        <p:spPr>
          <a:xfrm>
            <a:off x="550268" y="365087"/>
            <a:ext cx="3275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Specular importance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B72E16-8C64-443F-8DD8-34DB8C8F43B3}"/>
                  </a:ext>
                </a:extLst>
              </p:cNvPr>
              <p:cNvSpPr txBox="1"/>
              <p:nvPr/>
            </p:nvSpPr>
            <p:spPr>
              <a:xfrm>
                <a:off x="437356" y="854062"/>
                <a:ext cx="10703224" cy="48913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pl-PL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m:rPr>
                          <m:nor/>
                        </m:rPr>
                        <a:rPr lang="pl-PL" sz="1200" dirty="0"/>
                        <m:t>or</m:t>
                      </m:r>
                      <m:r>
                        <m:rPr>
                          <m:nor/>
                        </m:rPr>
                        <a:rPr lang="pl-PL" sz="1200" dirty="0"/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l-PL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l-PL" sz="12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sz="1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l-GR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l-G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l-G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l-GR" sz="1200" i="1">
                                  <a:latin typeface="Cambria Math" panose="02040503050406030204" pitchFamily="18" charset="0"/>
                                </a:rPr>
                                <m:t>−1)+1</m:t>
                              </m:r>
                            </m:e>
                          </m:d>
                        </m:e>
                        <m:sup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pl-PL" sz="12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pl-PL" sz="12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endParaRPr lang="pl-PL" sz="12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US" sz="12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pl-PL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GB" sz="12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pl-PL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l-PL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pl-P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pl-PL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pl-PL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pl-PL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  <m:e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2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  <m: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l-PL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r>
                        <a:rPr lang="pl-PL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GB" sz="12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</m:func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func>
                                <m:funcPr>
                                  <m:ctrlPr>
                                    <a:rPr lang="pl-PL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l-PL" sz="120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l-PL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func>
                                <m:funcPr>
                                  <m:ctrlPr>
                                    <a:rPr lang="pl-PL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l-PL" sz="120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l-PL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den>
                          </m:f>
                        </m:e>
                      </m:nary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pl-PL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GB" sz="120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l-G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l-G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pl-PL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den>
                          </m:f>
                        </m:e>
                      </m:nary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l-G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pl-PL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l-GR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l-GR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l-GR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l-GR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pl-PL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pl-PL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l-GR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−1)+1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l-PL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pl-PL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l-PL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l-GR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l-GR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l-GR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l-GR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pl-PL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pl-PL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l-GR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−1)+1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l-PL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l-G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l-G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l-GR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l-GR" sz="1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p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l-GR" sz="1200" i="1">
                                          <a:latin typeface="Cambria Math" panose="02040503050406030204" pitchFamily="18" charset="0"/>
                                        </a:rPr>
                                        <m:t>−1)+1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2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)+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l-G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nary>
                      <m:r>
                        <a:rPr lang="pl-PL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2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)+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l-G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</a:endParaRPr>
              </a:p>
              <a:p>
                <a:endParaRPr lang="pl-PL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pl-PL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l-PL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pl-PL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pl-PL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l-PL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pl-PL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2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GB" sz="1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lang="pl-PL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2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pl-PL" sz="1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)+</m:t>
                                  </m:r>
                                  <m: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l-G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pl-PL" sz="1200" i="1" dirty="0">
                  <a:latin typeface="Cambria Math" panose="02040503050406030204" pitchFamily="18" charset="0"/>
                </a:endParaRPr>
              </a:p>
              <a:p>
                <a:endParaRPr lang="pl-PL" sz="1200" b="0" dirty="0"/>
              </a:p>
              <a:p>
                <a:endParaRPr lang="en-US" sz="1200" i="1" dirty="0">
                  <a:latin typeface="Cambria Math" panose="02040503050406030204" pitchFamily="18" charset="0"/>
                </a:endParaRPr>
              </a:p>
              <a:p>
                <a:endParaRPr lang="en-US" sz="1200" dirty="0"/>
              </a:p>
              <a:p>
                <a:endParaRPr 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B72E16-8C64-443F-8DD8-34DB8C8F4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56" y="854062"/>
                <a:ext cx="10703224" cy="4891339"/>
              </a:xfrm>
              <a:prstGeom prst="rect">
                <a:avLst/>
              </a:prstGeo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4FDC9C4F-EFD7-6003-EEAB-9F44C796B972}"/>
                  </a:ext>
                </a:extLst>
              </p:cNvPr>
              <p:cNvSpPr txBox="1"/>
              <p:nvPr/>
            </p:nvSpPr>
            <p:spPr>
              <a:xfrm>
                <a:off x="8279935" y="599333"/>
                <a:ext cx="3179428" cy="3103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l-PL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Trowbridge-Reitz GGX: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GB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𝐷</m:t>
                      </m:r>
                      <m:r>
                        <a:rPr kumimoji="0" lang="pl-PL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𝛼</m:t>
                              </m:r>
                            </m:e>
                            <m:sup>
                              <m:r>
                                <a:rPr kumimoji="0" lang="pl-PL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0" lang="el-G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𝜋</m:t>
                          </m:r>
                          <m:sSup>
                            <m:sSupPr>
                              <m:ctrlPr>
                                <a:rPr kumimoji="0" lang="el-GR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l-GR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0" lang="el-GR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l-GR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(</m:t>
                                      </m:r>
                                      <m:r>
                                        <a:rPr kumimoji="0" lang="en-US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kumimoji="0" lang="en-US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sz="1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1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12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0" lang="en-US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kumimoji="0" lang="pl-PL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0" lang="en-US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kumimoji="0" lang="en-US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kumimoji="0" lang="pl-PL" sz="12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0" lang="el-GR" sz="1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−1)+1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pl-PL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l-PL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l-PL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l-PL" sz="1100" dirty="0"/>
                  <a:t>For </a:t>
                </a:r>
                <a:r>
                  <a:rPr lang="en-US" sz="1100" dirty="0"/>
                  <a:t>low discrepancy</a:t>
                </a:r>
                <a:r>
                  <a:rPr lang="pl-PL" sz="1100" dirty="0"/>
                  <a:t> </a:t>
                </a:r>
                <a:r>
                  <a:rPr lang="pl-PL" sz="1100" dirty="0" err="1"/>
                  <a:t>sampled</a:t>
                </a:r>
                <a:r>
                  <a:rPr lang="pl-PL" sz="1100" dirty="0"/>
                  <a:t> </a:t>
                </a:r>
                <a:r>
                  <a:rPr lang="pl-PL" sz="1100" dirty="0" err="1"/>
                  <a:t>random</a:t>
                </a:r>
                <a:r>
                  <a:rPr lang="pl-PL" sz="1100" dirty="0"/>
                  <a:t> A and B:</a:t>
                </a: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kumimoji="0" lang="pl-PL" sz="11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pl-PL" sz="11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a:rPr kumimoji="0" lang="pl-PL" sz="11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𝑎𝑟𝑐</m:t>
                          </m:r>
                          <m:r>
                            <m:rPr>
                              <m:sty m:val="p"/>
                            </m:rPr>
                            <a:rPr kumimoji="0" lang="pl-PL" sz="11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kumimoji="0" lang="pl-PL" sz="11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kumimoji="0" lang="pl-PL" sz="11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kumimoji="0" lang="pl-PL" sz="11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pl-PL" sz="11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1−</m:t>
                                      </m:r>
                                      <m:r>
                                        <a:rPr kumimoji="0" lang="pl-PL" sz="11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kumimoji="0" lang="pl-PL" sz="11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𝐴</m:t>
                                      </m:r>
                                      <m:d>
                                        <m:dPr>
                                          <m:ctrlPr>
                                            <a:rPr kumimoji="0" lang="pl-PL" sz="11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1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1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</m:e>
                                            <m:sup>
                                              <m:r>
                                                <a:rPr lang="pl-PL" sz="11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el-GR" sz="11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r>
                                        <a:rPr kumimoji="0" lang="pl-PL" sz="11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  <a:endParaRPr kumimoji="0" lang="pl-PL" sz="11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pl-PL" sz="11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l-GR" sz="11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l-PL" sz="11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l-PL" sz="1100" dirty="0"/>
              </a:p>
              <a:p>
                <a:pPr lvl="0">
                  <a:defRPr/>
                </a:pPr>
                <a:endParaRPr lang="pl-PL" sz="1100" dirty="0"/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1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func>
                                  <m:funcPr>
                                    <m:ctrlPr>
                                      <a:rPr lang="pl-PL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l-PL" sz="11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l-PL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l-PL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l-PL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1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func>
                                  <m:funcPr>
                                    <m:ctrlPr>
                                      <a:rPr lang="pl-PL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l-PL" sz="11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l-PL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l-PL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l-PL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pl-PL" sz="11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1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1100" dirty="0"/>
              </a:p>
              <a:p>
                <a:pPr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1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pl-PL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l-PL" sz="11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pl-PL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1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10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GB" sz="11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GB" sz="1100">
                            <a:latin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sz="1100" dirty="0"/>
                  <a:t>-</a:t>
                </a:r>
                <a:r>
                  <a:rPr lang="en-GB" sz="11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1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GB" sz="11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pl-PL" sz="1100" dirty="0"/>
              </a:p>
              <a:p>
                <a:pPr lvl="0">
                  <a:defRPr/>
                </a:pPr>
                <a:endParaRPr lang="en-US" sz="1100" dirty="0"/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4FDC9C4F-EFD7-6003-EEAB-9F44C796B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935" y="599333"/>
                <a:ext cx="3179428" cy="31034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8516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4259D0-7D9D-DA33-8C9A-115A7C185F6B}"/>
              </a:ext>
            </a:extLst>
          </p:cNvPr>
          <p:cNvSpPr/>
          <p:nvPr/>
        </p:nvSpPr>
        <p:spPr>
          <a:xfrm>
            <a:off x="348344" y="692336"/>
            <a:ext cx="10611765" cy="4396988"/>
          </a:xfrm>
          <a:prstGeom prst="roundRect">
            <a:avLst>
              <a:gd name="adj" fmla="val 251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252D262A-AE59-3EE1-DE3F-D63D25088B38}"/>
              </a:ext>
            </a:extLst>
          </p:cNvPr>
          <p:cNvSpPr/>
          <p:nvPr/>
        </p:nvSpPr>
        <p:spPr>
          <a:xfrm>
            <a:off x="1417011" y="2657020"/>
            <a:ext cx="9448783" cy="2027174"/>
          </a:xfrm>
          <a:prstGeom prst="roundRect">
            <a:avLst>
              <a:gd name="adj" fmla="val 689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lIns="0" rtlCol="0" anchor="t"/>
          <a:lstStyle/>
          <a:p>
            <a:pPr algn="ctr"/>
            <a:r>
              <a:rPr lang="pl-PL" dirty="0"/>
              <a:t>G-</a:t>
            </a:r>
            <a:r>
              <a:rPr lang="en-US" dirty="0"/>
              <a:t>Buffer</a:t>
            </a:r>
          </a:p>
        </p:txBody>
      </p:sp>
      <p:sp>
        <p:nvSpPr>
          <p:cNvPr id="223" name="Rectangle: Rounded Corners 222">
            <a:extLst>
              <a:ext uri="{FF2B5EF4-FFF2-40B4-BE49-F238E27FC236}">
                <a16:creationId xmlns:a16="http://schemas.microsoft.com/office/drawing/2014/main" id="{FFFB8165-84C7-AFF6-3354-07A6234085D0}"/>
              </a:ext>
            </a:extLst>
          </p:cNvPr>
          <p:cNvSpPr/>
          <p:nvPr/>
        </p:nvSpPr>
        <p:spPr>
          <a:xfrm>
            <a:off x="2115241" y="2735541"/>
            <a:ext cx="8654372" cy="252000"/>
          </a:xfrm>
          <a:prstGeom prst="roundRect">
            <a:avLst>
              <a:gd name="adj" fmla="val 3387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Albedo</a:t>
            </a:r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C6EF45DF-BBC6-6A63-02DD-B5767ADDB0EA}"/>
              </a:ext>
            </a:extLst>
          </p:cNvPr>
          <p:cNvSpPr/>
          <p:nvPr/>
        </p:nvSpPr>
        <p:spPr>
          <a:xfrm>
            <a:off x="3099198" y="1526345"/>
            <a:ext cx="7762335" cy="1051834"/>
          </a:xfrm>
          <a:prstGeom prst="roundRect">
            <a:avLst>
              <a:gd name="adj" fmla="val 1133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lIns="0" rtlCol="0" anchor="t"/>
          <a:lstStyle/>
          <a:p>
            <a:pPr algn="ctr"/>
            <a:r>
              <a:rPr lang="en-US" dirty="0"/>
              <a:t>I</a:t>
            </a:r>
            <a:r>
              <a:rPr lang="pl-PL" dirty="0"/>
              <a:t>-</a:t>
            </a:r>
            <a:r>
              <a:rPr lang="en-US" dirty="0"/>
              <a:t>Buffer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D035AB2-F3F2-1F3C-4336-FA15540B837C}"/>
              </a:ext>
            </a:extLst>
          </p:cNvPr>
          <p:cNvSpPr/>
          <p:nvPr/>
        </p:nvSpPr>
        <p:spPr>
          <a:xfrm>
            <a:off x="2109856" y="3059551"/>
            <a:ext cx="8659757" cy="252000"/>
          </a:xfrm>
          <a:prstGeom prst="roundRect">
            <a:avLst>
              <a:gd name="adj" fmla="val 3387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Metalness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C03CCB-2EF5-8877-2D4C-1EC502360AC6}"/>
              </a:ext>
            </a:extLst>
          </p:cNvPr>
          <p:cNvSpPr/>
          <p:nvPr/>
        </p:nvSpPr>
        <p:spPr>
          <a:xfrm>
            <a:off x="2115114" y="3708045"/>
            <a:ext cx="8654498" cy="252000"/>
          </a:xfrm>
          <a:prstGeom prst="roundRect">
            <a:avLst>
              <a:gd name="adj" fmla="val 3387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Roughness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07B44A-E351-CA5D-D912-8727958DCAD5}"/>
              </a:ext>
            </a:extLst>
          </p:cNvPr>
          <p:cNvSpPr/>
          <p:nvPr/>
        </p:nvSpPr>
        <p:spPr>
          <a:xfrm>
            <a:off x="368815" y="5085573"/>
            <a:ext cx="10591295" cy="1458891"/>
          </a:xfrm>
          <a:prstGeom prst="roundRect">
            <a:avLst>
              <a:gd name="adj" fmla="val 8375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6A2FF4-CAD0-56F1-2BAF-F52D680413B6}"/>
              </a:ext>
            </a:extLst>
          </p:cNvPr>
          <p:cNvSpPr/>
          <p:nvPr/>
        </p:nvSpPr>
        <p:spPr>
          <a:xfrm rot="16200000">
            <a:off x="69900" y="2812562"/>
            <a:ext cx="1125894" cy="30480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C68787-A4D1-122B-D188-9ABC271A5571}"/>
              </a:ext>
            </a:extLst>
          </p:cNvPr>
          <p:cNvSpPr/>
          <p:nvPr/>
        </p:nvSpPr>
        <p:spPr>
          <a:xfrm rot="16200000">
            <a:off x="102635" y="5633636"/>
            <a:ext cx="1125894" cy="30480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7485FB-6752-5231-7313-1E62521E32DE}"/>
              </a:ext>
            </a:extLst>
          </p:cNvPr>
          <p:cNvSpPr/>
          <p:nvPr/>
        </p:nvSpPr>
        <p:spPr>
          <a:xfrm>
            <a:off x="989298" y="5883290"/>
            <a:ext cx="1051249" cy="56605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Depth only</a:t>
            </a:r>
          </a:p>
          <a:p>
            <a:pPr algn="ctr"/>
            <a:r>
              <a:rPr lang="en-US" sz="1400" dirty="0"/>
              <a:t>Pre-Pass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5B112BD-654A-6B03-9D3E-1064BA4E8858}"/>
              </a:ext>
            </a:extLst>
          </p:cNvPr>
          <p:cNvSpPr/>
          <p:nvPr/>
        </p:nvSpPr>
        <p:spPr>
          <a:xfrm>
            <a:off x="1508985" y="4356655"/>
            <a:ext cx="606245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en-US" sz="1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7F66150-ED1C-2F58-8BEE-B81C19839986}"/>
              </a:ext>
            </a:extLst>
          </p:cNvPr>
          <p:cNvSpPr/>
          <p:nvPr/>
        </p:nvSpPr>
        <p:spPr>
          <a:xfrm>
            <a:off x="2115229" y="4354863"/>
            <a:ext cx="8654381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Z-Buffer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699C9DB5-2707-4E9C-B9EB-A80E60994D2A}"/>
              </a:ext>
            </a:extLst>
          </p:cNvPr>
          <p:cNvSpPr/>
          <p:nvPr/>
        </p:nvSpPr>
        <p:spPr>
          <a:xfrm>
            <a:off x="1626215" y="5191417"/>
            <a:ext cx="988434" cy="56605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Geometry Pass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CC90293B-1A06-ED04-93AE-82D98C24A912}"/>
              </a:ext>
            </a:extLst>
          </p:cNvPr>
          <p:cNvSpPr/>
          <p:nvPr/>
        </p:nvSpPr>
        <p:spPr>
          <a:xfrm>
            <a:off x="2565802" y="5892126"/>
            <a:ext cx="789628" cy="56605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Lights Culling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F6C043F0-0EB5-A0B1-51A3-3CD5CCEC7230}"/>
              </a:ext>
            </a:extLst>
          </p:cNvPr>
          <p:cNvSpPr/>
          <p:nvPr/>
        </p:nvSpPr>
        <p:spPr>
          <a:xfrm>
            <a:off x="2960169" y="4746579"/>
            <a:ext cx="7905625" cy="252000"/>
          </a:xfrm>
          <a:prstGeom prst="roundRect">
            <a:avLst>
              <a:gd name="adj" fmla="val 3387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Lights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62B94087-07AE-3598-25E6-E761491CBF75}"/>
              </a:ext>
            </a:extLst>
          </p:cNvPr>
          <p:cNvCxnSpPr>
            <a:cxnSpLocks/>
            <a:stCxn id="10" idx="0"/>
            <a:endCxn id="23" idx="1"/>
          </p:cNvCxnSpPr>
          <p:nvPr/>
        </p:nvCxnSpPr>
        <p:spPr>
          <a:xfrm flipH="1" flipV="1">
            <a:off x="1508985" y="4482655"/>
            <a:ext cx="5938" cy="1400635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C8B559-1B9E-EC0E-FF89-D0ADC1844618}"/>
              </a:ext>
            </a:extLst>
          </p:cNvPr>
          <p:cNvSpPr/>
          <p:nvPr/>
        </p:nvSpPr>
        <p:spPr>
          <a:xfrm>
            <a:off x="2115229" y="3382583"/>
            <a:ext cx="8659759" cy="252000"/>
          </a:xfrm>
          <a:prstGeom prst="roundRect">
            <a:avLst>
              <a:gd name="adj" fmla="val 3141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Motion Vector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C329E85-EC65-4FFA-390B-8BF8BE2FC74D}"/>
              </a:ext>
            </a:extLst>
          </p:cNvPr>
          <p:cNvSpPr/>
          <p:nvPr/>
        </p:nvSpPr>
        <p:spPr>
          <a:xfrm>
            <a:off x="2115228" y="4033319"/>
            <a:ext cx="8654383" cy="252000"/>
          </a:xfrm>
          <a:prstGeom prst="roundRect">
            <a:avLst>
              <a:gd name="adj" fmla="val 3387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Normal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82B893E4-046A-F076-5A93-CDE17DA0D654}"/>
              </a:ext>
            </a:extLst>
          </p:cNvPr>
          <p:cNvCxnSpPr>
            <a:cxnSpLocks/>
          </p:cNvCxnSpPr>
          <p:nvPr/>
        </p:nvCxnSpPr>
        <p:spPr>
          <a:xfrm>
            <a:off x="1972803" y="4606863"/>
            <a:ext cx="0" cy="5845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03AEB763-6D3E-EC8B-8F1B-CF729FBF2DDC}"/>
              </a:ext>
            </a:extLst>
          </p:cNvPr>
          <p:cNvCxnSpPr>
            <a:cxnSpLocks/>
          </p:cNvCxnSpPr>
          <p:nvPr/>
        </p:nvCxnSpPr>
        <p:spPr>
          <a:xfrm>
            <a:off x="2731879" y="4606863"/>
            <a:ext cx="0" cy="12761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26E9A0A-8B40-AC1D-76CF-DFAC56BDB317}"/>
              </a:ext>
            </a:extLst>
          </p:cNvPr>
          <p:cNvCxnSpPr>
            <a:cxnSpLocks/>
          </p:cNvCxnSpPr>
          <p:nvPr/>
        </p:nvCxnSpPr>
        <p:spPr>
          <a:xfrm>
            <a:off x="2846024" y="4285319"/>
            <a:ext cx="0" cy="15977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889BE1D7-55C3-357D-19B6-FBF0184F5F21}"/>
              </a:ext>
            </a:extLst>
          </p:cNvPr>
          <p:cNvCxnSpPr>
            <a:cxnSpLocks/>
            <a:stCxn id="119" idx="0"/>
          </p:cNvCxnSpPr>
          <p:nvPr/>
        </p:nvCxnSpPr>
        <p:spPr>
          <a:xfrm flipV="1">
            <a:off x="2960616" y="4872579"/>
            <a:ext cx="580" cy="1019547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65C4057F-3FEA-6929-B9EB-3B359F602FBB}"/>
              </a:ext>
            </a:extLst>
          </p:cNvPr>
          <p:cNvCxnSpPr>
            <a:cxnSpLocks/>
            <a:stCxn id="71" idx="0"/>
          </p:cNvCxnSpPr>
          <p:nvPr/>
        </p:nvCxnSpPr>
        <p:spPr>
          <a:xfrm flipV="1">
            <a:off x="2120432" y="2861541"/>
            <a:ext cx="0" cy="2329876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C0E08BDF-1CB0-B5DE-AB9E-8764429BC438}"/>
              </a:ext>
            </a:extLst>
          </p:cNvPr>
          <p:cNvSpPr/>
          <p:nvPr/>
        </p:nvSpPr>
        <p:spPr>
          <a:xfrm>
            <a:off x="4363460" y="5189981"/>
            <a:ext cx="854986" cy="56605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Shadow Maps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35D2B40B-3E9C-6805-6D5D-C21D0DBAD8B7}"/>
              </a:ext>
            </a:extLst>
          </p:cNvPr>
          <p:cNvSpPr/>
          <p:nvPr/>
        </p:nvSpPr>
        <p:spPr>
          <a:xfrm>
            <a:off x="6426145" y="1124896"/>
            <a:ext cx="932246" cy="252000"/>
          </a:xfrm>
          <a:prstGeom prst="roundRect">
            <a:avLst>
              <a:gd name="adj" fmla="val 3141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0360D9EF-8C4A-FFD7-3237-15208E90D423}"/>
              </a:ext>
            </a:extLst>
          </p:cNvPr>
          <p:cNvSpPr/>
          <p:nvPr/>
        </p:nvSpPr>
        <p:spPr>
          <a:xfrm>
            <a:off x="5827857" y="5217434"/>
            <a:ext cx="1196574" cy="56605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dirty="0" err="1"/>
              <a:t>Redeferred</a:t>
            </a:r>
            <a:r>
              <a:rPr lang="en-US" sz="1400" dirty="0"/>
              <a:t> Material Pass</a:t>
            </a: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03EB042A-1600-D561-F58D-F88084CE2647}"/>
              </a:ext>
            </a:extLst>
          </p:cNvPr>
          <p:cNvSpPr/>
          <p:nvPr/>
        </p:nvSpPr>
        <p:spPr>
          <a:xfrm>
            <a:off x="6730207" y="5896599"/>
            <a:ext cx="1264890" cy="56605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VFX Pass</a:t>
            </a:r>
          </a:p>
        </p:txBody>
      </p: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F467F5DE-E031-14DF-58FA-3F2FD83462F4}"/>
              </a:ext>
            </a:extLst>
          </p:cNvPr>
          <p:cNvSpPr/>
          <p:nvPr/>
        </p:nvSpPr>
        <p:spPr>
          <a:xfrm>
            <a:off x="9268654" y="1130859"/>
            <a:ext cx="1592880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r"/>
            <a:r>
              <a:rPr lang="en-US" sz="1600" dirty="0"/>
              <a:t>Final Frame</a:t>
            </a: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04DD6CC8-0001-E14C-4DDD-E7BE59FB4E10}"/>
              </a:ext>
            </a:extLst>
          </p:cNvPr>
          <p:cNvSpPr/>
          <p:nvPr/>
        </p:nvSpPr>
        <p:spPr>
          <a:xfrm>
            <a:off x="7474368" y="5225791"/>
            <a:ext cx="1137286" cy="56605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Transparent Pass</a:t>
            </a:r>
          </a:p>
        </p:txBody>
      </p:sp>
      <p:sp>
        <p:nvSpPr>
          <p:cNvPr id="251" name="Rectangle: Rounded Corners 250">
            <a:extLst>
              <a:ext uri="{FF2B5EF4-FFF2-40B4-BE49-F238E27FC236}">
                <a16:creationId xmlns:a16="http://schemas.microsoft.com/office/drawing/2014/main" id="{73473B23-8975-A98A-5954-F9362DBC572B}"/>
              </a:ext>
            </a:extLst>
          </p:cNvPr>
          <p:cNvSpPr/>
          <p:nvPr/>
        </p:nvSpPr>
        <p:spPr>
          <a:xfrm>
            <a:off x="7358392" y="1130402"/>
            <a:ext cx="671202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52" name="Rectangle: Rounded Corners 251">
            <a:extLst>
              <a:ext uri="{FF2B5EF4-FFF2-40B4-BE49-F238E27FC236}">
                <a16:creationId xmlns:a16="http://schemas.microsoft.com/office/drawing/2014/main" id="{1FC93EB5-47C7-9673-EB45-7B9ED531CF8C}"/>
              </a:ext>
            </a:extLst>
          </p:cNvPr>
          <p:cNvSpPr/>
          <p:nvPr/>
        </p:nvSpPr>
        <p:spPr>
          <a:xfrm>
            <a:off x="8029593" y="1124896"/>
            <a:ext cx="854369" cy="252000"/>
          </a:xfrm>
          <a:prstGeom prst="roundRect">
            <a:avLst>
              <a:gd name="adj" fmla="val 3141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/>
          </a:p>
        </p:txBody>
      </p: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C0700450-CAFB-F021-5DD9-E0349FB923A4}"/>
              </a:ext>
            </a:extLst>
          </p:cNvPr>
          <p:cNvCxnSpPr>
            <a:cxnSpLocks/>
          </p:cNvCxnSpPr>
          <p:nvPr/>
        </p:nvCxnSpPr>
        <p:spPr>
          <a:xfrm>
            <a:off x="3275916" y="4606863"/>
            <a:ext cx="0" cy="5737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CD0336AD-FC58-21E7-7936-8E4AA519D28E}"/>
              </a:ext>
            </a:extLst>
          </p:cNvPr>
          <p:cNvCxnSpPr>
            <a:cxnSpLocks/>
          </p:cNvCxnSpPr>
          <p:nvPr/>
        </p:nvCxnSpPr>
        <p:spPr>
          <a:xfrm>
            <a:off x="6264000" y="2981485"/>
            <a:ext cx="0" cy="22382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758B0092-E647-0218-6B98-B872432FF12B}"/>
              </a:ext>
            </a:extLst>
          </p:cNvPr>
          <p:cNvCxnSpPr>
            <a:cxnSpLocks/>
          </p:cNvCxnSpPr>
          <p:nvPr/>
        </p:nvCxnSpPr>
        <p:spPr>
          <a:xfrm>
            <a:off x="7889352" y="4606863"/>
            <a:ext cx="0" cy="6241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C1DC5788-DEE2-C3E5-E6B3-CCCB3F1B48AA}"/>
              </a:ext>
            </a:extLst>
          </p:cNvPr>
          <p:cNvCxnSpPr>
            <a:cxnSpLocks/>
          </p:cNvCxnSpPr>
          <p:nvPr/>
        </p:nvCxnSpPr>
        <p:spPr>
          <a:xfrm>
            <a:off x="7762849" y="4998598"/>
            <a:ext cx="0" cy="2323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1" name="Rectangle: Rounded Corners 290">
            <a:extLst>
              <a:ext uri="{FF2B5EF4-FFF2-40B4-BE49-F238E27FC236}">
                <a16:creationId xmlns:a16="http://schemas.microsoft.com/office/drawing/2014/main" id="{5148CA5E-1577-07F1-8625-E5CA88B445F4}"/>
              </a:ext>
            </a:extLst>
          </p:cNvPr>
          <p:cNvSpPr/>
          <p:nvPr/>
        </p:nvSpPr>
        <p:spPr>
          <a:xfrm>
            <a:off x="8368874" y="5889774"/>
            <a:ext cx="1023104" cy="56605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Post Processing</a:t>
            </a:r>
          </a:p>
        </p:txBody>
      </p: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B984EC98-5B5E-0BF0-23BD-B66AEEB41248}"/>
              </a:ext>
            </a:extLst>
          </p:cNvPr>
          <p:cNvCxnSpPr>
            <a:cxnSpLocks/>
          </p:cNvCxnSpPr>
          <p:nvPr/>
        </p:nvCxnSpPr>
        <p:spPr>
          <a:xfrm>
            <a:off x="7267230" y="4606863"/>
            <a:ext cx="0" cy="12829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7" name="Rectangle: Rounded Corners 296">
            <a:extLst>
              <a:ext uri="{FF2B5EF4-FFF2-40B4-BE49-F238E27FC236}">
                <a16:creationId xmlns:a16="http://schemas.microsoft.com/office/drawing/2014/main" id="{D308AC84-2413-8B10-B372-09C8A29E4A74}"/>
              </a:ext>
            </a:extLst>
          </p:cNvPr>
          <p:cNvSpPr/>
          <p:nvPr/>
        </p:nvSpPr>
        <p:spPr>
          <a:xfrm>
            <a:off x="8990387" y="5217434"/>
            <a:ext cx="556534" cy="56605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UI Pass</a:t>
            </a:r>
          </a:p>
        </p:txBody>
      </p:sp>
      <p:sp>
        <p:nvSpPr>
          <p:cNvPr id="298" name="Rectangle: Rounded Corners 297">
            <a:extLst>
              <a:ext uri="{FF2B5EF4-FFF2-40B4-BE49-F238E27FC236}">
                <a16:creationId xmlns:a16="http://schemas.microsoft.com/office/drawing/2014/main" id="{E383F436-8261-3D34-45EA-D0DF5659F879}"/>
              </a:ext>
            </a:extLst>
          </p:cNvPr>
          <p:cNvSpPr/>
          <p:nvPr/>
        </p:nvSpPr>
        <p:spPr>
          <a:xfrm>
            <a:off x="8890953" y="1130299"/>
            <a:ext cx="377701" cy="252000"/>
          </a:xfrm>
          <a:prstGeom prst="roundRect">
            <a:avLst>
              <a:gd name="adj" fmla="val 3141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16505B-A2E1-7775-95D8-EAFC8FCB602D}"/>
              </a:ext>
            </a:extLst>
          </p:cNvPr>
          <p:cNvCxnSpPr>
            <a:cxnSpLocks/>
          </p:cNvCxnSpPr>
          <p:nvPr/>
        </p:nvCxnSpPr>
        <p:spPr>
          <a:xfrm>
            <a:off x="8676805" y="3634583"/>
            <a:ext cx="0" cy="22484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E5D6A45-5DEC-7F16-1A4D-F4E912CA272C}"/>
              </a:ext>
            </a:extLst>
          </p:cNvPr>
          <p:cNvCxnSpPr>
            <a:cxnSpLocks/>
          </p:cNvCxnSpPr>
          <p:nvPr/>
        </p:nvCxnSpPr>
        <p:spPr>
          <a:xfrm>
            <a:off x="5607772" y="3960045"/>
            <a:ext cx="0" cy="1908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BD46541-F543-E095-4056-C23A83B4C800}"/>
              </a:ext>
            </a:extLst>
          </p:cNvPr>
          <p:cNvCxnSpPr>
            <a:cxnSpLocks/>
          </p:cNvCxnSpPr>
          <p:nvPr/>
        </p:nvCxnSpPr>
        <p:spPr>
          <a:xfrm>
            <a:off x="7151255" y="4996252"/>
            <a:ext cx="0" cy="893522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EAC3C53-E43A-A4F4-41D1-A50AF8587C4F}"/>
              </a:ext>
            </a:extLst>
          </p:cNvPr>
          <p:cNvSpPr/>
          <p:nvPr/>
        </p:nvSpPr>
        <p:spPr>
          <a:xfrm>
            <a:off x="3833837" y="5878139"/>
            <a:ext cx="884898" cy="56605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dirty="0"/>
              <a:t>Reflection</a:t>
            </a:r>
            <a:r>
              <a:rPr lang="pl-PL" sz="1400" dirty="0"/>
              <a:t> </a:t>
            </a:r>
            <a:r>
              <a:rPr lang="en-US" sz="1400" dirty="0"/>
              <a:t>Pass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950C50E-FB7B-446A-88D9-13A6A6197F24}"/>
              </a:ext>
            </a:extLst>
          </p:cNvPr>
          <p:cNvCxnSpPr>
            <a:cxnSpLocks/>
          </p:cNvCxnSpPr>
          <p:nvPr/>
        </p:nvCxnSpPr>
        <p:spPr>
          <a:xfrm>
            <a:off x="3974250" y="4600039"/>
            <a:ext cx="0" cy="12712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0894DCD-2682-A313-F046-DEE64E7E91F2}"/>
              </a:ext>
            </a:extLst>
          </p:cNvPr>
          <p:cNvSpPr/>
          <p:nvPr/>
        </p:nvSpPr>
        <p:spPr>
          <a:xfrm>
            <a:off x="453337" y="803924"/>
            <a:ext cx="10408196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Previous Frame</a:t>
            </a:r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77D167C7-5233-EECF-D63E-802D38D241E1}"/>
              </a:ext>
            </a:extLst>
          </p:cNvPr>
          <p:cNvCxnSpPr>
            <a:cxnSpLocks/>
            <a:stCxn id="297" idx="0"/>
            <a:endCxn id="245" idx="1"/>
          </p:cNvCxnSpPr>
          <p:nvPr/>
        </p:nvCxnSpPr>
        <p:spPr>
          <a:xfrm flipV="1">
            <a:off x="9268654" y="1256859"/>
            <a:ext cx="0" cy="3960575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9D54712A-F239-F3AE-8C54-BE79175740FD}"/>
              </a:ext>
            </a:extLst>
          </p:cNvPr>
          <p:cNvCxnSpPr>
            <a:cxnSpLocks/>
            <a:stCxn id="246" idx="0"/>
            <a:endCxn id="251" idx="3"/>
          </p:cNvCxnSpPr>
          <p:nvPr/>
        </p:nvCxnSpPr>
        <p:spPr>
          <a:xfrm flipH="1" flipV="1">
            <a:off x="8029594" y="1256402"/>
            <a:ext cx="13417" cy="3969389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435B76C7-92E2-586A-AAB5-2C3D7CF848A9}"/>
              </a:ext>
            </a:extLst>
          </p:cNvPr>
          <p:cNvCxnSpPr>
            <a:cxnSpLocks/>
            <a:stCxn id="243" idx="0"/>
            <a:endCxn id="251" idx="1"/>
          </p:cNvCxnSpPr>
          <p:nvPr/>
        </p:nvCxnSpPr>
        <p:spPr>
          <a:xfrm flipH="1" flipV="1">
            <a:off x="7358392" y="1256402"/>
            <a:ext cx="4260" cy="4640197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497008E6-2B93-26FC-0B4C-ACDDB41FE865}"/>
              </a:ext>
            </a:extLst>
          </p:cNvPr>
          <p:cNvCxnSpPr>
            <a:cxnSpLocks/>
            <a:stCxn id="238" idx="0"/>
            <a:endCxn id="237" idx="1"/>
          </p:cNvCxnSpPr>
          <p:nvPr/>
        </p:nvCxnSpPr>
        <p:spPr>
          <a:xfrm flipV="1">
            <a:off x="6426144" y="1250896"/>
            <a:ext cx="1" cy="3966538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3A38B8A6-21C2-7321-0FE0-91735D9AF0B4}"/>
              </a:ext>
            </a:extLst>
          </p:cNvPr>
          <p:cNvCxnSpPr>
            <a:cxnSpLocks/>
          </p:cNvCxnSpPr>
          <p:nvPr/>
        </p:nvCxnSpPr>
        <p:spPr>
          <a:xfrm>
            <a:off x="6337270" y="2578179"/>
            <a:ext cx="0" cy="26407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CF46B8B8-AC59-ECE4-5F5F-3F710FE878CF}"/>
              </a:ext>
            </a:extLst>
          </p:cNvPr>
          <p:cNvCxnSpPr>
            <a:cxnSpLocks/>
          </p:cNvCxnSpPr>
          <p:nvPr/>
        </p:nvCxnSpPr>
        <p:spPr>
          <a:xfrm>
            <a:off x="8781430" y="1055924"/>
            <a:ext cx="0" cy="48271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087488B2-290B-0172-4564-4C3B24245CAD}"/>
              </a:ext>
            </a:extLst>
          </p:cNvPr>
          <p:cNvCxnSpPr>
            <a:cxnSpLocks/>
            <a:stCxn id="291" idx="0"/>
            <a:endCxn id="298" idx="1"/>
          </p:cNvCxnSpPr>
          <p:nvPr/>
        </p:nvCxnSpPr>
        <p:spPr>
          <a:xfrm flipV="1">
            <a:off x="8880426" y="1256299"/>
            <a:ext cx="10527" cy="4633475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E6C03DF-AA2E-CF82-B8EB-1389DFCF495C}"/>
              </a:ext>
            </a:extLst>
          </p:cNvPr>
          <p:cNvSpPr/>
          <p:nvPr/>
        </p:nvSpPr>
        <p:spPr>
          <a:xfrm>
            <a:off x="3067621" y="5178745"/>
            <a:ext cx="808192" cy="56605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GI </a:t>
            </a:r>
            <a:r>
              <a:rPr lang="en-US" sz="1400" dirty="0"/>
              <a:t>Pass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4DA7103-064A-1F77-D5AC-9218993267C2}"/>
              </a:ext>
            </a:extLst>
          </p:cNvPr>
          <p:cNvCxnSpPr>
            <a:cxnSpLocks/>
          </p:cNvCxnSpPr>
          <p:nvPr/>
        </p:nvCxnSpPr>
        <p:spPr>
          <a:xfrm>
            <a:off x="3380547" y="4285319"/>
            <a:ext cx="0" cy="8952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FA707FA-253C-B7CF-9CD6-271CD33F9F57}"/>
              </a:ext>
            </a:extLst>
          </p:cNvPr>
          <p:cNvCxnSpPr>
            <a:cxnSpLocks/>
          </p:cNvCxnSpPr>
          <p:nvPr/>
        </p:nvCxnSpPr>
        <p:spPr>
          <a:xfrm>
            <a:off x="4081869" y="4285319"/>
            <a:ext cx="0" cy="15882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8" name="Rectangle: Rounded Corners 307">
            <a:extLst>
              <a:ext uri="{FF2B5EF4-FFF2-40B4-BE49-F238E27FC236}">
                <a16:creationId xmlns:a16="http://schemas.microsoft.com/office/drawing/2014/main" id="{25551650-929F-E3B8-341C-8434C92DFF36}"/>
              </a:ext>
            </a:extLst>
          </p:cNvPr>
          <p:cNvSpPr/>
          <p:nvPr/>
        </p:nvSpPr>
        <p:spPr>
          <a:xfrm>
            <a:off x="5160225" y="5881498"/>
            <a:ext cx="1116256" cy="56605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Direct Illumination</a:t>
            </a:r>
          </a:p>
        </p:txBody>
      </p: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607064B7-932C-6CB1-7FE6-B3A4910BB6DA}"/>
              </a:ext>
            </a:extLst>
          </p:cNvPr>
          <p:cNvCxnSpPr>
            <a:cxnSpLocks/>
          </p:cNvCxnSpPr>
          <p:nvPr/>
        </p:nvCxnSpPr>
        <p:spPr>
          <a:xfrm>
            <a:off x="5513411" y="4285319"/>
            <a:ext cx="0" cy="15790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A1D212DF-E605-A61B-5A31-304FFBC634AD}"/>
              </a:ext>
            </a:extLst>
          </p:cNvPr>
          <p:cNvCxnSpPr>
            <a:cxnSpLocks/>
          </p:cNvCxnSpPr>
          <p:nvPr/>
        </p:nvCxnSpPr>
        <p:spPr>
          <a:xfrm>
            <a:off x="5419050" y="4600039"/>
            <a:ext cx="0" cy="12665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F002F5C-75B7-1674-E781-67769B383F4B}"/>
              </a:ext>
            </a:extLst>
          </p:cNvPr>
          <p:cNvCxnSpPr>
            <a:cxnSpLocks/>
          </p:cNvCxnSpPr>
          <p:nvPr/>
        </p:nvCxnSpPr>
        <p:spPr>
          <a:xfrm>
            <a:off x="5324689" y="4996252"/>
            <a:ext cx="0" cy="872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625FE60-5259-2803-E8FC-39E8762EC0A8}"/>
              </a:ext>
            </a:extLst>
          </p:cNvPr>
          <p:cNvCxnSpPr>
            <a:cxnSpLocks/>
          </p:cNvCxnSpPr>
          <p:nvPr/>
        </p:nvCxnSpPr>
        <p:spPr>
          <a:xfrm>
            <a:off x="6176792" y="3305495"/>
            <a:ext cx="0" cy="19096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1F308C-4353-F6CE-EF51-F9C132A2ACFE}"/>
              </a:ext>
            </a:extLst>
          </p:cNvPr>
          <p:cNvCxnSpPr>
            <a:cxnSpLocks/>
          </p:cNvCxnSpPr>
          <p:nvPr/>
        </p:nvCxnSpPr>
        <p:spPr>
          <a:xfrm>
            <a:off x="6093022" y="3960045"/>
            <a:ext cx="0" cy="12573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A82AEBF-19B9-E2E9-324F-C98E14D481C5}"/>
              </a:ext>
            </a:extLst>
          </p:cNvPr>
          <p:cNvCxnSpPr>
            <a:cxnSpLocks/>
          </p:cNvCxnSpPr>
          <p:nvPr/>
        </p:nvCxnSpPr>
        <p:spPr>
          <a:xfrm>
            <a:off x="6009251" y="4285319"/>
            <a:ext cx="0" cy="9274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42511F26-E4C4-FA9C-B731-45C3F3420332}"/>
              </a:ext>
            </a:extLst>
          </p:cNvPr>
          <p:cNvCxnSpPr>
            <a:cxnSpLocks/>
          </p:cNvCxnSpPr>
          <p:nvPr/>
        </p:nvCxnSpPr>
        <p:spPr>
          <a:xfrm>
            <a:off x="5925481" y="4606863"/>
            <a:ext cx="0" cy="6058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9255C7-E8EF-E909-A51F-937059A822E9}"/>
              </a:ext>
            </a:extLst>
          </p:cNvPr>
          <p:cNvSpPr/>
          <p:nvPr/>
        </p:nvSpPr>
        <p:spPr>
          <a:xfrm>
            <a:off x="3470907" y="2253005"/>
            <a:ext cx="797578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en-US" sz="1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BC43F7-F297-4846-1563-8111185437B3}"/>
              </a:ext>
            </a:extLst>
          </p:cNvPr>
          <p:cNvSpPr/>
          <p:nvPr/>
        </p:nvSpPr>
        <p:spPr>
          <a:xfrm>
            <a:off x="3471718" y="1600827"/>
            <a:ext cx="804568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en-US" sz="1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E456564-C7A6-4BC0-9180-E382E061CDE6}"/>
              </a:ext>
            </a:extLst>
          </p:cNvPr>
          <p:cNvSpPr/>
          <p:nvPr/>
        </p:nvSpPr>
        <p:spPr>
          <a:xfrm>
            <a:off x="4276287" y="1601598"/>
            <a:ext cx="1438764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en-US" sz="1400" dirty="0"/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FB4BADD8-425A-AD42-981B-5F5817C48D37}"/>
              </a:ext>
            </a:extLst>
          </p:cNvPr>
          <p:cNvSpPr/>
          <p:nvPr/>
        </p:nvSpPr>
        <p:spPr>
          <a:xfrm>
            <a:off x="4280608" y="2249766"/>
            <a:ext cx="1435241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en-US" sz="1400" dirty="0"/>
          </a:p>
        </p:txBody>
      </p:sp>
      <p:sp>
        <p:nvSpPr>
          <p:cNvPr id="2" name="Rectangle: Rounded Corners 16">
            <a:extLst>
              <a:ext uri="{FF2B5EF4-FFF2-40B4-BE49-F238E27FC236}">
                <a16:creationId xmlns:a16="http://schemas.microsoft.com/office/drawing/2014/main" id="{AF7377FE-8B40-BA00-56FF-911D65BD059E}"/>
              </a:ext>
            </a:extLst>
          </p:cNvPr>
          <p:cNvSpPr/>
          <p:nvPr/>
        </p:nvSpPr>
        <p:spPr>
          <a:xfrm>
            <a:off x="3470909" y="1930018"/>
            <a:ext cx="797578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en-US" sz="1400" dirty="0"/>
          </a:p>
        </p:txBody>
      </p:sp>
      <p:sp>
        <p:nvSpPr>
          <p:cNvPr id="4" name="Rectangle: Rounded Corners 29">
            <a:extLst>
              <a:ext uri="{FF2B5EF4-FFF2-40B4-BE49-F238E27FC236}">
                <a16:creationId xmlns:a16="http://schemas.microsoft.com/office/drawing/2014/main" id="{C49B0B23-C9E1-32A2-C677-8BFAEFD212A0}"/>
              </a:ext>
            </a:extLst>
          </p:cNvPr>
          <p:cNvSpPr/>
          <p:nvPr/>
        </p:nvSpPr>
        <p:spPr>
          <a:xfrm>
            <a:off x="4275478" y="1930789"/>
            <a:ext cx="1438764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en-US" sz="1400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B6DCA65-5EC2-5569-427D-F45A9C049F1A}"/>
              </a:ext>
            </a:extLst>
          </p:cNvPr>
          <p:cNvCxnSpPr>
            <a:cxnSpLocks/>
            <a:stCxn id="43" idx="0"/>
            <a:endCxn id="30" idx="1"/>
          </p:cNvCxnSpPr>
          <p:nvPr/>
        </p:nvCxnSpPr>
        <p:spPr>
          <a:xfrm flipV="1">
            <a:off x="4276286" y="1727598"/>
            <a:ext cx="1" cy="4150541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7003B8D-0870-D099-A2F5-473CFF7DB572}"/>
              </a:ext>
            </a:extLst>
          </p:cNvPr>
          <p:cNvCxnSpPr>
            <a:cxnSpLocks/>
            <a:stCxn id="72" idx="0"/>
            <a:endCxn id="17" idx="1"/>
          </p:cNvCxnSpPr>
          <p:nvPr/>
        </p:nvCxnSpPr>
        <p:spPr>
          <a:xfrm flipV="1">
            <a:off x="3471717" y="1726827"/>
            <a:ext cx="1" cy="3451918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363A2161-2D8B-113E-5401-16820E0CCF39}"/>
              </a:ext>
            </a:extLst>
          </p:cNvPr>
          <p:cNvCxnSpPr>
            <a:cxnSpLocks/>
            <a:stCxn id="308" idx="0"/>
            <a:endCxn id="30" idx="3"/>
          </p:cNvCxnSpPr>
          <p:nvPr/>
        </p:nvCxnSpPr>
        <p:spPr>
          <a:xfrm flipH="1" flipV="1">
            <a:off x="5715051" y="1727598"/>
            <a:ext cx="3302" cy="415390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BF4E14F-C80A-1F5A-70F8-5A26C1EE372E}"/>
              </a:ext>
            </a:extLst>
          </p:cNvPr>
          <p:cNvCxnSpPr>
            <a:cxnSpLocks/>
          </p:cNvCxnSpPr>
          <p:nvPr/>
        </p:nvCxnSpPr>
        <p:spPr>
          <a:xfrm>
            <a:off x="4181920" y="1055924"/>
            <a:ext cx="0" cy="48222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: Rounded Corners 29">
            <a:extLst>
              <a:ext uri="{FF2B5EF4-FFF2-40B4-BE49-F238E27FC236}">
                <a16:creationId xmlns:a16="http://schemas.microsoft.com/office/drawing/2014/main" id="{62CA84F4-A5D8-24AE-2604-F518698AEB07}"/>
              </a:ext>
            </a:extLst>
          </p:cNvPr>
          <p:cNvSpPr/>
          <p:nvPr/>
        </p:nvSpPr>
        <p:spPr>
          <a:xfrm>
            <a:off x="5721876" y="1602138"/>
            <a:ext cx="697277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en-US" sz="1400" b="1" dirty="0"/>
          </a:p>
        </p:txBody>
      </p:sp>
      <p:sp>
        <p:nvSpPr>
          <p:cNvPr id="12" name="Rectangle: Rounded Corners 29">
            <a:extLst>
              <a:ext uri="{FF2B5EF4-FFF2-40B4-BE49-F238E27FC236}">
                <a16:creationId xmlns:a16="http://schemas.microsoft.com/office/drawing/2014/main" id="{6872983A-23B0-8753-B7EA-049C15A64652}"/>
              </a:ext>
            </a:extLst>
          </p:cNvPr>
          <p:cNvSpPr/>
          <p:nvPr/>
        </p:nvSpPr>
        <p:spPr>
          <a:xfrm>
            <a:off x="5723553" y="1930018"/>
            <a:ext cx="697277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en-US" sz="1400" b="1" dirty="0"/>
          </a:p>
        </p:txBody>
      </p:sp>
      <p:sp>
        <p:nvSpPr>
          <p:cNvPr id="13" name="Rectangle: Rounded Corners 29">
            <a:extLst>
              <a:ext uri="{FF2B5EF4-FFF2-40B4-BE49-F238E27FC236}">
                <a16:creationId xmlns:a16="http://schemas.microsoft.com/office/drawing/2014/main" id="{480C04B2-BBE1-568D-E8FB-E0B77C0D61B7}"/>
              </a:ext>
            </a:extLst>
          </p:cNvPr>
          <p:cNvSpPr/>
          <p:nvPr/>
        </p:nvSpPr>
        <p:spPr>
          <a:xfrm>
            <a:off x="5722674" y="2246661"/>
            <a:ext cx="697277" cy="252000"/>
          </a:xfrm>
          <a:prstGeom prst="roundRect">
            <a:avLst>
              <a:gd name="adj" fmla="val 363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endParaRPr lang="en-US" sz="1400" b="1" dirty="0"/>
          </a:p>
        </p:txBody>
      </p:sp>
      <p:cxnSp>
        <p:nvCxnSpPr>
          <p:cNvPr id="63" name="Straight Arrow Connector 267">
            <a:extLst>
              <a:ext uri="{FF2B5EF4-FFF2-40B4-BE49-F238E27FC236}">
                <a16:creationId xmlns:a16="http://schemas.microsoft.com/office/drawing/2014/main" id="{1C2A4C56-09E1-161F-DB17-0CB3A08DFC98}"/>
              </a:ext>
            </a:extLst>
          </p:cNvPr>
          <p:cNvCxnSpPr>
            <a:cxnSpLocks/>
          </p:cNvCxnSpPr>
          <p:nvPr/>
        </p:nvCxnSpPr>
        <p:spPr>
          <a:xfrm>
            <a:off x="3180034" y="4996252"/>
            <a:ext cx="0" cy="1876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4" name="Prostokąt: zaokrąglone rogi 263">
            <a:extLst>
              <a:ext uri="{FF2B5EF4-FFF2-40B4-BE49-F238E27FC236}">
                <a16:creationId xmlns:a16="http://schemas.microsoft.com/office/drawing/2014/main" id="{96D42437-11E0-5E41-75D8-143167653D6B}"/>
              </a:ext>
            </a:extLst>
          </p:cNvPr>
          <p:cNvSpPr/>
          <p:nvPr/>
        </p:nvSpPr>
        <p:spPr>
          <a:xfrm>
            <a:off x="3913523" y="195833"/>
            <a:ext cx="3199775" cy="35845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GPU Memory Buffers Lifetimes</a:t>
            </a:r>
          </a:p>
        </p:txBody>
      </p:sp>
    </p:spTree>
    <p:extLst>
      <p:ext uri="{BB962C8B-B14F-4D97-AF65-F5344CB8AC3E}">
        <p14:creationId xmlns:p14="http://schemas.microsoft.com/office/powerpoint/2010/main" val="25504523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37750</TotalTime>
  <Words>1139</Words>
  <Application>Microsoft Office PowerPoint</Application>
  <PresentationFormat>Panoramiczny</PresentationFormat>
  <Paragraphs>193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Gudea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Paweł</dc:creator>
  <cp:lastModifiedBy>Paweł</cp:lastModifiedBy>
  <cp:revision>85</cp:revision>
  <dcterms:created xsi:type="dcterms:W3CDTF">2023-07-13T00:34:55Z</dcterms:created>
  <dcterms:modified xsi:type="dcterms:W3CDTF">2026-10-11T03:14:52Z</dcterms:modified>
</cp:coreProperties>
</file>
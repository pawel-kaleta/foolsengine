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76" r:id="rId4"/>
    <p:sldId id="287" r:id="rId5"/>
    <p:sldId id="258" r:id="rId6"/>
    <p:sldId id="259" r:id="rId7"/>
    <p:sldId id="285" r:id="rId8"/>
    <p:sldId id="286" r:id="rId9"/>
    <p:sldId id="263" r:id="rId10"/>
    <p:sldId id="267" r:id="rId11"/>
    <p:sldId id="262" r:id="rId12"/>
    <p:sldId id="257" r:id="rId13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0FCF930-6044-45E4-A42C-D6FD0B186388}">
          <p14:sldIdLst>
            <p14:sldId id="256"/>
            <p14:sldId id="275"/>
            <p14:sldId id="276"/>
            <p14:sldId id="287"/>
            <p14:sldId id="258"/>
            <p14:sldId id="259"/>
            <p14:sldId id="285"/>
            <p14:sldId id="286"/>
            <p14:sldId id="263"/>
            <p14:sldId id="267"/>
            <p14:sldId id="262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weł" initials="P" lastIdx="1" clrIdx="0">
    <p:extLst>
      <p:ext uri="{19B8F6BF-5375-455C-9EA6-DF929625EA0E}">
        <p15:presenceInfo xmlns:p15="http://schemas.microsoft.com/office/powerpoint/2012/main" userId="Paweł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FFFFFF"/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74" autoAdjust="0"/>
    <p:restoredTop sz="94660"/>
  </p:normalViewPr>
  <p:slideViewPr>
    <p:cSldViewPr snapToGrid="0">
      <p:cViewPr varScale="1">
        <p:scale>
          <a:sx n="158" d="100"/>
          <a:sy n="158" d="100"/>
        </p:scale>
        <p:origin x="174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2A7F8C-4384-4FED-90C3-C50AD51CD4D0}" type="doc">
      <dgm:prSet loTypeId="urn:microsoft.com/office/officeart/2005/8/layout/process4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CA02680-229E-4DE5-8E8F-D7DCCA469999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 anchor="ctr"/>
        <a:lstStyle/>
        <a:p>
          <a:pPr algn="l"/>
          <a:r>
            <a:rPr lang="en-US" sz="1600" b="0" noProof="0" dirty="0"/>
            <a:t>7 – Integration Layer</a:t>
          </a:r>
        </a:p>
      </dgm:t>
    </dgm:pt>
    <dgm:pt modelId="{FD9C8912-36C2-4F70-8D27-0C7B04281544}" type="parTrans" cxnId="{F72A6830-7DE4-4781-8BD8-BB5BAFDFFB3D}">
      <dgm:prSet/>
      <dgm:spPr/>
      <dgm:t>
        <a:bodyPr/>
        <a:lstStyle/>
        <a:p>
          <a:endParaRPr lang="en-US"/>
        </a:p>
      </dgm:t>
    </dgm:pt>
    <dgm:pt modelId="{399D986D-F361-4165-9BF5-4EE27F4222A9}" type="sibTrans" cxnId="{F72A6830-7DE4-4781-8BD8-BB5BAFDFFB3D}">
      <dgm:prSet/>
      <dgm:spPr/>
      <dgm:t>
        <a:bodyPr/>
        <a:lstStyle/>
        <a:p>
          <a:endParaRPr lang="en-US"/>
        </a:p>
      </dgm:t>
    </dgm:pt>
    <dgm:pt modelId="{15D27807-574C-49D4-AAE8-60C386DD610E}">
      <dgm:prSet phldrT="[Text]" custT="1">
        <dgm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5</a:t>
          </a:r>
          <a:r>
            <a:rPr lang="en-US" sz="1600" b="0" noProof="0" dirty="0"/>
            <a:t> – Representation Layer</a:t>
          </a:r>
        </a:p>
      </dgm:t>
    </dgm:pt>
    <dgm:pt modelId="{12794ECD-87A3-4EB4-B8FB-778740C225A6}" type="parTrans" cxnId="{A8F79E71-435F-40AC-9C75-ACDA74F128AC}">
      <dgm:prSet/>
      <dgm:spPr/>
      <dgm:t>
        <a:bodyPr/>
        <a:lstStyle/>
        <a:p>
          <a:endParaRPr lang="en-US"/>
        </a:p>
      </dgm:t>
    </dgm:pt>
    <dgm:pt modelId="{6206A475-1A0B-4810-89EF-DE321E2667A1}" type="sibTrans" cxnId="{A8F79E71-435F-40AC-9C75-ACDA74F128AC}">
      <dgm:prSet/>
      <dgm:spPr/>
      <dgm:t>
        <a:bodyPr/>
        <a:lstStyle/>
        <a:p>
          <a:endParaRPr lang="en-US"/>
        </a:p>
      </dgm:t>
    </dgm:pt>
    <dgm:pt modelId="{425CD942-2779-41D0-914F-F640AB7E3C5D}">
      <dgm:prSet phldrT="[Text]" custT="1">
        <dgm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3 – Command Layer</a:t>
          </a:r>
        </a:p>
      </dgm:t>
    </dgm:pt>
    <dgm:pt modelId="{26726183-1047-4D19-B9C9-AFA9DCE3BFF1}" type="parTrans" cxnId="{0784F12C-A432-4EA0-B448-B797BA8E04F8}">
      <dgm:prSet/>
      <dgm:spPr/>
      <dgm:t>
        <a:bodyPr/>
        <a:lstStyle/>
        <a:p>
          <a:endParaRPr lang="en-US"/>
        </a:p>
      </dgm:t>
    </dgm:pt>
    <dgm:pt modelId="{BC1C9FDF-FF4F-4C1B-8990-DC00A0EA6773}" type="sibTrans" cxnId="{0784F12C-A432-4EA0-B448-B797BA8E04F8}">
      <dgm:prSet/>
      <dgm:spPr/>
      <dgm:t>
        <a:bodyPr/>
        <a:lstStyle/>
        <a:p>
          <a:endParaRPr lang="en-US"/>
        </a:p>
      </dgm:t>
    </dgm:pt>
    <dgm:pt modelId="{67180261-FA11-4C70-99B6-208D22A34225}">
      <dgm:prSet phldrT="[Text]" custT="1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2 – Resource Layer</a:t>
          </a:r>
        </a:p>
      </dgm:t>
    </dgm:pt>
    <dgm:pt modelId="{59464F09-C52D-4303-BCD3-E1A86FD40B46}" type="parTrans" cxnId="{3E7F8416-6E5A-4FB7-8B5D-7E6552DB9137}">
      <dgm:prSet/>
      <dgm:spPr/>
      <dgm:t>
        <a:bodyPr/>
        <a:lstStyle/>
        <a:p>
          <a:endParaRPr lang="en-US"/>
        </a:p>
      </dgm:t>
    </dgm:pt>
    <dgm:pt modelId="{EFC46B28-C8E4-4492-89C7-7481CD0F35E9}" type="sibTrans" cxnId="{3E7F8416-6E5A-4FB7-8B5D-7E6552DB9137}">
      <dgm:prSet/>
      <dgm:spPr/>
      <dgm:t>
        <a:bodyPr/>
        <a:lstStyle/>
        <a:p>
          <a:endParaRPr lang="en-US"/>
        </a:p>
      </dgm:t>
    </dgm:pt>
    <dgm:pt modelId="{432AFB55-08FE-4212-9DC7-D14ED2A025FB}">
      <dgm:prSet phldrT="[Text]" custT="1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1 – Description Layer</a:t>
          </a:r>
        </a:p>
      </dgm:t>
    </dgm:pt>
    <dgm:pt modelId="{05D130B0-583C-42EF-A013-EBA84E5F5145}" type="parTrans" cxnId="{56130A09-99EE-4BE9-B402-62BA4482F777}">
      <dgm:prSet/>
      <dgm:spPr/>
      <dgm:t>
        <a:bodyPr/>
        <a:lstStyle/>
        <a:p>
          <a:endParaRPr lang="en-US"/>
        </a:p>
      </dgm:t>
    </dgm:pt>
    <dgm:pt modelId="{C810953B-BB37-4D99-95A3-2A0E2B593AD3}" type="sibTrans" cxnId="{56130A09-99EE-4BE9-B402-62BA4482F777}">
      <dgm:prSet/>
      <dgm:spPr/>
      <dgm:t>
        <a:bodyPr/>
        <a:lstStyle/>
        <a:p>
          <a:endParaRPr lang="en-US"/>
        </a:p>
      </dgm:t>
    </dgm:pt>
    <dgm:pt modelId="{42BCD4A9-A9CF-4288-8C26-147300DFC46C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0 – Graphics API Library</a:t>
          </a:r>
        </a:p>
      </dgm:t>
    </dgm:pt>
    <dgm:pt modelId="{2EC818B6-7EF7-49B2-8071-9F139B646C3D}" type="parTrans" cxnId="{69E0F8E1-8528-47CB-81D2-7A5C3269F765}">
      <dgm:prSet/>
      <dgm:spPr/>
      <dgm:t>
        <a:bodyPr/>
        <a:lstStyle/>
        <a:p>
          <a:endParaRPr lang="en-US"/>
        </a:p>
      </dgm:t>
    </dgm:pt>
    <dgm:pt modelId="{AC7342C8-5124-4DD3-A2EE-25BE180D55FB}" type="sibTrans" cxnId="{69E0F8E1-8528-47CB-81D2-7A5C3269F765}">
      <dgm:prSet/>
      <dgm:spPr/>
      <dgm:t>
        <a:bodyPr/>
        <a:lstStyle/>
        <a:p>
          <a:endParaRPr lang="en-US"/>
        </a:p>
      </dgm:t>
    </dgm:pt>
    <dgm:pt modelId="{409AF4A9-954C-4DBA-AD54-B8C01FAFB96B}">
      <dgm:prSet phldrT="[Text]" custT="1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6 – Render Layer</a:t>
          </a:r>
        </a:p>
      </dgm:t>
    </dgm:pt>
    <dgm:pt modelId="{446793BA-E1E5-4BFF-8B57-401A2EC8D6F9}" type="parTrans" cxnId="{790DD5CD-3F70-4ED3-9D20-1B8E281FFB5F}">
      <dgm:prSet/>
      <dgm:spPr/>
      <dgm:t>
        <a:bodyPr/>
        <a:lstStyle/>
        <a:p>
          <a:endParaRPr lang="en-US"/>
        </a:p>
      </dgm:t>
    </dgm:pt>
    <dgm:pt modelId="{36B1A9A3-E2F4-43F9-BD9A-410B4D6CF563}" type="sibTrans" cxnId="{790DD5CD-3F70-4ED3-9D20-1B8E281FFB5F}">
      <dgm:prSet/>
      <dgm:spPr/>
      <dgm:t>
        <a:bodyPr/>
        <a:lstStyle/>
        <a:p>
          <a:endParaRPr lang="en-US"/>
        </a:p>
      </dgm:t>
    </dgm:pt>
    <dgm:pt modelId="{6C759DB1-AA8F-4E5F-ACC1-39A0887F0CC5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Render Director</a:t>
          </a:r>
        </a:p>
      </dgm:t>
    </dgm:pt>
    <dgm:pt modelId="{EDF369F7-54FB-444E-ABC3-9BC56A17F9AC}" type="parTrans" cxnId="{00397594-4C85-45E1-A811-6BBD5AEC2395}">
      <dgm:prSet/>
      <dgm:spPr/>
      <dgm:t>
        <a:bodyPr/>
        <a:lstStyle/>
        <a:p>
          <a:endParaRPr lang="en-US"/>
        </a:p>
      </dgm:t>
    </dgm:pt>
    <dgm:pt modelId="{7C969A4F-3A03-49BE-AB91-8573F2EE957F}" type="sibTrans" cxnId="{00397594-4C85-45E1-A811-6BBD5AEC2395}">
      <dgm:prSet/>
      <dgm:spPr/>
      <dgm:t>
        <a:bodyPr/>
        <a:lstStyle/>
        <a:p>
          <a:endParaRPr lang="en-US"/>
        </a:p>
      </dgm:t>
    </dgm:pt>
    <dgm:pt modelId="{E70EBC57-D4F3-46AE-A368-8F90BEAE7FE0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Scene Renderer</a:t>
          </a:r>
        </a:p>
      </dgm:t>
    </dgm:pt>
    <dgm:pt modelId="{FA248630-6B92-47B6-8E5D-810D0F622E0B}" type="parTrans" cxnId="{35E04D62-7F0E-4670-BBAF-1474375DF3C1}">
      <dgm:prSet/>
      <dgm:spPr/>
      <dgm:t>
        <a:bodyPr/>
        <a:lstStyle/>
        <a:p>
          <a:endParaRPr lang="en-US"/>
        </a:p>
      </dgm:t>
    </dgm:pt>
    <dgm:pt modelId="{449DD7DE-1E04-47AD-87AC-1D81B28FEA33}" type="sibTrans" cxnId="{35E04D62-7F0E-4670-BBAF-1474375DF3C1}">
      <dgm:prSet/>
      <dgm:spPr/>
      <dgm:t>
        <a:bodyPr/>
        <a:lstStyle/>
        <a:p>
          <a:endParaRPr lang="en-US"/>
        </a:p>
      </dgm:t>
    </dgm:pt>
    <dgm:pt modelId="{9D86201F-66FF-4A06-9DD7-E03251646D18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UI Renderer</a:t>
          </a:r>
        </a:p>
      </dgm:t>
    </dgm:pt>
    <dgm:pt modelId="{9E2A35D4-E816-4EB6-8C0C-BD1BF59FC0C0}" type="parTrans" cxnId="{47652906-A1FC-46F9-8A4B-8C0FE89FE66B}">
      <dgm:prSet/>
      <dgm:spPr/>
      <dgm:t>
        <a:bodyPr/>
        <a:lstStyle/>
        <a:p>
          <a:endParaRPr lang="en-US"/>
        </a:p>
      </dgm:t>
    </dgm:pt>
    <dgm:pt modelId="{D2E93AB9-EBCF-401A-8EA0-081669804887}" type="sibTrans" cxnId="{47652906-A1FC-46F9-8A4B-8C0FE89FE66B}">
      <dgm:prSet/>
      <dgm:spPr/>
      <dgm:t>
        <a:bodyPr/>
        <a:lstStyle/>
        <a:p>
          <a:endParaRPr lang="en-US"/>
        </a:p>
      </dgm:t>
    </dgm:pt>
    <dgm:pt modelId="{2269DD83-D67F-4FB0-9942-2AF4B340CC6D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2D Renderer</a:t>
          </a:r>
        </a:p>
      </dgm:t>
    </dgm:pt>
    <dgm:pt modelId="{78F6A4A8-987C-4BC1-8EFF-B7A0E8288834}" type="parTrans" cxnId="{B417DE99-F37D-4309-B6E7-1F83A8810804}">
      <dgm:prSet/>
      <dgm:spPr/>
      <dgm:t>
        <a:bodyPr/>
        <a:lstStyle/>
        <a:p>
          <a:endParaRPr lang="en-US"/>
        </a:p>
      </dgm:t>
    </dgm:pt>
    <dgm:pt modelId="{72B0AB2A-CE92-4545-881E-E18BDECFA0F9}" type="sibTrans" cxnId="{B417DE99-F37D-4309-B6E7-1F83A8810804}">
      <dgm:prSet/>
      <dgm:spPr/>
      <dgm:t>
        <a:bodyPr/>
        <a:lstStyle/>
        <a:p>
          <a:endParaRPr lang="en-US"/>
        </a:p>
      </dgm:t>
    </dgm:pt>
    <dgm:pt modelId="{31E7D85A-EDE4-4DCA-B913-3AC6753C5FA3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Deferred Renderer</a:t>
          </a:r>
        </a:p>
      </dgm:t>
    </dgm:pt>
    <dgm:pt modelId="{374B05F3-0BAA-4B9E-AC9C-2166C2522B9E}" type="parTrans" cxnId="{F15BCE8B-AF12-4D82-A898-8E536A98EF24}">
      <dgm:prSet/>
      <dgm:spPr/>
      <dgm:t>
        <a:bodyPr/>
        <a:lstStyle/>
        <a:p>
          <a:endParaRPr lang="en-US"/>
        </a:p>
      </dgm:t>
    </dgm:pt>
    <dgm:pt modelId="{7010EDC2-EBE9-4C17-B23D-DF83E724D4AD}" type="sibTrans" cxnId="{F15BCE8B-AF12-4D82-A898-8E536A98EF24}">
      <dgm:prSet/>
      <dgm:spPr/>
      <dgm:t>
        <a:bodyPr/>
        <a:lstStyle/>
        <a:p>
          <a:endParaRPr lang="en-US"/>
        </a:p>
      </dgm:t>
    </dgm:pt>
    <dgm:pt modelId="{E81EB8A0-9EF1-4EAF-A2B8-551C13216DF8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Forward Renderer</a:t>
          </a:r>
        </a:p>
      </dgm:t>
    </dgm:pt>
    <dgm:pt modelId="{9008DA27-F177-4E96-BCF1-1D87EE49D4DC}" type="parTrans" cxnId="{B43CC404-A7B8-447F-B7A3-49B6818B335B}">
      <dgm:prSet/>
      <dgm:spPr/>
      <dgm:t>
        <a:bodyPr/>
        <a:lstStyle/>
        <a:p>
          <a:endParaRPr lang="en-US"/>
        </a:p>
      </dgm:t>
    </dgm:pt>
    <dgm:pt modelId="{5CB57855-6634-4F85-A710-BC9F3346222F}" type="sibTrans" cxnId="{B43CC404-A7B8-447F-B7A3-49B6818B335B}">
      <dgm:prSet/>
      <dgm:spPr/>
      <dgm:t>
        <a:bodyPr/>
        <a:lstStyle/>
        <a:p>
          <a:endParaRPr lang="en-US"/>
        </a:p>
      </dgm:t>
    </dgm:pt>
    <dgm:pt modelId="{4515462C-7E2D-4234-9038-B312C89DB609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VFX Renderer</a:t>
          </a:r>
        </a:p>
      </dgm:t>
    </dgm:pt>
    <dgm:pt modelId="{358F92BB-E0B2-4DC6-B42B-8E1CAB8755B7}" type="parTrans" cxnId="{6AA2BDD5-9BC6-4FA9-9DBA-DC9EB1DACB35}">
      <dgm:prSet/>
      <dgm:spPr/>
      <dgm:t>
        <a:bodyPr/>
        <a:lstStyle/>
        <a:p>
          <a:endParaRPr lang="en-US"/>
        </a:p>
      </dgm:t>
    </dgm:pt>
    <dgm:pt modelId="{173046BB-6E91-4E0B-A11F-C325C008808B}" type="sibTrans" cxnId="{6AA2BDD5-9BC6-4FA9-9DBA-DC9EB1DACB35}">
      <dgm:prSet/>
      <dgm:spPr/>
      <dgm:t>
        <a:bodyPr/>
        <a:lstStyle/>
        <a:p>
          <a:endParaRPr lang="en-US"/>
        </a:p>
      </dgm:t>
    </dgm:pt>
    <dgm:pt modelId="{3FF4402C-00FA-42C7-86CB-68772B16FF58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Shader</a:t>
          </a:r>
        </a:p>
      </dgm:t>
    </dgm:pt>
    <dgm:pt modelId="{B8D143BE-9556-4FC8-8B3C-F29A7E63A0A0}" type="parTrans" cxnId="{95E408B6-4730-4FB2-A349-244E6558246B}">
      <dgm:prSet/>
      <dgm:spPr/>
      <dgm:t>
        <a:bodyPr/>
        <a:lstStyle/>
        <a:p>
          <a:endParaRPr lang="en-US"/>
        </a:p>
      </dgm:t>
    </dgm:pt>
    <dgm:pt modelId="{7B36BCAE-412D-4210-8415-6A0FF6F546A1}" type="sibTrans" cxnId="{95E408B6-4730-4FB2-A349-244E6558246B}">
      <dgm:prSet/>
      <dgm:spPr/>
      <dgm:t>
        <a:bodyPr/>
        <a:lstStyle/>
        <a:p>
          <a:endParaRPr lang="en-US"/>
        </a:p>
      </dgm:t>
    </dgm:pt>
    <dgm:pt modelId="{E54710DB-085F-483B-A1A1-F8D6CF1F9C25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Texture2D</a:t>
          </a:r>
        </a:p>
      </dgm:t>
    </dgm:pt>
    <dgm:pt modelId="{487EC583-3FE6-4B87-A155-7842AD330C79}" type="parTrans" cxnId="{D66D5516-22F0-490B-AC02-E8DE59506237}">
      <dgm:prSet/>
      <dgm:spPr/>
      <dgm:t>
        <a:bodyPr/>
        <a:lstStyle/>
        <a:p>
          <a:endParaRPr lang="en-US"/>
        </a:p>
      </dgm:t>
    </dgm:pt>
    <dgm:pt modelId="{457B37F5-D6AC-49CF-98D5-0A70C246EFBC}" type="sibTrans" cxnId="{D66D5516-22F0-490B-AC02-E8DE59506237}">
      <dgm:prSet/>
      <dgm:spPr/>
      <dgm:t>
        <a:bodyPr/>
        <a:lstStyle/>
        <a:p>
          <a:endParaRPr lang="en-US"/>
        </a:p>
      </dgm:t>
    </dgm:pt>
    <dgm:pt modelId="{3DD0F6E9-16F1-4C3E-A111-9AD649AC69FE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DownStream</a:t>
          </a:r>
        </a:p>
      </dgm:t>
    </dgm:pt>
    <dgm:pt modelId="{2517DA87-F129-4864-82EC-FF4DFF2D0ABD}" type="parTrans" cxnId="{6F807805-A700-4221-BDEE-E6985E5C7BA9}">
      <dgm:prSet/>
      <dgm:spPr/>
      <dgm:t>
        <a:bodyPr/>
        <a:lstStyle/>
        <a:p>
          <a:endParaRPr lang="en-US"/>
        </a:p>
      </dgm:t>
    </dgm:pt>
    <dgm:pt modelId="{D2BFE468-212E-4CEE-918E-5B6DA61B9721}" type="sibTrans" cxnId="{6F807805-A700-4221-BDEE-E6985E5C7BA9}">
      <dgm:prSet/>
      <dgm:spPr/>
      <dgm:t>
        <a:bodyPr/>
        <a:lstStyle/>
        <a:p>
          <a:endParaRPr lang="en-US"/>
        </a:p>
      </dgm:t>
    </dgm:pt>
    <dgm:pt modelId="{06CC86FE-A12F-4402-93CA-A5C169967C38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G</a:t>
          </a:r>
          <a:r>
            <a:rPr lang="pl-PL" sz="1200" noProof="0" dirty="0"/>
            <a:t>API</a:t>
          </a:r>
          <a:r>
            <a:rPr lang="en-US" sz="1200" noProof="0" dirty="0"/>
            <a:t>Type</a:t>
          </a:r>
        </a:p>
      </dgm:t>
    </dgm:pt>
    <dgm:pt modelId="{FCA50631-918E-48A6-85F0-5995B92E8D28}" type="parTrans" cxnId="{CD2FCE26-6BCA-4200-B507-749FE01FE5EF}">
      <dgm:prSet/>
      <dgm:spPr/>
      <dgm:t>
        <a:bodyPr/>
        <a:lstStyle/>
        <a:p>
          <a:endParaRPr lang="en-US"/>
        </a:p>
      </dgm:t>
    </dgm:pt>
    <dgm:pt modelId="{97AFA29E-B063-46D2-831E-4424B3690E1A}" type="sibTrans" cxnId="{CD2FCE26-6BCA-4200-B507-749FE01FE5EF}">
      <dgm:prSet/>
      <dgm:spPr/>
      <dgm:t>
        <a:bodyPr/>
        <a:lstStyle/>
        <a:p>
          <a:endParaRPr lang="en-US"/>
        </a:p>
      </dgm:t>
    </dgm:pt>
    <dgm:pt modelId="{CCEDEFB1-11C4-4BE9-B4BD-EBA172C6495F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DataType</a:t>
          </a:r>
        </a:p>
      </dgm:t>
    </dgm:pt>
    <dgm:pt modelId="{DA84A803-8548-4950-A3D3-E0D21A08E744}" type="parTrans" cxnId="{AB732587-3EC7-437C-A756-7F52CAD95DA3}">
      <dgm:prSet/>
      <dgm:spPr/>
      <dgm:t>
        <a:bodyPr/>
        <a:lstStyle/>
        <a:p>
          <a:endParaRPr lang="en-US"/>
        </a:p>
      </dgm:t>
    </dgm:pt>
    <dgm:pt modelId="{7AD4E237-D535-40EF-ACCB-EED0B8CC7D3B}" type="sibTrans" cxnId="{AB732587-3EC7-437C-A756-7F52CAD95DA3}">
      <dgm:prSet/>
      <dgm:spPr/>
      <dgm:t>
        <a:bodyPr/>
        <a:lstStyle/>
        <a:p>
          <a:endParaRPr lang="en-US"/>
        </a:p>
      </dgm:t>
    </dgm:pt>
    <dgm:pt modelId="{D2A17FD3-8A80-409A-A9D9-FFD436402573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Shader Interface</a:t>
          </a:r>
        </a:p>
      </dgm:t>
    </dgm:pt>
    <dgm:pt modelId="{1BB18B62-C8F8-42C3-BBB7-19AA4A5C38E8}" type="parTrans" cxnId="{D9977DC8-F34A-48C7-8D20-2F91A5C2B6E2}">
      <dgm:prSet/>
      <dgm:spPr/>
      <dgm:t>
        <a:bodyPr/>
        <a:lstStyle/>
        <a:p>
          <a:endParaRPr lang="en-US"/>
        </a:p>
      </dgm:t>
    </dgm:pt>
    <dgm:pt modelId="{F8E152C4-8C7C-47D6-884A-52469086AA94}" type="sibTrans" cxnId="{D9977DC8-F34A-48C7-8D20-2F91A5C2B6E2}">
      <dgm:prSet/>
      <dgm:spPr/>
      <dgm:t>
        <a:bodyPr/>
        <a:lstStyle/>
        <a:p>
          <a:endParaRPr lang="en-US"/>
        </a:p>
      </dgm:t>
    </dgm:pt>
    <dgm:pt modelId="{3A9D1D17-E645-4054-9D3C-C9856C9C4F56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OpenGL</a:t>
          </a:r>
        </a:p>
      </dgm:t>
    </dgm:pt>
    <dgm:pt modelId="{9A9ECE1B-AFCB-4B86-B0EE-59D56452834C}" type="parTrans" cxnId="{4A06F281-92B9-4759-BCCD-300F7A10EEE8}">
      <dgm:prSet/>
      <dgm:spPr/>
      <dgm:t>
        <a:bodyPr/>
        <a:lstStyle/>
        <a:p>
          <a:endParaRPr lang="en-US"/>
        </a:p>
      </dgm:t>
    </dgm:pt>
    <dgm:pt modelId="{F1532650-4BAC-4B28-874A-8C66D07D29E3}" type="sibTrans" cxnId="{4A06F281-92B9-4759-BCCD-300F7A10EEE8}">
      <dgm:prSet/>
      <dgm:spPr/>
      <dgm:t>
        <a:bodyPr/>
        <a:lstStyle/>
        <a:p>
          <a:endParaRPr lang="en-US"/>
        </a:p>
      </dgm:t>
    </dgm:pt>
    <dgm:pt modelId="{6A86D7A5-4BE9-49D9-8F35-01FA5FD177AB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Vulkan</a:t>
          </a:r>
        </a:p>
      </dgm:t>
    </dgm:pt>
    <dgm:pt modelId="{568F4F23-0776-4187-AA4D-54626909EFA9}" type="parTrans" cxnId="{146D2B2C-739B-4955-AE56-11BAE6C5B1E7}">
      <dgm:prSet/>
      <dgm:spPr/>
      <dgm:t>
        <a:bodyPr/>
        <a:lstStyle/>
        <a:p>
          <a:endParaRPr lang="en-US"/>
        </a:p>
      </dgm:t>
    </dgm:pt>
    <dgm:pt modelId="{446732D6-8DD2-437B-9983-8C90A29AFCBE}" type="sibTrans" cxnId="{146D2B2C-739B-4955-AE56-11BAE6C5B1E7}">
      <dgm:prSet/>
      <dgm:spPr/>
      <dgm:t>
        <a:bodyPr/>
        <a:lstStyle/>
        <a:p>
          <a:endParaRPr lang="en-US"/>
        </a:p>
      </dgm:t>
    </dgm:pt>
    <dgm:pt modelId="{317E4EBA-92A0-45E1-9AFF-C1B7ECF4C17D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DirectX3D</a:t>
          </a:r>
        </a:p>
      </dgm:t>
    </dgm:pt>
    <dgm:pt modelId="{A27CB574-BEC9-4665-ABCC-4325B2CC5766}" type="parTrans" cxnId="{08EADCD3-611A-423F-A062-261B42D73499}">
      <dgm:prSet/>
      <dgm:spPr/>
      <dgm:t>
        <a:bodyPr/>
        <a:lstStyle/>
        <a:p>
          <a:endParaRPr lang="en-US"/>
        </a:p>
      </dgm:t>
    </dgm:pt>
    <dgm:pt modelId="{89531A55-4BC8-4C5B-AEB8-4D01C3B24931}" type="sibTrans" cxnId="{08EADCD3-611A-423F-A062-261B42D73499}">
      <dgm:prSet/>
      <dgm:spPr/>
      <dgm:t>
        <a:bodyPr/>
        <a:lstStyle/>
        <a:p>
          <a:endParaRPr lang="en-US"/>
        </a:p>
      </dgm:t>
    </dgm:pt>
    <dgm:pt modelId="{536977EA-67F4-48D3-9A83-8DA4285E1385}">
      <dgm:prSet phldrT="[Text]" custT="1">
        <dgm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Metal</a:t>
          </a:r>
        </a:p>
      </dgm:t>
    </dgm:pt>
    <dgm:pt modelId="{5E861C27-C601-4614-9C05-AA7A9D669A78}" type="parTrans" cxnId="{CA2CDCED-C9BE-4B15-B261-7E7FF1FE9C27}">
      <dgm:prSet/>
      <dgm:spPr/>
      <dgm:t>
        <a:bodyPr/>
        <a:lstStyle/>
        <a:p>
          <a:endParaRPr lang="en-US"/>
        </a:p>
      </dgm:t>
    </dgm:pt>
    <dgm:pt modelId="{2D1E5CAA-D55A-46E9-90F5-B574E3BF982D}" type="sibTrans" cxnId="{CA2CDCED-C9BE-4B15-B261-7E7FF1FE9C27}">
      <dgm:prSet/>
      <dgm:spPr/>
      <dgm:t>
        <a:bodyPr/>
        <a:lstStyle/>
        <a:p>
          <a:endParaRPr lang="en-US"/>
        </a:p>
      </dgm:t>
    </dgm:pt>
    <dgm:pt modelId="{D094B509-3A39-491B-A70E-FF5E057CF61D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Frame Buffer</a:t>
          </a:r>
        </a:p>
      </dgm:t>
    </dgm:pt>
    <dgm:pt modelId="{E321E8C9-D053-4B1B-8BD5-6FEF64D5A2A7}" type="parTrans" cxnId="{938AC5B6-0A6B-4A32-9163-CF93AD0CD4A4}">
      <dgm:prSet/>
      <dgm:spPr/>
      <dgm:t>
        <a:bodyPr/>
        <a:lstStyle/>
        <a:p>
          <a:endParaRPr lang="en-US"/>
        </a:p>
      </dgm:t>
    </dgm:pt>
    <dgm:pt modelId="{21534744-6CF0-4914-8241-87FCE31AAD60}" type="sibTrans" cxnId="{938AC5B6-0A6B-4A32-9163-CF93AD0CD4A4}">
      <dgm:prSet/>
      <dgm:spPr/>
      <dgm:t>
        <a:bodyPr/>
        <a:lstStyle/>
        <a:p>
          <a:endParaRPr lang="en-US"/>
        </a:p>
      </dgm:t>
    </dgm:pt>
    <dgm:pt modelId="{5EF3EFEB-82DD-4080-91BF-CEBAE8D22389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Static Buffer</a:t>
          </a:r>
        </a:p>
      </dgm:t>
    </dgm:pt>
    <dgm:pt modelId="{0B4B2499-CD86-4BD4-8CF9-76DE9C6E1AAE}" type="parTrans" cxnId="{BF038C64-7F97-4627-BA3D-01244A49F065}">
      <dgm:prSet/>
      <dgm:spPr/>
      <dgm:t>
        <a:bodyPr/>
        <a:lstStyle/>
        <a:p>
          <a:endParaRPr lang="en-US"/>
        </a:p>
      </dgm:t>
    </dgm:pt>
    <dgm:pt modelId="{DFBD559B-35C8-4B8A-8281-D9A2D29A86F3}" type="sibTrans" cxnId="{BF038C64-7F97-4627-BA3D-01244A49F065}">
      <dgm:prSet/>
      <dgm:spPr/>
      <dgm:t>
        <a:bodyPr/>
        <a:lstStyle/>
        <a:p>
          <a:endParaRPr lang="en-US"/>
        </a:p>
      </dgm:t>
    </dgm:pt>
    <dgm:pt modelId="{339C0822-2CDB-423E-9BB7-053343C7305F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Program</a:t>
          </a:r>
        </a:p>
      </dgm:t>
    </dgm:pt>
    <dgm:pt modelId="{33BFD9B0-31E0-4BE8-AA61-CA17FD2E9723}" type="parTrans" cxnId="{CF4697D3-FD23-4503-9E94-C0DDD769A58D}">
      <dgm:prSet/>
      <dgm:spPr/>
      <dgm:t>
        <a:bodyPr/>
        <a:lstStyle/>
        <a:p>
          <a:endParaRPr lang="en-US"/>
        </a:p>
      </dgm:t>
    </dgm:pt>
    <dgm:pt modelId="{229B32FD-CEE7-413F-AC8D-D50020DDC530}" type="sibTrans" cxnId="{CF4697D3-FD23-4503-9E94-C0DDD769A58D}">
      <dgm:prSet/>
      <dgm:spPr/>
      <dgm:t>
        <a:bodyPr/>
        <a:lstStyle/>
        <a:p>
          <a:endParaRPr lang="en-US"/>
        </a:p>
      </dgm:t>
    </dgm:pt>
    <dgm:pt modelId="{E34B73CA-D652-44EF-B46C-F1E5BBC93854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 dirty="0"/>
            <a:t>Pipeline State Control</a:t>
          </a:r>
        </a:p>
      </dgm:t>
    </dgm:pt>
    <dgm:pt modelId="{76AAC7CA-800A-476E-955F-5DCA362E4424}" type="parTrans" cxnId="{28BCC620-7FDA-49F2-A504-2A24D19A1A69}">
      <dgm:prSet/>
      <dgm:spPr/>
      <dgm:t>
        <a:bodyPr/>
        <a:lstStyle/>
        <a:p>
          <a:endParaRPr lang="en-US"/>
        </a:p>
      </dgm:t>
    </dgm:pt>
    <dgm:pt modelId="{459FB672-197A-4A2A-8CA2-B43157D3158D}" type="sibTrans" cxnId="{28BCC620-7FDA-49F2-A504-2A24D19A1A69}">
      <dgm:prSet/>
      <dgm:spPr/>
      <dgm:t>
        <a:bodyPr/>
        <a:lstStyle/>
        <a:p>
          <a:endParaRPr lang="en-US"/>
        </a:p>
      </dgm:t>
    </dgm:pt>
    <dgm:pt modelId="{B1C7C17F-A4E3-4763-B39C-985AB2A51629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 dirty="0"/>
            <a:t>Resource State Control</a:t>
          </a:r>
        </a:p>
      </dgm:t>
    </dgm:pt>
    <dgm:pt modelId="{379576B6-59AD-416F-BA50-EBB22A5BB931}" type="parTrans" cxnId="{F00E7CA5-399C-431D-B6B1-8ADFAB620D33}">
      <dgm:prSet/>
      <dgm:spPr/>
      <dgm:t>
        <a:bodyPr/>
        <a:lstStyle/>
        <a:p>
          <a:endParaRPr lang="en-US"/>
        </a:p>
      </dgm:t>
    </dgm:pt>
    <dgm:pt modelId="{43DD2CCB-5F83-40B0-84D5-9018DF79E3EC}" type="sibTrans" cxnId="{F00E7CA5-399C-431D-B6B1-8ADFAB620D33}">
      <dgm:prSet/>
      <dgm:spPr/>
      <dgm:t>
        <a:bodyPr/>
        <a:lstStyle/>
        <a:p>
          <a:endParaRPr lang="en-US"/>
        </a:p>
      </dgm:t>
    </dgm:pt>
    <dgm:pt modelId="{72145F33-B37F-467D-92F0-A293F2DD8849}">
      <dgm:prSet phldrT="[Text]" custT="1">
        <dgm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b="0" noProof="0" dirty="0"/>
            <a:t>Render Commands</a:t>
          </a:r>
        </a:p>
      </dgm:t>
    </dgm:pt>
    <dgm:pt modelId="{21346E3E-A1DC-4E71-8D4E-C4258123306D}" type="parTrans" cxnId="{8CA96D3D-1CF1-4821-9741-82E4C607B223}">
      <dgm:prSet/>
      <dgm:spPr/>
      <dgm:t>
        <a:bodyPr/>
        <a:lstStyle/>
        <a:p>
          <a:endParaRPr lang="en-US"/>
        </a:p>
      </dgm:t>
    </dgm:pt>
    <dgm:pt modelId="{C3473056-3087-43CC-835A-DC4AFD12E44E}" type="sibTrans" cxnId="{8CA96D3D-1CF1-4821-9741-82E4C607B223}">
      <dgm:prSet/>
      <dgm:spPr/>
      <dgm:t>
        <a:bodyPr/>
        <a:lstStyle/>
        <a:p>
          <a:endParaRPr lang="en-US"/>
        </a:p>
      </dgm:t>
    </dgm:pt>
    <dgm:pt modelId="{4CAEA3CA-4A9A-4D4B-9B21-2647A7A0F859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Dynamic Buffer</a:t>
          </a:r>
        </a:p>
      </dgm:t>
    </dgm:pt>
    <dgm:pt modelId="{D89BDE9E-5DB6-466B-AB83-0D6814DFBF6E}" type="parTrans" cxnId="{A0262681-0582-4F3B-83DF-CFCF0EDDAFC8}">
      <dgm:prSet/>
      <dgm:spPr/>
      <dgm:t>
        <a:bodyPr/>
        <a:lstStyle/>
        <a:p>
          <a:endParaRPr lang="en-US"/>
        </a:p>
      </dgm:t>
    </dgm:pt>
    <dgm:pt modelId="{F1B18DEA-12F4-41B1-9389-87F82557B910}" type="sibTrans" cxnId="{A0262681-0582-4F3B-83DF-CFCF0EDDAFC8}">
      <dgm:prSet/>
      <dgm:spPr/>
      <dgm:t>
        <a:bodyPr/>
        <a:lstStyle/>
        <a:p>
          <a:endParaRPr lang="en-US"/>
        </a:p>
      </dgm:t>
    </dgm:pt>
    <dgm:pt modelId="{615E58AB-5723-4B57-A5AD-DFF7FD34CE6A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Descriptor Library</a:t>
          </a:r>
        </a:p>
      </dgm:t>
    </dgm:pt>
    <dgm:pt modelId="{952EFBDA-14CE-43EF-98BE-C3AC3A152615}" type="parTrans" cxnId="{D9A9E41E-88B6-470C-ABB9-BB866359449B}">
      <dgm:prSet/>
      <dgm:spPr/>
      <dgm:t>
        <a:bodyPr/>
        <a:lstStyle/>
        <a:p>
          <a:endParaRPr lang="en-US"/>
        </a:p>
      </dgm:t>
    </dgm:pt>
    <dgm:pt modelId="{9B7C225D-2406-4439-AC44-6F3C01AEEF02}" type="sibTrans" cxnId="{D9A9E41E-88B6-470C-ABB9-BB866359449B}">
      <dgm:prSet/>
      <dgm:spPr/>
      <dgm:t>
        <a:bodyPr/>
        <a:lstStyle/>
        <a:p>
          <a:endParaRPr lang="en-US"/>
        </a:p>
      </dgm:t>
    </dgm:pt>
    <dgm:pt modelId="{978A3A40-BB49-483E-B9F5-1F59037F71FE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Buffer Spec</a:t>
          </a:r>
        </a:p>
      </dgm:t>
    </dgm:pt>
    <dgm:pt modelId="{60879353-C55F-4F1F-A588-E728DBE53EED}" type="parTrans" cxnId="{54286E2A-923C-484D-B321-85C46BA5363E}">
      <dgm:prSet/>
      <dgm:spPr/>
      <dgm:t>
        <a:bodyPr/>
        <a:lstStyle/>
        <a:p>
          <a:endParaRPr lang="en-US"/>
        </a:p>
      </dgm:t>
    </dgm:pt>
    <dgm:pt modelId="{CA173568-036C-49B6-9E80-F946FBACCFEF}" type="sibTrans" cxnId="{54286E2A-923C-484D-B321-85C46BA5363E}">
      <dgm:prSet/>
      <dgm:spPr/>
      <dgm:t>
        <a:bodyPr/>
        <a:lstStyle/>
        <a:p>
          <a:endParaRPr lang="en-US"/>
        </a:p>
      </dgm:t>
    </dgm:pt>
    <dgm:pt modelId="{D4DAA6DA-BDDF-4B7E-8B78-42D5DF783BE8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/>
            <a:t>Texture Spec</a:t>
          </a:r>
          <a:endParaRPr lang="en-US" sz="1200" noProof="0" dirty="0"/>
        </a:p>
      </dgm:t>
    </dgm:pt>
    <dgm:pt modelId="{84AFFA12-762E-4A2E-AE9F-794E0A281D2C}" type="parTrans" cxnId="{DEEEB098-5AEF-4916-8A1F-B285B59FDB4E}">
      <dgm:prSet/>
      <dgm:spPr/>
      <dgm:t>
        <a:bodyPr/>
        <a:lstStyle/>
        <a:p>
          <a:endParaRPr lang="en-US"/>
        </a:p>
      </dgm:t>
    </dgm:pt>
    <dgm:pt modelId="{425E13C0-4B3B-42DD-982E-2D390D21D365}" type="sibTrans" cxnId="{DEEEB098-5AEF-4916-8A1F-B285B59FDB4E}">
      <dgm:prSet/>
      <dgm:spPr/>
      <dgm:t>
        <a:bodyPr/>
        <a:lstStyle/>
        <a:p>
          <a:endParaRPr lang="en-US"/>
        </a:p>
      </dgm:t>
    </dgm:pt>
    <dgm:pt modelId="{DB4BBC04-D462-4D69-85F2-3D022232376D}">
      <dgm:prSet phldrT="[Text]" custT="1">
        <dgm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Geometry Renderer</a:t>
          </a:r>
        </a:p>
      </dgm:t>
    </dgm:pt>
    <dgm:pt modelId="{EB143FCE-CCC4-4E43-93B4-A5F19B04B951}" type="parTrans" cxnId="{56A06BBC-48FD-4DC5-9BD2-C424A0BDC4A4}">
      <dgm:prSet/>
      <dgm:spPr/>
      <dgm:t>
        <a:bodyPr/>
        <a:lstStyle/>
        <a:p>
          <a:endParaRPr lang="en-US"/>
        </a:p>
      </dgm:t>
    </dgm:pt>
    <dgm:pt modelId="{EBB1D3E4-805D-4065-AAEC-748B6C5A3CC5}" type="sibTrans" cxnId="{56A06BBC-48FD-4DC5-9BD2-C424A0BDC4A4}">
      <dgm:prSet/>
      <dgm:spPr/>
      <dgm:t>
        <a:bodyPr/>
        <a:lstStyle/>
        <a:p>
          <a:endParaRPr lang="en-US"/>
        </a:p>
      </dgm:t>
    </dgm:pt>
    <dgm:pt modelId="{A724DE8E-F01D-4B7D-B9A1-D451BEFEBD55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UpStream</a:t>
          </a:r>
        </a:p>
      </dgm:t>
    </dgm:pt>
    <dgm:pt modelId="{92D9483B-71FD-455D-9363-5CAC8F1699A3}" type="parTrans" cxnId="{287ABCDC-D8E6-4179-A9C9-5F46D61C04CD}">
      <dgm:prSet/>
      <dgm:spPr/>
      <dgm:t>
        <a:bodyPr/>
        <a:lstStyle/>
        <a:p>
          <a:endParaRPr lang="en-US"/>
        </a:p>
      </dgm:t>
    </dgm:pt>
    <dgm:pt modelId="{634F3558-2C92-4C05-9446-A90DEC9DA1A0}" type="sibTrans" cxnId="{287ABCDC-D8E6-4179-A9C9-5F46D61C04CD}">
      <dgm:prSet/>
      <dgm:spPr/>
      <dgm:t>
        <a:bodyPr/>
        <a:lstStyle/>
        <a:p>
          <a:endParaRPr lang="en-US"/>
        </a:p>
      </dgm:t>
    </dgm:pt>
    <dgm:pt modelId="{93F25DE7-1215-4D9B-8A8D-9145A41F521D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Frame Buffer Spec</a:t>
          </a:r>
        </a:p>
      </dgm:t>
    </dgm:pt>
    <dgm:pt modelId="{66881C65-C758-4761-B7A9-B206E4786EC0}" type="parTrans" cxnId="{B098566A-DD0C-4E45-9B76-C0821C03FB96}">
      <dgm:prSet/>
      <dgm:spPr/>
      <dgm:t>
        <a:bodyPr/>
        <a:lstStyle/>
        <a:p>
          <a:endParaRPr lang="en-US"/>
        </a:p>
      </dgm:t>
    </dgm:pt>
    <dgm:pt modelId="{B19073FC-2E20-4102-9A93-C007F413720A}" type="sibTrans" cxnId="{B098566A-DD0C-4E45-9B76-C0821C03FB96}">
      <dgm:prSet/>
      <dgm:spPr/>
      <dgm:t>
        <a:bodyPr/>
        <a:lstStyle/>
        <a:p>
          <a:endParaRPr lang="en-US"/>
        </a:p>
      </dgm:t>
    </dgm:pt>
    <dgm:pt modelId="{99E04747-3FDF-4CC8-A4F4-0F9D9CF189E4}">
      <dgm:prSet phldrT="[Text]" custT="1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Mesh Bindings</a:t>
          </a:r>
        </a:p>
      </dgm:t>
    </dgm:pt>
    <dgm:pt modelId="{41711039-8AE4-4F05-A408-1FF017012747}" type="parTrans" cxnId="{E3BBAB93-81F9-4CE2-BD1F-C93DDCA95CC3}">
      <dgm:prSet/>
      <dgm:spPr/>
      <dgm:t>
        <a:bodyPr/>
        <a:lstStyle/>
        <a:p>
          <a:endParaRPr lang="en-US"/>
        </a:p>
      </dgm:t>
    </dgm:pt>
    <dgm:pt modelId="{5FA57CE0-AC20-4DC5-888F-1CA5E82B2797}" type="sibTrans" cxnId="{E3BBAB93-81F9-4CE2-BD1F-C93DDCA95CC3}">
      <dgm:prSet/>
      <dgm:spPr/>
      <dgm:t>
        <a:bodyPr/>
        <a:lstStyle/>
        <a:p>
          <a:endParaRPr lang="en-US"/>
        </a:p>
      </dgm:t>
    </dgm:pt>
    <dgm:pt modelId="{63362398-E9D5-4A93-B2C5-2E8973ACC75B}">
      <dgm:prSet phldrT="[Text]" custT="1">
        <dgm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4</a:t>
          </a:r>
          <a:r>
            <a:rPr lang="en-US" sz="1600" b="0" noProof="0" dirty="0"/>
            <a:t> – Render Context Layer</a:t>
          </a:r>
          <a:endParaRPr lang="en-US" sz="1600" noProof="0" dirty="0"/>
        </a:p>
      </dgm:t>
    </dgm:pt>
    <dgm:pt modelId="{0A71B2C8-5A94-4715-85DA-B86C4CD951BE}" type="parTrans" cxnId="{369648D8-3D97-46FF-A161-CBAC609AD172}">
      <dgm:prSet/>
      <dgm:spPr/>
      <dgm:t>
        <a:bodyPr/>
        <a:lstStyle/>
        <a:p>
          <a:endParaRPr lang="en-US"/>
        </a:p>
      </dgm:t>
    </dgm:pt>
    <dgm:pt modelId="{7FE76DCC-B3BA-4A00-9D72-56F3D87779CC}" type="sibTrans" cxnId="{369648D8-3D97-46FF-A161-CBAC609AD172}">
      <dgm:prSet/>
      <dgm:spPr/>
      <dgm:t>
        <a:bodyPr/>
        <a:lstStyle/>
        <a:p>
          <a:endParaRPr lang="en-US"/>
        </a:p>
      </dgm:t>
    </dgm:pt>
    <dgm:pt modelId="{A53FC797-A7D0-4225-917E-483BCFC0F609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Pipeline State</a:t>
          </a:r>
        </a:p>
      </dgm:t>
    </dgm:pt>
    <dgm:pt modelId="{2D702847-3906-454F-A6BA-3641D7AD29A5}" type="parTrans" cxnId="{5946EF5C-0657-4F6B-AE06-85E17A20C06B}">
      <dgm:prSet/>
      <dgm:spPr/>
      <dgm:t>
        <a:bodyPr/>
        <a:lstStyle/>
        <a:p>
          <a:endParaRPr lang="en-US"/>
        </a:p>
      </dgm:t>
    </dgm:pt>
    <dgm:pt modelId="{DFF462C7-565A-4CD9-9B6F-67558240D5FC}" type="sibTrans" cxnId="{5946EF5C-0657-4F6B-AE06-85E17A20C06B}">
      <dgm:prSet/>
      <dgm:spPr/>
      <dgm:t>
        <a:bodyPr/>
        <a:lstStyle/>
        <a:p>
          <a:endParaRPr lang="en-US"/>
        </a:p>
      </dgm:t>
    </dgm:pt>
    <dgm:pt modelId="{7C747B33-C916-4693-897E-240C6C6D5300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noProof="0"/>
            <a:t>Transform</a:t>
          </a:r>
          <a:endParaRPr lang="en-US" sz="1200" b="0" noProof="0" dirty="0"/>
        </a:p>
      </dgm:t>
    </dgm:pt>
    <dgm:pt modelId="{68644EAC-7AF6-4BB5-AEB5-3E65940EFD94}" type="parTrans" cxnId="{DEB9F820-F35B-4574-8B2D-07E37A14D12B}">
      <dgm:prSet/>
      <dgm:spPr/>
      <dgm:t>
        <a:bodyPr/>
        <a:lstStyle/>
        <a:p>
          <a:endParaRPr lang="en-US"/>
        </a:p>
      </dgm:t>
    </dgm:pt>
    <dgm:pt modelId="{0504232E-380E-4553-9A01-FDFC180B40C3}" type="sibTrans" cxnId="{DEB9F820-F35B-4574-8B2D-07E37A14D12B}">
      <dgm:prSet/>
      <dgm:spPr/>
      <dgm:t>
        <a:bodyPr/>
        <a:lstStyle/>
        <a:p>
          <a:endParaRPr lang="en-US"/>
        </a:p>
      </dgm:t>
    </dgm:pt>
    <dgm:pt modelId="{008A522A-DDA7-45C8-BFBB-8585F08F9DBF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noProof="0" dirty="0"/>
            <a:t>Coordinates</a:t>
          </a:r>
        </a:p>
      </dgm:t>
    </dgm:pt>
    <dgm:pt modelId="{0DF4A0C3-87B4-47D0-A970-65297CDED558}" type="parTrans" cxnId="{3F6CC101-DB3A-4682-BC6E-ACBEE3CD2FB0}">
      <dgm:prSet/>
      <dgm:spPr/>
      <dgm:t>
        <a:bodyPr/>
        <a:lstStyle/>
        <a:p>
          <a:endParaRPr lang="en-US"/>
        </a:p>
      </dgm:t>
    </dgm:pt>
    <dgm:pt modelId="{1CC8667D-FDC3-4561-8EBA-3991A35E6312}" type="sibTrans" cxnId="{3F6CC101-DB3A-4682-BC6E-ACBEE3CD2FB0}">
      <dgm:prSet/>
      <dgm:spPr/>
      <dgm:t>
        <a:bodyPr/>
        <a:lstStyle/>
        <a:p>
          <a:endParaRPr lang="en-US"/>
        </a:p>
      </dgm:t>
    </dgm:pt>
    <dgm:pt modelId="{12C0012E-BFB4-4233-BCF4-816F8EDFC0D1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noProof="0" dirty="0"/>
            <a:t>Camera</a:t>
          </a:r>
        </a:p>
      </dgm:t>
    </dgm:pt>
    <dgm:pt modelId="{04E619B5-3A48-41AC-BE79-E727138A1605}" type="parTrans" cxnId="{6AF5F018-CD3C-4DBB-93A6-B095C43C027F}">
      <dgm:prSet/>
      <dgm:spPr/>
      <dgm:t>
        <a:bodyPr/>
        <a:lstStyle/>
        <a:p>
          <a:endParaRPr lang="en-US"/>
        </a:p>
      </dgm:t>
    </dgm:pt>
    <dgm:pt modelId="{9470532F-4B76-4B18-A552-0FE287214206}" type="sibTrans" cxnId="{6AF5F018-CD3C-4DBB-93A6-B095C43C027F}">
      <dgm:prSet/>
      <dgm:spPr/>
      <dgm:t>
        <a:bodyPr/>
        <a:lstStyle/>
        <a:p>
          <a:endParaRPr lang="en-US"/>
        </a:p>
      </dgm:t>
    </dgm:pt>
    <dgm:pt modelId="{C283A6F7-6D49-4CFF-A67A-55A09595BC72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noProof="0" dirty="0"/>
            <a:t>Lights</a:t>
          </a:r>
        </a:p>
      </dgm:t>
    </dgm:pt>
    <dgm:pt modelId="{3C90252A-E36B-490A-99A6-C95F03EC9A5E}" type="parTrans" cxnId="{6840040D-CE76-40F9-B430-D1F6783F4C46}">
      <dgm:prSet/>
      <dgm:spPr/>
      <dgm:t>
        <a:bodyPr/>
        <a:lstStyle/>
        <a:p>
          <a:endParaRPr lang="en-US"/>
        </a:p>
      </dgm:t>
    </dgm:pt>
    <dgm:pt modelId="{6D4C1E0F-AE14-4B9A-9372-45CEEA302767}" type="sibTrans" cxnId="{6840040D-CE76-40F9-B430-D1F6783F4C46}">
      <dgm:prSet/>
      <dgm:spPr/>
      <dgm:t>
        <a:bodyPr/>
        <a:lstStyle/>
        <a:p>
          <a:endParaRPr lang="en-US"/>
        </a:p>
      </dgm:t>
    </dgm:pt>
    <dgm:pt modelId="{4DFC44EF-A033-4B76-AE50-7D4A02D6E0BA}">
      <dgm:prSet phldrT="[Text]" custT="1">
        <dgm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200" noProof="0" dirty="0"/>
            <a:t>Assets</a:t>
          </a:r>
        </a:p>
      </dgm:t>
    </dgm:pt>
    <dgm:pt modelId="{BD431B25-C101-4549-A533-5301171FE3BE}" type="parTrans" cxnId="{F220B434-44E4-442E-A751-DB12843A637D}">
      <dgm:prSet/>
      <dgm:spPr/>
      <dgm:t>
        <a:bodyPr/>
        <a:lstStyle/>
        <a:p>
          <a:endParaRPr lang="en-US"/>
        </a:p>
      </dgm:t>
    </dgm:pt>
    <dgm:pt modelId="{1D97FAA5-D95D-4A16-AE63-0F791B5D2763}" type="sibTrans" cxnId="{F220B434-44E4-442E-A751-DB12843A637D}">
      <dgm:prSet/>
      <dgm:spPr/>
      <dgm:t>
        <a:bodyPr/>
        <a:lstStyle/>
        <a:p>
          <a:endParaRPr lang="en-US"/>
        </a:p>
      </dgm:t>
    </dgm:pt>
    <dgm:pt modelId="{18A23A90-E7BA-48EF-8925-F45523ECA513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Resource Manager</a:t>
          </a:r>
        </a:p>
      </dgm:t>
    </dgm:pt>
    <dgm:pt modelId="{0F5F14FC-DCBD-4091-81FC-66D1DDD2934F}" type="parTrans" cxnId="{EC127466-196B-472F-83BF-270DF536FD5A}">
      <dgm:prSet/>
      <dgm:spPr/>
      <dgm:t>
        <a:bodyPr/>
        <a:lstStyle/>
        <a:p>
          <a:endParaRPr lang="en-US"/>
        </a:p>
      </dgm:t>
    </dgm:pt>
    <dgm:pt modelId="{49F1F4D6-7267-4302-864F-2738456C4E25}" type="sibTrans" cxnId="{EC127466-196B-472F-83BF-270DF536FD5A}">
      <dgm:prSet/>
      <dgm:spPr/>
      <dgm:t>
        <a:bodyPr/>
        <a:lstStyle/>
        <a:p>
          <a:endParaRPr lang="en-US"/>
        </a:p>
      </dgm:t>
    </dgm:pt>
    <dgm:pt modelId="{B42332DA-81F7-48B5-B72B-DEB9E8E155D3}">
      <dgm:prSet phldrT="[Text]" custT="1">
        <dgm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200" noProof="0" dirty="0"/>
            <a:t>Command Queue</a:t>
          </a:r>
        </a:p>
      </dgm:t>
    </dgm:pt>
    <dgm:pt modelId="{6AAB9EA2-CE05-44AE-B1D1-D2E8B2788E15}" type="parTrans" cxnId="{36180A3E-5B3E-4066-AF54-3DDDC92924C3}">
      <dgm:prSet/>
      <dgm:spPr/>
      <dgm:t>
        <a:bodyPr/>
        <a:lstStyle/>
        <a:p>
          <a:endParaRPr lang="en-US"/>
        </a:p>
      </dgm:t>
    </dgm:pt>
    <dgm:pt modelId="{E0740370-8AF4-45A9-A1EE-3C5CDAAC8633}" type="sibTrans" cxnId="{36180A3E-5B3E-4066-AF54-3DDDC92924C3}">
      <dgm:prSet/>
      <dgm:spPr/>
      <dgm:t>
        <a:bodyPr/>
        <a:lstStyle/>
        <a:p>
          <a:endParaRPr lang="en-US"/>
        </a:p>
      </dgm:t>
    </dgm:pt>
    <dgm:pt modelId="{0A2B100A-873D-4378-B06C-7D278D8A2DC0}" type="pres">
      <dgm:prSet presAssocID="{492A7F8C-4384-4FED-90C3-C50AD51CD4D0}" presName="Name0" presStyleCnt="0">
        <dgm:presLayoutVars>
          <dgm:dir/>
          <dgm:animLvl val="lvl"/>
          <dgm:resizeHandles val="exact"/>
        </dgm:presLayoutVars>
      </dgm:prSet>
      <dgm:spPr/>
    </dgm:pt>
    <dgm:pt modelId="{B6CBF893-1455-4C12-8976-948FAD51EFB8}" type="pres">
      <dgm:prSet presAssocID="{42BCD4A9-A9CF-4288-8C26-147300DFC46C}" presName="boxAndChildren" presStyleCnt="0"/>
      <dgm:spPr/>
    </dgm:pt>
    <dgm:pt modelId="{A42A819C-0492-415D-93BA-8DABF228CA62}" type="pres">
      <dgm:prSet presAssocID="{42BCD4A9-A9CF-4288-8C26-147300DFC46C}" presName="parentTextBox" presStyleLbl="node1" presStyleIdx="0" presStyleCnt="8"/>
      <dgm:spPr/>
    </dgm:pt>
    <dgm:pt modelId="{9BEA8613-8D23-41D8-9B98-0EE982021788}" type="pres">
      <dgm:prSet presAssocID="{42BCD4A9-A9CF-4288-8C26-147300DFC46C}" presName="entireBox" presStyleLbl="node1" presStyleIdx="0" presStyleCnt="8"/>
      <dgm:spPr/>
    </dgm:pt>
    <dgm:pt modelId="{670768F3-D47D-422D-982C-C4FC40061F97}" type="pres">
      <dgm:prSet presAssocID="{42BCD4A9-A9CF-4288-8C26-147300DFC46C}" presName="descendantBox" presStyleCnt="0"/>
      <dgm:spPr/>
    </dgm:pt>
    <dgm:pt modelId="{4C7134A9-CFC0-42BE-BBE6-8013607503CF}" type="pres">
      <dgm:prSet presAssocID="{3A9D1D17-E645-4054-9D3C-C9856C9C4F56}" presName="childTextBox" presStyleLbl="fgAccFollowNode1" presStyleIdx="0" presStyleCnt="39">
        <dgm:presLayoutVars>
          <dgm:bulletEnabled val="1"/>
        </dgm:presLayoutVars>
      </dgm:prSet>
      <dgm:spPr/>
    </dgm:pt>
    <dgm:pt modelId="{520FB264-D8DB-4B38-B376-5705D5C983B6}" type="pres">
      <dgm:prSet presAssocID="{6A86D7A5-4BE9-49D9-8F35-01FA5FD177AB}" presName="childTextBox" presStyleLbl="fgAccFollowNode1" presStyleIdx="1" presStyleCnt="39">
        <dgm:presLayoutVars>
          <dgm:bulletEnabled val="1"/>
        </dgm:presLayoutVars>
      </dgm:prSet>
      <dgm:spPr/>
    </dgm:pt>
    <dgm:pt modelId="{C5159B75-F703-45A6-B07A-9C0B1993D0A2}" type="pres">
      <dgm:prSet presAssocID="{317E4EBA-92A0-45E1-9AFF-C1B7ECF4C17D}" presName="childTextBox" presStyleLbl="fgAccFollowNode1" presStyleIdx="2" presStyleCnt="39">
        <dgm:presLayoutVars>
          <dgm:bulletEnabled val="1"/>
        </dgm:presLayoutVars>
      </dgm:prSet>
      <dgm:spPr/>
    </dgm:pt>
    <dgm:pt modelId="{1EAF5CAF-32BE-4077-B3C4-D8B521020B21}" type="pres">
      <dgm:prSet presAssocID="{536977EA-67F4-48D3-9A83-8DA4285E1385}" presName="childTextBox" presStyleLbl="fgAccFollowNode1" presStyleIdx="3" presStyleCnt="39">
        <dgm:presLayoutVars>
          <dgm:bulletEnabled val="1"/>
        </dgm:presLayoutVars>
      </dgm:prSet>
      <dgm:spPr/>
    </dgm:pt>
    <dgm:pt modelId="{4F51C2B6-C1A6-47C4-B565-5F8B72D7AD5F}" type="pres">
      <dgm:prSet presAssocID="{C810953B-BB37-4D99-95A3-2A0E2B593AD3}" presName="sp" presStyleCnt="0"/>
      <dgm:spPr/>
    </dgm:pt>
    <dgm:pt modelId="{B490842A-F1B0-46F8-9AEB-309D9BCE7375}" type="pres">
      <dgm:prSet presAssocID="{432AFB55-08FE-4212-9DC7-D14ED2A025FB}" presName="arrowAndChildren" presStyleCnt="0"/>
      <dgm:spPr/>
    </dgm:pt>
    <dgm:pt modelId="{F44D84BB-4D82-4D22-AB84-931EDDB52237}" type="pres">
      <dgm:prSet presAssocID="{432AFB55-08FE-4212-9DC7-D14ED2A025FB}" presName="parentTextArrow" presStyleLbl="node1" presStyleIdx="0" presStyleCnt="8"/>
      <dgm:spPr/>
    </dgm:pt>
    <dgm:pt modelId="{1ADEB702-401C-4386-90EE-7702485DB93F}" type="pres">
      <dgm:prSet presAssocID="{432AFB55-08FE-4212-9DC7-D14ED2A025FB}" presName="arrow" presStyleLbl="node1" presStyleIdx="1" presStyleCnt="8"/>
      <dgm:spPr/>
    </dgm:pt>
    <dgm:pt modelId="{047E7AED-68AF-4F90-AADA-A8EAB5AD7347}" type="pres">
      <dgm:prSet presAssocID="{432AFB55-08FE-4212-9DC7-D14ED2A025FB}" presName="descendantArrow" presStyleCnt="0"/>
      <dgm:spPr/>
    </dgm:pt>
    <dgm:pt modelId="{C2CDED37-9DF3-42C4-8DC1-74C1BDD970F9}" type="pres">
      <dgm:prSet presAssocID="{06CC86FE-A12F-4402-93CA-A5C169967C38}" presName="childTextArrow" presStyleLbl="fgAccFollowNode1" presStyleIdx="4" presStyleCnt="39">
        <dgm:presLayoutVars>
          <dgm:bulletEnabled val="1"/>
        </dgm:presLayoutVars>
      </dgm:prSet>
      <dgm:spPr/>
    </dgm:pt>
    <dgm:pt modelId="{2528012E-0E4A-465E-8142-992517B5BAF6}" type="pres">
      <dgm:prSet presAssocID="{CCEDEFB1-11C4-4BE9-B4BD-EBA172C6495F}" presName="childTextArrow" presStyleLbl="fgAccFollowNode1" presStyleIdx="5" presStyleCnt="39">
        <dgm:presLayoutVars>
          <dgm:bulletEnabled val="1"/>
        </dgm:presLayoutVars>
      </dgm:prSet>
      <dgm:spPr/>
    </dgm:pt>
    <dgm:pt modelId="{E6C8ED0A-87EE-4F77-8769-2AEBFF4FAC27}" type="pres">
      <dgm:prSet presAssocID="{D4DAA6DA-BDDF-4B7E-8B78-42D5DF783BE8}" presName="childTextArrow" presStyleLbl="fgAccFollowNode1" presStyleIdx="6" presStyleCnt="39">
        <dgm:presLayoutVars>
          <dgm:bulletEnabled val="1"/>
        </dgm:presLayoutVars>
      </dgm:prSet>
      <dgm:spPr/>
    </dgm:pt>
    <dgm:pt modelId="{91ACEBA4-CA3B-4797-9CBA-E327C7C0DA5E}" type="pres">
      <dgm:prSet presAssocID="{978A3A40-BB49-483E-B9F5-1F59037F71FE}" presName="childTextArrow" presStyleLbl="fgAccFollowNode1" presStyleIdx="7" presStyleCnt="39">
        <dgm:presLayoutVars>
          <dgm:bulletEnabled val="1"/>
        </dgm:presLayoutVars>
      </dgm:prSet>
      <dgm:spPr/>
    </dgm:pt>
    <dgm:pt modelId="{E683D2D8-90F6-4B14-9B28-E562704B6548}" type="pres">
      <dgm:prSet presAssocID="{93F25DE7-1215-4D9B-8A8D-9145A41F521D}" presName="childTextArrow" presStyleLbl="fgAccFollowNode1" presStyleIdx="8" presStyleCnt="39">
        <dgm:presLayoutVars>
          <dgm:bulletEnabled val="1"/>
        </dgm:presLayoutVars>
      </dgm:prSet>
      <dgm:spPr/>
    </dgm:pt>
    <dgm:pt modelId="{D76D0FC9-C91D-47CE-B4A9-AB7186C6A16D}" type="pres">
      <dgm:prSet presAssocID="{D2A17FD3-8A80-409A-A9D9-FFD436402573}" presName="childTextArrow" presStyleLbl="fgAccFollowNode1" presStyleIdx="9" presStyleCnt="39">
        <dgm:presLayoutVars>
          <dgm:bulletEnabled val="1"/>
        </dgm:presLayoutVars>
      </dgm:prSet>
      <dgm:spPr/>
    </dgm:pt>
    <dgm:pt modelId="{6750370E-625F-4CBE-AA52-1F7D8DBFDE3D}" type="pres">
      <dgm:prSet presAssocID="{615E58AB-5723-4B57-A5AD-DFF7FD34CE6A}" presName="childTextArrow" presStyleLbl="fgAccFollowNode1" presStyleIdx="10" presStyleCnt="39">
        <dgm:presLayoutVars>
          <dgm:bulletEnabled val="1"/>
        </dgm:presLayoutVars>
      </dgm:prSet>
      <dgm:spPr/>
    </dgm:pt>
    <dgm:pt modelId="{DA7568B8-794F-43D8-9339-5CB2AB9878DC}" type="pres">
      <dgm:prSet presAssocID="{EFC46B28-C8E4-4492-89C7-7481CD0F35E9}" presName="sp" presStyleCnt="0"/>
      <dgm:spPr/>
    </dgm:pt>
    <dgm:pt modelId="{1C82E6B6-E336-490B-ADE8-0634C5F59BF2}" type="pres">
      <dgm:prSet presAssocID="{67180261-FA11-4C70-99B6-208D22A34225}" presName="arrowAndChildren" presStyleCnt="0"/>
      <dgm:spPr/>
    </dgm:pt>
    <dgm:pt modelId="{EAC5A75C-3ABE-44A2-8907-E4140A97C1E0}" type="pres">
      <dgm:prSet presAssocID="{67180261-FA11-4C70-99B6-208D22A34225}" presName="parentTextArrow" presStyleLbl="node1" presStyleIdx="1" presStyleCnt="8"/>
      <dgm:spPr/>
    </dgm:pt>
    <dgm:pt modelId="{BD4D7166-D5DB-4159-863B-CEDD4EB41D67}" type="pres">
      <dgm:prSet presAssocID="{67180261-FA11-4C70-99B6-208D22A34225}" presName="arrow" presStyleLbl="node1" presStyleIdx="2" presStyleCnt="8"/>
      <dgm:spPr/>
    </dgm:pt>
    <dgm:pt modelId="{EDA35FC2-369B-408D-A22C-F2BE5814AC6E}" type="pres">
      <dgm:prSet presAssocID="{67180261-FA11-4C70-99B6-208D22A34225}" presName="descendantArrow" presStyleCnt="0"/>
      <dgm:spPr/>
    </dgm:pt>
    <dgm:pt modelId="{7BCF40F3-06E5-4F54-91A1-DD1F46272372}" type="pres">
      <dgm:prSet presAssocID="{3FF4402C-00FA-42C7-86CB-68772B16FF58}" presName="childTextArrow" presStyleLbl="fgAccFollowNode1" presStyleIdx="11" presStyleCnt="39">
        <dgm:presLayoutVars>
          <dgm:bulletEnabled val="1"/>
        </dgm:presLayoutVars>
      </dgm:prSet>
      <dgm:spPr/>
    </dgm:pt>
    <dgm:pt modelId="{0FC18337-179F-46AE-BFF8-59E98E63F8E2}" type="pres">
      <dgm:prSet presAssocID="{339C0822-2CDB-423E-9BB7-053343C7305F}" presName="childTextArrow" presStyleLbl="fgAccFollowNode1" presStyleIdx="12" presStyleCnt="39">
        <dgm:presLayoutVars>
          <dgm:bulletEnabled val="1"/>
        </dgm:presLayoutVars>
      </dgm:prSet>
      <dgm:spPr/>
    </dgm:pt>
    <dgm:pt modelId="{90629DF9-1DB8-4CF2-B803-B9E570A0695D}" type="pres">
      <dgm:prSet presAssocID="{E54710DB-085F-483B-A1A1-F8D6CF1F9C25}" presName="childTextArrow" presStyleLbl="fgAccFollowNode1" presStyleIdx="13" presStyleCnt="39">
        <dgm:presLayoutVars>
          <dgm:bulletEnabled val="1"/>
        </dgm:presLayoutVars>
      </dgm:prSet>
      <dgm:spPr/>
    </dgm:pt>
    <dgm:pt modelId="{5992A6B8-0219-4F5A-8EC2-47F98682A23F}" type="pres">
      <dgm:prSet presAssocID="{3DD0F6E9-16F1-4C3E-A111-9AD649AC69FE}" presName="childTextArrow" presStyleLbl="fgAccFollowNode1" presStyleIdx="14" presStyleCnt="39">
        <dgm:presLayoutVars>
          <dgm:bulletEnabled val="1"/>
        </dgm:presLayoutVars>
      </dgm:prSet>
      <dgm:spPr/>
    </dgm:pt>
    <dgm:pt modelId="{35132EC7-0293-4969-9C16-AABBD27A5697}" type="pres">
      <dgm:prSet presAssocID="{A724DE8E-F01D-4B7D-B9A1-D451BEFEBD55}" presName="childTextArrow" presStyleLbl="fgAccFollowNode1" presStyleIdx="15" presStyleCnt="39">
        <dgm:presLayoutVars>
          <dgm:bulletEnabled val="1"/>
        </dgm:presLayoutVars>
      </dgm:prSet>
      <dgm:spPr/>
    </dgm:pt>
    <dgm:pt modelId="{39776FF9-EEC0-488B-9F7E-12FED8540329}" type="pres">
      <dgm:prSet presAssocID="{5EF3EFEB-82DD-4080-91BF-CEBAE8D22389}" presName="childTextArrow" presStyleLbl="fgAccFollowNode1" presStyleIdx="16" presStyleCnt="39">
        <dgm:presLayoutVars>
          <dgm:bulletEnabled val="1"/>
        </dgm:presLayoutVars>
      </dgm:prSet>
      <dgm:spPr/>
    </dgm:pt>
    <dgm:pt modelId="{603C0190-FE66-40BC-B460-8B2E6B83823E}" type="pres">
      <dgm:prSet presAssocID="{4CAEA3CA-4A9A-4D4B-9B21-2647A7A0F859}" presName="childTextArrow" presStyleLbl="fgAccFollowNode1" presStyleIdx="17" presStyleCnt="39">
        <dgm:presLayoutVars>
          <dgm:bulletEnabled val="1"/>
        </dgm:presLayoutVars>
      </dgm:prSet>
      <dgm:spPr/>
    </dgm:pt>
    <dgm:pt modelId="{AD9B5315-1C9A-4E23-832C-80EF150FC74D}" type="pres">
      <dgm:prSet presAssocID="{99E04747-3FDF-4CC8-A4F4-0F9D9CF189E4}" presName="childTextArrow" presStyleLbl="fgAccFollowNode1" presStyleIdx="18" presStyleCnt="39">
        <dgm:presLayoutVars>
          <dgm:bulletEnabled val="1"/>
        </dgm:presLayoutVars>
      </dgm:prSet>
      <dgm:spPr/>
    </dgm:pt>
    <dgm:pt modelId="{9C4C9C14-02E5-4357-AD2A-88D13092EFC1}" type="pres">
      <dgm:prSet presAssocID="{D094B509-3A39-491B-A70E-FF5E057CF61D}" presName="childTextArrow" presStyleLbl="fgAccFollowNode1" presStyleIdx="19" presStyleCnt="39">
        <dgm:presLayoutVars>
          <dgm:bulletEnabled val="1"/>
        </dgm:presLayoutVars>
      </dgm:prSet>
      <dgm:spPr/>
    </dgm:pt>
    <dgm:pt modelId="{657CDD7F-6D79-4D2A-BB77-EEE71BDB82FD}" type="pres">
      <dgm:prSet presAssocID="{BC1C9FDF-FF4F-4C1B-8990-DC00A0EA6773}" presName="sp" presStyleCnt="0"/>
      <dgm:spPr/>
    </dgm:pt>
    <dgm:pt modelId="{F659EBA3-79D2-4471-81B8-468732250214}" type="pres">
      <dgm:prSet presAssocID="{425CD942-2779-41D0-914F-F640AB7E3C5D}" presName="arrowAndChildren" presStyleCnt="0"/>
      <dgm:spPr/>
    </dgm:pt>
    <dgm:pt modelId="{CC90F8F4-F48D-4DB1-9179-26CCF2BFE1A2}" type="pres">
      <dgm:prSet presAssocID="{425CD942-2779-41D0-914F-F640AB7E3C5D}" presName="parentTextArrow" presStyleLbl="node1" presStyleIdx="2" presStyleCnt="8"/>
      <dgm:spPr/>
    </dgm:pt>
    <dgm:pt modelId="{30C82F42-0C41-4309-A796-6DFF0C328086}" type="pres">
      <dgm:prSet presAssocID="{425CD942-2779-41D0-914F-F640AB7E3C5D}" presName="arrow" presStyleLbl="node1" presStyleIdx="3" presStyleCnt="8"/>
      <dgm:spPr/>
    </dgm:pt>
    <dgm:pt modelId="{C883726E-DFA7-4386-A025-0170E9C556F3}" type="pres">
      <dgm:prSet presAssocID="{425CD942-2779-41D0-914F-F640AB7E3C5D}" presName="descendantArrow" presStyleCnt="0"/>
      <dgm:spPr/>
    </dgm:pt>
    <dgm:pt modelId="{83CAE08B-72B4-471B-A625-85950A64595F}" type="pres">
      <dgm:prSet presAssocID="{B1C7C17F-A4E3-4763-B39C-985AB2A51629}" presName="childTextArrow" presStyleLbl="fgAccFollowNode1" presStyleIdx="20" presStyleCnt="39">
        <dgm:presLayoutVars>
          <dgm:bulletEnabled val="1"/>
        </dgm:presLayoutVars>
      </dgm:prSet>
      <dgm:spPr/>
    </dgm:pt>
    <dgm:pt modelId="{27FAB162-10F0-4D45-AABB-6EA1A57D4BBC}" type="pres">
      <dgm:prSet presAssocID="{E34B73CA-D652-44EF-B46C-F1E5BBC93854}" presName="childTextArrow" presStyleLbl="fgAccFollowNode1" presStyleIdx="21" presStyleCnt="39">
        <dgm:presLayoutVars>
          <dgm:bulletEnabled val="1"/>
        </dgm:presLayoutVars>
      </dgm:prSet>
      <dgm:spPr/>
    </dgm:pt>
    <dgm:pt modelId="{1A13ED41-E69D-49E5-94F1-500B50827D5D}" type="pres">
      <dgm:prSet presAssocID="{72145F33-B37F-467D-92F0-A293F2DD8849}" presName="childTextArrow" presStyleLbl="fgAccFollowNode1" presStyleIdx="22" presStyleCnt="39">
        <dgm:presLayoutVars>
          <dgm:bulletEnabled val="1"/>
        </dgm:presLayoutVars>
      </dgm:prSet>
      <dgm:spPr/>
    </dgm:pt>
    <dgm:pt modelId="{AB6447FE-2C99-4DD6-91C8-AF1E0063622E}" type="pres">
      <dgm:prSet presAssocID="{7FE76DCC-B3BA-4A00-9D72-56F3D87779CC}" presName="sp" presStyleCnt="0"/>
      <dgm:spPr/>
    </dgm:pt>
    <dgm:pt modelId="{68CD8177-A910-4F38-82E1-F0C0EDB0C420}" type="pres">
      <dgm:prSet presAssocID="{63362398-E9D5-4A93-B2C5-2E8973ACC75B}" presName="arrowAndChildren" presStyleCnt="0"/>
      <dgm:spPr/>
    </dgm:pt>
    <dgm:pt modelId="{0CEFF55C-3BBA-4E0C-A33F-E4CFFD7D4B68}" type="pres">
      <dgm:prSet presAssocID="{63362398-E9D5-4A93-B2C5-2E8973ACC75B}" presName="parentTextArrow" presStyleLbl="node1" presStyleIdx="3" presStyleCnt="8"/>
      <dgm:spPr/>
    </dgm:pt>
    <dgm:pt modelId="{DB8D5B08-E642-4C95-AEE2-2EE97279618E}" type="pres">
      <dgm:prSet presAssocID="{63362398-E9D5-4A93-B2C5-2E8973ACC75B}" presName="arrow" presStyleLbl="node1" presStyleIdx="4" presStyleCnt="8"/>
      <dgm:spPr/>
    </dgm:pt>
    <dgm:pt modelId="{C09C5BF8-AC0A-418E-B261-4CC0F0019A90}" type="pres">
      <dgm:prSet presAssocID="{63362398-E9D5-4A93-B2C5-2E8973ACC75B}" presName="descendantArrow" presStyleCnt="0"/>
      <dgm:spPr/>
    </dgm:pt>
    <dgm:pt modelId="{FEEF8D0A-6785-46F7-A04F-DEA7192DB78B}" type="pres">
      <dgm:prSet presAssocID="{A53FC797-A7D0-4225-917E-483BCFC0F609}" presName="childTextArrow" presStyleLbl="fgAccFollowNode1" presStyleIdx="23" presStyleCnt="39">
        <dgm:presLayoutVars>
          <dgm:bulletEnabled val="1"/>
        </dgm:presLayoutVars>
      </dgm:prSet>
      <dgm:spPr/>
    </dgm:pt>
    <dgm:pt modelId="{A7B24C85-3096-47D8-8DC1-1D2D3B2D9CB7}" type="pres">
      <dgm:prSet presAssocID="{18A23A90-E7BA-48EF-8925-F45523ECA513}" presName="childTextArrow" presStyleLbl="fgAccFollowNode1" presStyleIdx="24" presStyleCnt="39">
        <dgm:presLayoutVars>
          <dgm:bulletEnabled val="1"/>
        </dgm:presLayoutVars>
      </dgm:prSet>
      <dgm:spPr/>
    </dgm:pt>
    <dgm:pt modelId="{CCA88C01-9FBD-47C4-9510-B5437D342AB9}" type="pres">
      <dgm:prSet presAssocID="{B42332DA-81F7-48B5-B72B-DEB9E8E155D3}" presName="childTextArrow" presStyleLbl="fgAccFollowNode1" presStyleIdx="25" presStyleCnt="39">
        <dgm:presLayoutVars>
          <dgm:bulletEnabled val="1"/>
        </dgm:presLayoutVars>
      </dgm:prSet>
      <dgm:spPr/>
    </dgm:pt>
    <dgm:pt modelId="{3947E3FC-0A0C-4D50-932D-8EE29FACF341}" type="pres">
      <dgm:prSet presAssocID="{6206A475-1A0B-4810-89EF-DE321E2667A1}" presName="sp" presStyleCnt="0"/>
      <dgm:spPr/>
    </dgm:pt>
    <dgm:pt modelId="{AD82154D-4B85-4EB7-855E-B00FA2A927C1}" type="pres">
      <dgm:prSet presAssocID="{15D27807-574C-49D4-AAE8-60C386DD610E}" presName="arrowAndChildren" presStyleCnt="0"/>
      <dgm:spPr/>
    </dgm:pt>
    <dgm:pt modelId="{E7721F18-C2E7-40DB-A6DF-077F19E12852}" type="pres">
      <dgm:prSet presAssocID="{15D27807-574C-49D4-AAE8-60C386DD610E}" presName="parentTextArrow" presStyleLbl="node1" presStyleIdx="4" presStyleCnt="8"/>
      <dgm:spPr/>
    </dgm:pt>
    <dgm:pt modelId="{416C4BCA-05E2-4068-BF2E-FCF79841AD70}" type="pres">
      <dgm:prSet presAssocID="{15D27807-574C-49D4-AAE8-60C386DD610E}" presName="arrow" presStyleLbl="node1" presStyleIdx="5" presStyleCnt="8"/>
      <dgm:spPr/>
    </dgm:pt>
    <dgm:pt modelId="{AB0C48CB-3932-443C-A08C-263C2E7C083F}" type="pres">
      <dgm:prSet presAssocID="{15D27807-574C-49D4-AAE8-60C386DD610E}" presName="descendantArrow" presStyleCnt="0"/>
      <dgm:spPr/>
    </dgm:pt>
    <dgm:pt modelId="{9EE26BA9-B62A-4A3C-A87B-5A5A98BF9752}" type="pres">
      <dgm:prSet presAssocID="{7C747B33-C916-4693-897E-240C6C6D5300}" presName="childTextArrow" presStyleLbl="fgAccFollowNode1" presStyleIdx="26" presStyleCnt="39">
        <dgm:presLayoutVars>
          <dgm:bulletEnabled val="1"/>
        </dgm:presLayoutVars>
      </dgm:prSet>
      <dgm:spPr/>
    </dgm:pt>
    <dgm:pt modelId="{44978CA2-C91D-43CA-BD1B-CC3C21D8E170}" type="pres">
      <dgm:prSet presAssocID="{008A522A-DDA7-45C8-BFBB-8585F08F9DBF}" presName="childTextArrow" presStyleLbl="fgAccFollowNode1" presStyleIdx="27" presStyleCnt="39">
        <dgm:presLayoutVars>
          <dgm:bulletEnabled val="1"/>
        </dgm:presLayoutVars>
      </dgm:prSet>
      <dgm:spPr/>
    </dgm:pt>
    <dgm:pt modelId="{C21F342A-687A-4026-BE27-A58FDBCE85E0}" type="pres">
      <dgm:prSet presAssocID="{12C0012E-BFB4-4233-BCF4-816F8EDFC0D1}" presName="childTextArrow" presStyleLbl="fgAccFollowNode1" presStyleIdx="28" presStyleCnt="39">
        <dgm:presLayoutVars>
          <dgm:bulletEnabled val="1"/>
        </dgm:presLayoutVars>
      </dgm:prSet>
      <dgm:spPr/>
    </dgm:pt>
    <dgm:pt modelId="{A53BB24B-17ED-4E57-B2B4-F12C3722E5C4}" type="pres">
      <dgm:prSet presAssocID="{C283A6F7-6D49-4CFF-A67A-55A09595BC72}" presName="childTextArrow" presStyleLbl="fgAccFollowNode1" presStyleIdx="29" presStyleCnt="39">
        <dgm:presLayoutVars>
          <dgm:bulletEnabled val="1"/>
        </dgm:presLayoutVars>
      </dgm:prSet>
      <dgm:spPr/>
    </dgm:pt>
    <dgm:pt modelId="{19547BD3-46F7-4222-AF56-A30E846640FC}" type="pres">
      <dgm:prSet presAssocID="{4DFC44EF-A033-4B76-AE50-7D4A02D6E0BA}" presName="childTextArrow" presStyleLbl="fgAccFollowNode1" presStyleIdx="30" presStyleCnt="39">
        <dgm:presLayoutVars>
          <dgm:bulletEnabled val="1"/>
        </dgm:presLayoutVars>
      </dgm:prSet>
      <dgm:spPr/>
    </dgm:pt>
    <dgm:pt modelId="{A47B2150-AB66-4391-AEB1-FE0DBD7BEB53}" type="pres">
      <dgm:prSet presAssocID="{36B1A9A3-E2F4-43F9-BD9A-410B4D6CF563}" presName="sp" presStyleCnt="0"/>
      <dgm:spPr/>
    </dgm:pt>
    <dgm:pt modelId="{EA55E29A-7091-401C-9A0C-39594222445D}" type="pres">
      <dgm:prSet presAssocID="{409AF4A9-954C-4DBA-AD54-B8C01FAFB96B}" presName="arrowAndChildren" presStyleCnt="0"/>
      <dgm:spPr/>
    </dgm:pt>
    <dgm:pt modelId="{3DF89B0C-C280-49DB-91D6-BFC9CDC132DA}" type="pres">
      <dgm:prSet presAssocID="{409AF4A9-954C-4DBA-AD54-B8C01FAFB96B}" presName="parentTextArrow" presStyleLbl="node1" presStyleIdx="5" presStyleCnt="8"/>
      <dgm:spPr/>
    </dgm:pt>
    <dgm:pt modelId="{DE0371E9-CAE6-48FD-B047-BCC1719221B4}" type="pres">
      <dgm:prSet presAssocID="{409AF4A9-954C-4DBA-AD54-B8C01FAFB96B}" presName="arrow" presStyleLbl="node1" presStyleIdx="6" presStyleCnt="8"/>
      <dgm:spPr/>
    </dgm:pt>
    <dgm:pt modelId="{0F81C51D-58E9-4E6D-A524-2C8D3617B772}" type="pres">
      <dgm:prSet presAssocID="{409AF4A9-954C-4DBA-AD54-B8C01FAFB96B}" presName="descendantArrow" presStyleCnt="0"/>
      <dgm:spPr/>
    </dgm:pt>
    <dgm:pt modelId="{A0FC7889-D654-43E6-83A5-E01BC73A0527}" type="pres">
      <dgm:prSet presAssocID="{2269DD83-D67F-4FB0-9942-2AF4B340CC6D}" presName="childTextArrow" presStyleLbl="fgAccFollowNode1" presStyleIdx="31" presStyleCnt="39">
        <dgm:presLayoutVars>
          <dgm:bulletEnabled val="1"/>
        </dgm:presLayoutVars>
      </dgm:prSet>
      <dgm:spPr/>
    </dgm:pt>
    <dgm:pt modelId="{06479DB7-2C16-4124-865E-00ABCEE5ACDC}" type="pres">
      <dgm:prSet presAssocID="{DB4BBC04-D462-4D69-85F2-3D022232376D}" presName="childTextArrow" presStyleLbl="fgAccFollowNode1" presStyleIdx="32" presStyleCnt="39">
        <dgm:presLayoutVars>
          <dgm:bulletEnabled val="1"/>
        </dgm:presLayoutVars>
      </dgm:prSet>
      <dgm:spPr/>
    </dgm:pt>
    <dgm:pt modelId="{14320433-9796-4777-BC67-0B323166DC2C}" type="pres">
      <dgm:prSet presAssocID="{31E7D85A-EDE4-4DCA-B913-3AC6753C5FA3}" presName="childTextArrow" presStyleLbl="fgAccFollowNode1" presStyleIdx="33" presStyleCnt="39">
        <dgm:presLayoutVars>
          <dgm:bulletEnabled val="1"/>
        </dgm:presLayoutVars>
      </dgm:prSet>
      <dgm:spPr/>
    </dgm:pt>
    <dgm:pt modelId="{109BEEAF-629A-4A82-A2A0-4847FD261716}" type="pres">
      <dgm:prSet presAssocID="{E81EB8A0-9EF1-4EAF-A2B8-551C13216DF8}" presName="childTextArrow" presStyleLbl="fgAccFollowNode1" presStyleIdx="34" presStyleCnt="39">
        <dgm:presLayoutVars>
          <dgm:bulletEnabled val="1"/>
        </dgm:presLayoutVars>
      </dgm:prSet>
      <dgm:spPr/>
    </dgm:pt>
    <dgm:pt modelId="{9C17246C-7A43-46BE-B9A9-026CA5F44B39}" type="pres">
      <dgm:prSet presAssocID="{4515462C-7E2D-4234-9038-B312C89DB609}" presName="childTextArrow" presStyleLbl="fgAccFollowNode1" presStyleIdx="35" presStyleCnt="39">
        <dgm:presLayoutVars>
          <dgm:bulletEnabled val="1"/>
        </dgm:presLayoutVars>
      </dgm:prSet>
      <dgm:spPr/>
    </dgm:pt>
    <dgm:pt modelId="{E65FF909-5C99-40F3-95A5-737B9BF2B0A9}" type="pres">
      <dgm:prSet presAssocID="{399D986D-F361-4165-9BF5-4EE27F4222A9}" presName="sp" presStyleCnt="0"/>
      <dgm:spPr/>
    </dgm:pt>
    <dgm:pt modelId="{58344C03-018C-4EB2-9EBE-FBACB7F2014A}" type="pres">
      <dgm:prSet presAssocID="{7CA02680-229E-4DE5-8E8F-D7DCCA469999}" presName="arrowAndChildren" presStyleCnt="0"/>
      <dgm:spPr/>
    </dgm:pt>
    <dgm:pt modelId="{1BB05907-8983-424E-8D36-085EEDFCFAFD}" type="pres">
      <dgm:prSet presAssocID="{7CA02680-229E-4DE5-8E8F-D7DCCA469999}" presName="parentTextArrow" presStyleLbl="node1" presStyleIdx="6" presStyleCnt="8"/>
      <dgm:spPr/>
    </dgm:pt>
    <dgm:pt modelId="{027CF994-8182-447A-9A5E-01709396860B}" type="pres">
      <dgm:prSet presAssocID="{7CA02680-229E-4DE5-8E8F-D7DCCA469999}" presName="arrow" presStyleLbl="node1" presStyleIdx="7" presStyleCnt="8"/>
      <dgm:spPr/>
    </dgm:pt>
    <dgm:pt modelId="{5C134447-E38E-44EC-A40E-E8146C37ADC2}" type="pres">
      <dgm:prSet presAssocID="{7CA02680-229E-4DE5-8E8F-D7DCCA469999}" presName="descendantArrow" presStyleCnt="0"/>
      <dgm:spPr/>
    </dgm:pt>
    <dgm:pt modelId="{1B6D6FA3-24C3-4B01-B77A-EF0920B3D103}" type="pres">
      <dgm:prSet presAssocID="{6C759DB1-AA8F-4E5F-ACC1-39A0887F0CC5}" presName="childTextArrow" presStyleLbl="fgAccFollowNode1" presStyleIdx="36" presStyleCnt="39">
        <dgm:presLayoutVars>
          <dgm:bulletEnabled val="1"/>
        </dgm:presLayoutVars>
      </dgm:prSet>
      <dgm:spPr/>
    </dgm:pt>
    <dgm:pt modelId="{520087BB-6474-48FA-BADE-554E1121AB89}" type="pres">
      <dgm:prSet presAssocID="{E70EBC57-D4F3-46AE-A368-8F90BEAE7FE0}" presName="childTextArrow" presStyleLbl="fgAccFollowNode1" presStyleIdx="37" presStyleCnt="39">
        <dgm:presLayoutVars>
          <dgm:bulletEnabled val="1"/>
        </dgm:presLayoutVars>
      </dgm:prSet>
      <dgm:spPr/>
    </dgm:pt>
    <dgm:pt modelId="{4F5DC906-8F73-4978-95C1-63026105B9EA}" type="pres">
      <dgm:prSet presAssocID="{9D86201F-66FF-4A06-9DD7-E03251646D18}" presName="childTextArrow" presStyleLbl="fgAccFollowNode1" presStyleIdx="38" presStyleCnt="39">
        <dgm:presLayoutVars>
          <dgm:bulletEnabled val="1"/>
        </dgm:presLayoutVars>
      </dgm:prSet>
      <dgm:spPr/>
    </dgm:pt>
  </dgm:ptLst>
  <dgm:cxnLst>
    <dgm:cxn modelId="{3F6CC101-DB3A-4682-BC6E-ACBEE3CD2FB0}" srcId="{15D27807-574C-49D4-AAE8-60C386DD610E}" destId="{008A522A-DDA7-45C8-BFBB-8585F08F9DBF}" srcOrd="1" destOrd="0" parTransId="{0DF4A0C3-87B4-47D0-A970-65297CDED558}" sibTransId="{1CC8667D-FDC3-4561-8EBA-3991A35E6312}"/>
    <dgm:cxn modelId="{B43CC404-A7B8-447F-B7A3-49B6818B335B}" srcId="{409AF4A9-954C-4DBA-AD54-B8C01FAFB96B}" destId="{E81EB8A0-9EF1-4EAF-A2B8-551C13216DF8}" srcOrd="3" destOrd="0" parTransId="{9008DA27-F177-4E96-BCF1-1D87EE49D4DC}" sibTransId="{5CB57855-6634-4F85-A710-BC9F3346222F}"/>
    <dgm:cxn modelId="{6F807805-A700-4221-BDEE-E6985E5C7BA9}" srcId="{67180261-FA11-4C70-99B6-208D22A34225}" destId="{3DD0F6E9-16F1-4C3E-A111-9AD649AC69FE}" srcOrd="3" destOrd="0" parTransId="{2517DA87-F129-4864-82EC-FF4DFF2D0ABD}" sibTransId="{D2BFE468-212E-4CEE-918E-5B6DA61B9721}"/>
    <dgm:cxn modelId="{47652906-A1FC-46F9-8A4B-8C0FE89FE66B}" srcId="{7CA02680-229E-4DE5-8E8F-D7DCCA469999}" destId="{9D86201F-66FF-4A06-9DD7-E03251646D18}" srcOrd="2" destOrd="0" parTransId="{9E2A35D4-E816-4EB6-8C0C-BD1BF59FC0C0}" sibTransId="{D2E93AB9-EBCF-401A-8EA0-081669804887}"/>
    <dgm:cxn modelId="{56130A09-99EE-4BE9-B402-62BA4482F777}" srcId="{492A7F8C-4384-4FED-90C3-C50AD51CD4D0}" destId="{432AFB55-08FE-4212-9DC7-D14ED2A025FB}" srcOrd="6" destOrd="0" parTransId="{05D130B0-583C-42EF-A013-EBA84E5F5145}" sibTransId="{C810953B-BB37-4D99-95A3-2A0E2B593AD3}"/>
    <dgm:cxn modelId="{46AB840A-7B60-43FE-8346-BF6AB4BC4BC3}" type="presOf" srcId="{93F25DE7-1215-4D9B-8A8D-9145A41F521D}" destId="{E683D2D8-90F6-4B14-9B28-E562704B6548}" srcOrd="0" destOrd="0" presId="urn:microsoft.com/office/officeart/2005/8/layout/process4"/>
    <dgm:cxn modelId="{6840040D-CE76-40F9-B430-D1F6783F4C46}" srcId="{15D27807-574C-49D4-AAE8-60C386DD610E}" destId="{C283A6F7-6D49-4CFF-A67A-55A09595BC72}" srcOrd="3" destOrd="0" parTransId="{3C90252A-E36B-490A-99A6-C95F03EC9A5E}" sibTransId="{6D4C1E0F-AE14-4B9A-9372-45CEEA302767}"/>
    <dgm:cxn modelId="{58EB9010-7C83-48ED-9390-A6E52E5DAFE0}" type="presOf" srcId="{3DD0F6E9-16F1-4C3E-A111-9AD649AC69FE}" destId="{5992A6B8-0219-4F5A-8EC2-47F98682A23F}" srcOrd="0" destOrd="0" presId="urn:microsoft.com/office/officeart/2005/8/layout/process4"/>
    <dgm:cxn modelId="{B611C810-0A2E-4C76-A0E5-8DE8DB464DF4}" type="presOf" srcId="{B42332DA-81F7-48B5-B72B-DEB9E8E155D3}" destId="{CCA88C01-9FBD-47C4-9510-B5437D342AB9}" srcOrd="0" destOrd="0" presId="urn:microsoft.com/office/officeart/2005/8/layout/process4"/>
    <dgm:cxn modelId="{161CD011-FE67-4DF6-A6DE-E8A4313695DE}" type="presOf" srcId="{31E7D85A-EDE4-4DCA-B913-3AC6753C5FA3}" destId="{14320433-9796-4777-BC67-0B323166DC2C}" srcOrd="0" destOrd="0" presId="urn:microsoft.com/office/officeart/2005/8/layout/process4"/>
    <dgm:cxn modelId="{07E78713-AC19-44B4-A6E7-9776CBF02312}" type="presOf" srcId="{7C747B33-C916-4693-897E-240C6C6D5300}" destId="{9EE26BA9-B62A-4A3C-A87B-5A5A98BF9752}" srcOrd="0" destOrd="0" presId="urn:microsoft.com/office/officeart/2005/8/layout/process4"/>
    <dgm:cxn modelId="{963DEE13-2C3A-4EBB-9873-1808754184BF}" type="presOf" srcId="{72145F33-B37F-467D-92F0-A293F2DD8849}" destId="{1A13ED41-E69D-49E5-94F1-500B50827D5D}" srcOrd="0" destOrd="0" presId="urn:microsoft.com/office/officeart/2005/8/layout/process4"/>
    <dgm:cxn modelId="{08E6B115-753C-438D-98E2-C60364B2AFE8}" type="presOf" srcId="{615E58AB-5723-4B57-A5AD-DFF7FD34CE6A}" destId="{6750370E-625F-4CBE-AA52-1F7D8DBFDE3D}" srcOrd="0" destOrd="0" presId="urn:microsoft.com/office/officeart/2005/8/layout/process4"/>
    <dgm:cxn modelId="{D66D5516-22F0-490B-AC02-E8DE59506237}" srcId="{67180261-FA11-4C70-99B6-208D22A34225}" destId="{E54710DB-085F-483B-A1A1-F8D6CF1F9C25}" srcOrd="2" destOrd="0" parTransId="{487EC583-3FE6-4B87-A155-7842AD330C79}" sibTransId="{457B37F5-D6AC-49CF-98D5-0A70C246EFBC}"/>
    <dgm:cxn modelId="{3E7F8416-6E5A-4FB7-8B5D-7E6552DB9137}" srcId="{492A7F8C-4384-4FED-90C3-C50AD51CD4D0}" destId="{67180261-FA11-4C70-99B6-208D22A34225}" srcOrd="5" destOrd="0" parTransId="{59464F09-C52D-4303-BCD3-E1A86FD40B46}" sibTransId="{EFC46B28-C8E4-4492-89C7-7481CD0F35E9}"/>
    <dgm:cxn modelId="{6AF5F018-CD3C-4DBB-93A6-B095C43C027F}" srcId="{15D27807-574C-49D4-AAE8-60C386DD610E}" destId="{12C0012E-BFB4-4233-BCF4-816F8EDFC0D1}" srcOrd="2" destOrd="0" parTransId="{04E619B5-3A48-41AC-BE79-E727138A1605}" sibTransId="{9470532F-4B76-4B18-A552-0FE287214206}"/>
    <dgm:cxn modelId="{F281401C-D56C-4ABB-9523-46A5D253E5A5}" type="presOf" srcId="{6C759DB1-AA8F-4E5F-ACC1-39A0887F0CC5}" destId="{1B6D6FA3-24C3-4B01-B77A-EF0920B3D103}" srcOrd="0" destOrd="0" presId="urn:microsoft.com/office/officeart/2005/8/layout/process4"/>
    <dgm:cxn modelId="{D9A9E41E-88B6-470C-ABB9-BB866359449B}" srcId="{432AFB55-08FE-4212-9DC7-D14ED2A025FB}" destId="{615E58AB-5723-4B57-A5AD-DFF7FD34CE6A}" srcOrd="6" destOrd="0" parTransId="{952EFBDA-14CE-43EF-98BE-C3AC3A152615}" sibTransId="{9B7C225D-2406-4439-AC44-6F3C01AEEF02}"/>
    <dgm:cxn modelId="{28BCC620-7FDA-49F2-A504-2A24D19A1A69}" srcId="{425CD942-2779-41D0-914F-F640AB7E3C5D}" destId="{E34B73CA-D652-44EF-B46C-F1E5BBC93854}" srcOrd="1" destOrd="0" parTransId="{76AAC7CA-800A-476E-955F-5DCA362E4424}" sibTransId="{459FB672-197A-4A2A-8CA2-B43157D3158D}"/>
    <dgm:cxn modelId="{DEB9F820-F35B-4574-8B2D-07E37A14D12B}" srcId="{15D27807-574C-49D4-AAE8-60C386DD610E}" destId="{7C747B33-C916-4693-897E-240C6C6D5300}" srcOrd="0" destOrd="0" parTransId="{68644EAC-7AF6-4BB5-AEB5-3E65940EFD94}" sibTransId="{0504232E-380E-4553-9A01-FDFC180B40C3}"/>
    <dgm:cxn modelId="{96978423-041D-4AA6-A171-2B7575AC72CB}" type="presOf" srcId="{409AF4A9-954C-4DBA-AD54-B8C01FAFB96B}" destId="{DE0371E9-CAE6-48FD-B047-BCC1719221B4}" srcOrd="1" destOrd="0" presId="urn:microsoft.com/office/officeart/2005/8/layout/process4"/>
    <dgm:cxn modelId="{99F69F26-3D8A-478C-B8CA-1EB97D775D01}" type="presOf" srcId="{432AFB55-08FE-4212-9DC7-D14ED2A025FB}" destId="{1ADEB702-401C-4386-90EE-7702485DB93F}" srcOrd="1" destOrd="0" presId="urn:microsoft.com/office/officeart/2005/8/layout/process4"/>
    <dgm:cxn modelId="{CD2FCE26-6BCA-4200-B507-749FE01FE5EF}" srcId="{432AFB55-08FE-4212-9DC7-D14ED2A025FB}" destId="{06CC86FE-A12F-4402-93CA-A5C169967C38}" srcOrd="0" destOrd="0" parTransId="{FCA50631-918E-48A6-85F0-5995B92E8D28}" sibTransId="{97AFA29E-B063-46D2-831E-4424B3690E1A}"/>
    <dgm:cxn modelId="{3A041A28-317C-4F5F-A410-D9D0759BFE5D}" type="presOf" srcId="{9D86201F-66FF-4A06-9DD7-E03251646D18}" destId="{4F5DC906-8F73-4978-95C1-63026105B9EA}" srcOrd="0" destOrd="0" presId="urn:microsoft.com/office/officeart/2005/8/layout/process4"/>
    <dgm:cxn modelId="{54286E2A-923C-484D-B321-85C46BA5363E}" srcId="{432AFB55-08FE-4212-9DC7-D14ED2A025FB}" destId="{978A3A40-BB49-483E-B9F5-1F59037F71FE}" srcOrd="3" destOrd="0" parTransId="{60879353-C55F-4F1F-A588-E728DBE53EED}" sibTransId="{CA173568-036C-49B6-9E80-F946FBACCFEF}"/>
    <dgm:cxn modelId="{49FA592B-7E7D-4E27-A039-4D740792FF38}" type="presOf" srcId="{A724DE8E-F01D-4B7D-B9A1-D451BEFEBD55}" destId="{35132EC7-0293-4969-9C16-AABBD27A5697}" srcOrd="0" destOrd="0" presId="urn:microsoft.com/office/officeart/2005/8/layout/process4"/>
    <dgm:cxn modelId="{146D2B2C-739B-4955-AE56-11BAE6C5B1E7}" srcId="{42BCD4A9-A9CF-4288-8C26-147300DFC46C}" destId="{6A86D7A5-4BE9-49D9-8F35-01FA5FD177AB}" srcOrd="1" destOrd="0" parTransId="{568F4F23-0776-4187-AA4D-54626909EFA9}" sibTransId="{446732D6-8DD2-437B-9983-8C90A29AFCBE}"/>
    <dgm:cxn modelId="{0784F12C-A432-4EA0-B448-B797BA8E04F8}" srcId="{492A7F8C-4384-4FED-90C3-C50AD51CD4D0}" destId="{425CD942-2779-41D0-914F-F640AB7E3C5D}" srcOrd="4" destOrd="0" parTransId="{26726183-1047-4D19-B9C9-AFA9DCE3BFF1}" sibTransId="{BC1C9FDF-FF4F-4C1B-8990-DC00A0EA6773}"/>
    <dgm:cxn modelId="{F72A6830-7DE4-4781-8BD8-BB5BAFDFFB3D}" srcId="{492A7F8C-4384-4FED-90C3-C50AD51CD4D0}" destId="{7CA02680-229E-4DE5-8E8F-D7DCCA469999}" srcOrd="0" destOrd="0" parTransId="{FD9C8912-36C2-4F70-8D27-0C7B04281544}" sibTransId="{399D986D-F361-4165-9BF5-4EE27F4222A9}"/>
    <dgm:cxn modelId="{A180AB34-0D45-4AC0-9F67-0288D119A062}" type="presOf" srcId="{7CA02680-229E-4DE5-8E8F-D7DCCA469999}" destId="{1BB05907-8983-424E-8D36-085EEDFCFAFD}" srcOrd="0" destOrd="0" presId="urn:microsoft.com/office/officeart/2005/8/layout/process4"/>
    <dgm:cxn modelId="{F220B434-44E4-442E-A751-DB12843A637D}" srcId="{15D27807-574C-49D4-AAE8-60C386DD610E}" destId="{4DFC44EF-A033-4B76-AE50-7D4A02D6E0BA}" srcOrd="4" destOrd="0" parTransId="{BD431B25-C101-4549-A533-5301171FE3BE}" sibTransId="{1D97FAA5-D95D-4A16-AE63-0F791B5D2763}"/>
    <dgm:cxn modelId="{B8548135-B07F-4EC7-B90B-0490A02530F1}" type="presOf" srcId="{15D27807-574C-49D4-AAE8-60C386DD610E}" destId="{416C4BCA-05E2-4068-BF2E-FCF79841AD70}" srcOrd="0" destOrd="0" presId="urn:microsoft.com/office/officeart/2005/8/layout/process4"/>
    <dgm:cxn modelId="{F3241D38-B66D-44C7-89F3-C3807D6D41EB}" type="presOf" srcId="{5EF3EFEB-82DD-4080-91BF-CEBAE8D22389}" destId="{39776FF9-EEC0-488B-9F7E-12FED8540329}" srcOrd="0" destOrd="0" presId="urn:microsoft.com/office/officeart/2005/8/layout/process4"/>
    <dgm:cxn modelId="{2C843339-4B86-4144-B277-8CD890080DDB}" type="presOf" srcId="{409AF4A9-954C-4DBA-AD54-B8C01FAFB96B}" destId="{3DF89B0C-C280-49DB-91D6-BFC9CDC132DA}" srcOrd="0" destOrd="0" presId="urn:microsoft.com/office/officeart/2005/8/layout/process4"/>
    <dgm:cxn modelId="{8CA96D3D-1CF1-4821-9741-82E4C607B223}" srcId="{425CD942-2779-41D0-914F-F640AB7E3C5D}" destId="{72145F33-B37F-467D-92F0-A293F2DD8849}" srcOrd="2" destOrd="0" parTransId="{21346E3E-A1DC-4E71-8D4E-C4258123306D}" sibTransId="{C3473056-3087-43CC-835A-DC4AFD12E44E}"/>
    <dgm:cxn modelId="{36180A3E-5B3E-4066-AF54-3DDDC92924C3}" srcId="{63362398-E9D5-4A93-B2C5-2E8973ACC75B}" destId="{B42332DA-81F7-48B5-B72B-DEB9E8E155D3}" srcOrd="2" destOrd="0" parTransId="{6AAB9EA2-CE05-44AE-B1D1-D2E8B2788E15}" sibTransId="{E0740370-8AF4-45A9-A1EE-3C5CDAAC8633}"/>
    <dgm:cxn modelId="{61840A3E-1CB2-4B95-9FE5-550A20601DA1}" type="presOf" srcId="{12C0012E-BFB4-4233-BCF4-816F8EDFC0D1}" destId="{C21F342A-687A-4026-BE27-A58FDBCE85E0}" srcOrd="0" destOrd="0" presId="urn:microsoft.com/office/officeart/2005/8/layout/process4"/>
    <dgm:cxn modelId="{41391E5C-E006-4783-BBD5-4040FAB8990A}" type="presOf" srcId="{3A9D1D17-E645-4054-9D3C-C9856C9C4F56}" destId="{4C7134A9-CFC0-42BE-BBE6-8013607503CF}" srcOrd="0" destOrd="0" presId="urn:microsoft.com/office/officeart/2005/8/layout/process4"/>
    <dgm:cxn modelId="{5946EF5C-0657-4F6B-AE06-85E17A20C06B}" srcId="{63362398-E9D5-4A93-B2C5-2E8973ACC75B}" destId="{A53FC797-A7D0-4225-917E-483BCFC0F609}" srcOrd="0" destOrd="0" parTransId="{2D702847-3906-454F-A6BA-3641D7AD29A5}" sibTransId="{DFF462C7-565A-4CD9-9B6F-67558240D5FC}"/>
    <dgm:cxn modelId="{97090A5F-3E73-4550-B795-7A3A4E2006BE}" type="presOf" srcId="{E81EB8A0-9EF1-4EAF-A2B8-551C13216DF8}" destId="{109BEEAF-629A-4A82-A2A0-4847FD261716}" srcOrd="0" destOrd="0" presId="urn:microsoft.com/office/officeart/2005/8/layout/process4"/>
    <dgm:cxn modelId="{C23FB761-A2F6-4584-B5D7-D2092C406F03}" type="presOf" srcId="{4DFC44EF-A033-4B76-AE50-7D4A02D6E0BA}" destId="{19547BD3-46F7-4222-AF56-A30E846640FC}" srcOrd="0" destOrd="0" presId="urn:microsoft.com/office/officeart/2005/8/layout/process4"/>
    <dgm:cxn modelId="{35E04D62-7F0E-4670-BBAF-1474375DF3C1}" srcId="{7CA02680-229E-4DE5-8E8F-D7DCCA469999}" destId="{E70EBC57-D4F3-46AE-A368-8F90BEAE7FE0}" srcOrd="1" destOrd="0" parTransId="{FA248630-6B92-47B6-8E5D-810D0F622E0B}" sibTransId="{449DD7DE-1E04-47AD-87AC-1D81B28FEA33}"/>
    <dgm:cxn modelId="{BF038C64-7F97-4627-BA3D-01244A49F065}" srcId="{67180261-FA11-4C70-99B6-208D22A34225}" destId="{5EF3EFEB-82DD-4080-91BF-CEBAE8D22389}" srcOrd="5" destOrd="0" parTransId="{0B4B2499-CD86-4BD4-8CF9-76DE9C6E1AAE}" sibTransId="{DFBD559B-35C8-4B8A-8281-D9A2D29A86F3}"/>
    <dgm:cxn modelId="{575DE644-6FD2-41CB-B9D0-317646EF21A8}" type="presOf" srcId="{536977EA-67F4-48D3-9A83-8DA4285E1385}" destId="{1EAF5CAF-32BE-4077-B3C4-D8B521020B21}" srcOrd="0" destOrd="0" presId="urn:microsoft.com/office/officeart/2005/8/layout/process4"/>
    <dgm:cxn modelId="{EC127466-196B-472F-83BF-270DF536FD5A}" srcId="{63362398-E9D5-4A93-B2C5-2E8973ACC75B}" destId="{18A23A90-E7BA-48EF-8925-F45523ECA513}" srcOrd="1" destOrd="0" parTransId="{0F5F14FC-DCBD-4091-81FC-66D1DDD2934F}" sibTransId="{49F1F4D6-7267-4302-864F-2738456C4E25}"/>
    <dgm:cxn modelId="{7C4AD066-E14C-4C89-BEF5-9ACF434EB4D9}" type="presOf" srcId="{492A7F8C-4384-4FED-90C3-C50AD51CD4D0}" destId="{0A2B100A-873D-4378-B06C-7D278D8A2DC0}" srcOrd="0" destOrd="0" presId="urn:microsoft.com/office/officeart/2005/8/layout/process4"/>
    <dgm:cxn modelId="{1F1DCA49-BCA2-4722-BC06-E3722384E7DE}" type="presOf" srcId="{3FF4402C-00FA-42C7-86CB-68772B16FF58}" destId="{7BCF40F3-06E5-4F54-91A1-DD1F46272372}" srcOrd="0" destOrd="0" presId="urn:microsoft.com/office/officeart/2005/8/layout/process4"/>
    <dgm:cxn modelId="{B098566A-DD0C-4E45-9B76-C0821C03FB96}" srcId="{432AFB55-08FE-4212-9DC7-D14ED2A025FB}" destId="{93F25DE7-1215-4D9B-8A8D-9145A41F521D}" srcOrd="4" destOrd="0" parTransId="{66881C65-C758-4761-B7A9-B206E4786EC0}" sibTransId="{B19073FC-2E20-4102-9A93-C007F413720A}"/>
    <dgm:cxn modelId="{A80B864C-9241-469B-B177-1910E274CF94}" type="presOf" srcId="{4CAEA3CA-4A9A-4D4B-9B21-2647A7A0F859}" destId="{603C0190-FE66-40BC-B460-8B2E6B83823E}" srcOrd="0" destOrd="0" presId="urn:microsoft.com/office/officeart/2005/8/layout/process4"/>
    <dgm:cxn modelId="{A8F79E71-435F-40AC-9C75-ACDA74F128AC}" srcId="{492A7F8C-4384-4FED-90C3-C50AD51CD4D0}" destId="{15D27807-574C-49D4-AAE8-60C386DD610E}" srcOrd="2" destOrd="0" parTransId="{12794ECD-87A3-4EB4-B8FB-778740C225A6}" sibTransId="{6206A475-1A0B-4810-89EF-DE321E2667A1}"/>
    <dgm:cxn modelId="{B9261952-5FD4-4E6C-8E8F-879F041C4ABE}" type="presOf" srcId="{63362398-E9D5-4A93-B2C5-2E8973ACC75B}" destId="{0CEFF55C-3BBA-4E0C-A33F-E4CFFD7D4B68}" srcOrd="0" destOrd="0" presId="urn:microsoft.com/office/officeart/2005/8/layout/process4"/>
    <dgm:cxn modelId="{F81F0F54-EC42-490B-9E9A-A73A1473E5CF}" type="presOf" srcId="{B1C7C17F-A4E3-4763-B39C-985AB2A51629}" destId="{83CAE08B-72B4-471B-A625-85950A64595F}" srcOrd="0" destOrd="0" presId="urn:microsoft.com/office/officeart/2005/8/layout/process4"/>
    <dgm:cxn modelId="{4E970558-BCB9-4384-8721-729D1354E93D}" type="presOf" srcId="{CCEDEFB1-11C4-4BE9-B4BD-EBA172C6495F}" destId="{2528012E-0E4A-465E-8142-992517B5BAF6}" srcOrd="0" destOrd="0" presId="urn:microsoft.com/office/officeart/2005/8/layout/process4"/>
    <dgm:cxn modelId="{3AF3547B-7DE9-4B9B-916A-8FB3B7FF718D}" type="presOf" srcId="{E54710DB-085F-483B-A1A1-F8D6CF1F9C25}" destId="{90629DF9-1DB8-4CF2-B803-B9E570A0695D}" srcOrd="0" destOrd="0" presId="urn:microsoft.com/office/officeart/2005/8/layout/process4"/>
    <dgm:cxn modelId="{A0262681-0582-4F3B-83DF-CFCF0EDDAFC8}" srcId="{67180261-FA11-4C70-99B6-208D22A34225}" destId="{4CAEA3CA-4A9A-4D4B-9B21-2647A7A0F859}" srcOrd="6" destOrd="0" parTransId="{D89BDE9E-5DB6-466B-AB83-0D6814DFBF6E}" sibTransId="{F1B18DEA-12F4-41B1-9389-87F82557B910}"/>
    <dgm:cxn modelId="{4A06F281-92B9-4759-BCCD-300F7A10EEE8}" srcId="{42BCD4A9-A9CF-4288-8C26-147300DFC46C}" destId="{3A9D1D17-E645-4054-9D3C-C9856C9C4F56}" srcOrd="0" destOrd="0" parTransId="{9A9ECE1B-AFCB-4B86-B0EE-59D56452834C}" sibTransId="{F1532650-4BAC-4B28-874A-8C66D07D29E3}"/>
    <dgm:cxn modelId="{5BDA4782-20BD-4001-B838-D9859342FBF5}" type="presOf" srcId="{6A86D7A5-4BE9-49D9-8F35-01FA5FD177AB}" destId="{520FB264-D8DB-4B38-B376-5705D5C983B6}" srcOrd="0" destOrd="0" presId="urn:microsoft.com/office/officeart/2005/8/layout/process4"/>
    <dgm:cxn modelId="{19512C86-1A2B-440F-888D-CD6CC0EACC6F}" type="presOf" srcId="{67180261-FA11-4C70-99B6-208D22A34225}" destId="{EAC5A75C-3ABE-44A2-8907-E4140A97C1E0}" srcOrd="0" destOrd="0" presId="urn:microsoft.com/office/officeart/2005/8/layout/process4"/>
    <dgm:cxn modelId="{AB732587-3EC7-437C-A756-7F52CAD95DA3}" srcId="{432AFB55-08FE-4212-9DC7-D14ED2A025FB}" destId="{CCEDEFB1-11C4-4BE9-B4BD-EBA172C6495F}" srcOrd="1" destOrd="0" parTransId="{DA84A803-8548-4950-A3D3-E0D21A08E744}" sibTransId="{7AD4E237-D535-40EF-ACCB-EED0B8CC7D3B}"/>
    <dgm:cxn modelId="{59BFDC88-3C46-4BC2-8817-2838C06F3501}" type="presOf" srcId="{E34B73CA-D652-44EF-B46C-F1E5BBC93854}" destId="{27FAB162-10F0-4D45-AABB-6EA1A57D4BBC}" srcOrd="0" destOrd="0" presId="urn:microsoft.com/office/officeart/2005/8/layout/process4"/>
    <dgm:cxn modelId="{ED12EF89-4631-4F8A-9EE4-EFBA9E752294}" type="presOf" srcId="{E70EBC57-D4F3-46AE-A368-8F90BEAE7FE0}" destId="{520087BB-6474-48FA-BADE-554E1121AB89}" srcOrd="0" destOrd="0" presId="urn:microsoft.com/office/officeart/2005/8/layout/process4"/>
    <dgm:cxn modelId="{8194FE8A-8BA9-4973-9249-7B40C7FCB80A}" type="presOf" srcId="{432AFB55-08FE-4212-9DC7-D14ED2A025FB}" destId="{F44D84BB-4D82-4D22-AB84-931EDDB52237}" srcOrd="0" destOrd="0" presId="urn:microsoft.com/office/officeart/2005/8/layout/process4"/>
    <dgm:cxn modelId="{F15BCE8B-AF12-4D82-A898-8E536A98EF24}" srcId="{409AF4A9-954C-4DBA-AD54-B8C01FAFB96B}" destId="{31E7D85A-EDE4-4DCA-B913-3AC6753C5FA3}" srcOrd="2" destOrd="0" parTransId="{374B05F3-0BAA-4B9E-AC9C-2166C2522B9E}" sibTransId="{7010EDC2-EBE9-4C17-B23D-DF83E724D4AD}"/>
    <dgm:cxn modelId="{E3BBAB93-81F9-4CE2-BD1F-C93DDCA95CC3}" srcId="{67180261-FA11-4C70-99B6-208D22A34225}" destId="{99E04747-3FDF-4CC8-A4F4-0F9D9CF189E4}" srcOrd="7" destOrd="0" parTransId="{41711039-8AE4-4F05-A408-1FF017012747}" sibTransId="{5FA57CE0-AC20-4DC5-888F-1CA5E82B2797}"/>
    <dgm:cxn modelId="{00397594-4C85-45E1-A811-6BBD5AEC2395}" srcId="{7CA02680-229E-4DE5-8E8F-D7DCCA469999}" destId="{6C759DB1-AA8F-4E5F-ACC1-39A0887F0CC5}" srcOrd="0" destOrd="0" parTransId="{EDF369F7-54FB-444E-ABC3-9BC56A17F9AC}" sibTransId="{7C969A4F-3A03-49BE-AB91-8573F2EE957F}"/>
    <dgm:cxn modelId="{427DFB94-CB8C-4C1F-B86E-BEEB32920F62}" type="presOf" srcId="{7CA02680-229E-4DE5-8E8F-D7DCCA469999}" destId="{027CF994-8182-447A-9A5E-01709396860B}" srcOrd="1" destOrd="0" presId="urn:microsoft.com/office/officeart/2005/8/layout/process4"/>
    <dgm:cxn modelId="{DEEEB098-5AEF-4916-8A1F-B285B59FDB4E}" srcId="{432AFB55-08FE-4212-9DC7-D14ED2A025FB}" destId="{D4DAA6DA-BDDF-4B7E-8B78-42D5DF783BE8}" srcOrd="2" destOrd="0" parTransId="{84AFFA12-762E-4A2E-AE9F-794E0A281D2C}" sibTransId="{425E13C0-4B3B-42DD-982E-2D390D21D365}"/>
    <dgm:cxn modelId="{B417DE99-F37D-4309-B6E7-1F83A8810804}" srcId="{409AF4A9-954C-4DBA-AD54-B8C01FAFB96B}" destId="{2269DD83-D67F-4FB0-9942-2AF4B340CC6D}" srcOrd="0" destOrd="0" parTransId="{78F6A4A8-987C-4BC1-8EFF-B7A0E8288834}" sibTransId="{72B0AB2A-CE92-4545-881E-E18BDECFA0F9}"/>
    <dgm:cxn modelId="{B7726FA3-43DC-4996-AF6B-955DAC7C3FA9}" type="presOf" srcId="{42BCD4A9-A9CF-4288-8C26-147300DFC46C}" destId="{A42A819C-0492-415D-93BA-8DABF228CA62}" srcOrd="0" destOrd="0" presId="urn:microsoft.com/office/officeart/2005/8/layout/process4"/>
    <dgm:cxn modelId="{F00E7CA5-399C-431D-B6B1-8ADFAB620D33}" srcId="{425CD942-2779-41D0-914F-F640AB7E3C5D}" destId="{B1C7C17F-A4E3-4763-B39C-985AB2A51629}" srcOrd="0" destOrd="0" parTransId="{379576B6-59AD-416F-BA50-EBB22A5BB931}" sibTransId="{43DD2CCB-5F83-40B0-84D5-9018DF79E3EC}"/>
    <dgm:cxn modelId="{91E16AAB-1F31-4380-9200-3FC2795AA168}" type="presOf" srcId="{D2A17FD3-8A80-409A-A9D9-FFD436402573}" destId="{D76D0FC9-C91D-47CE-B4A9-AB7186C6A16D}" srcOrd="0" destOrd="0" presId="urn:microsoft.com/office/officeart/2005/8/layout/process4"/>
    <dgm:cxn modelId="{3883BAB0-503E-41D2-9F0F-AC47BBE89088}" type="presOf" srcId="{C283A6F7-6D49-4CFF-A67A-55A09595BC72}" destId="{A53BB24B-17ED-4E57-B2B4-F12C3722E5C4}" srcOrd="0" destOrd="0" presId="urn:microsoft.com/office/officeart/2005/8/layout/process4"/>
    <dgm:cxn modelId="{95E408B6-4730-4FB2-A349-244E6558246B}" srcId="{67180261-FA11-4C70-99B6-208D22A34225}" destId="{3FF4402C-00FA-42C7-86CB-68772B16FF58}" srcOrd="0" destOrd="0" parTransId="{B8D143BE-9556-4FC8-8B3C-F29A7E63A0A0}" sibTransId="{7B36BCAE-412D-4210-8415-6A0FF6F546A1}"/>
    <dgm:cxn modelId="{938AC5B6-0A6B-4A32-9163-CF93AD0CD4A4}" srcId="{67180261-FA11-4C70-99B6-208D22A34225}" destId="{D094B509-3A39-491B-A70E-FF5E057CF61D}" srcOrd="8" destOrd="0" parTransId="{E321E8C9-D053-4B1B-8BD5-6FEF64D5A2A7}" sibTransId="{21534744-6CF0-4914-8241-87FCE31AAD60}"/>
    <dgm:cxn modelId="{8DF5E8BA-87A7-4522-AEE2-CF4A917E7532}" type="presOf" srcId="{18A23A90-E7BA-48EF-8925-F45523ECA513}" destId="{A7B24C85-3096-47D8-8DC1-1D2D3B2D9CB7}" srcOrd="0" destOrd="0" presId="urn:microsoft.com/office/officeart/2005/8/layout/process4"/>
    <dgm:cxn modelId="{56A06BBC-48FD-4DC5-9BD2-C424A0BDC4A4}" srcId="{409AF4A9-954C-4DBA-AD54-B8C01FAFB96B}" destId="{DB4BBC04-D462-4D69-85F2-3D022232376D}" srcOrd="1" destOrd="0" parTransId="{EB143FCE-CCC4-4E43-93B4-A5F19B04B951}" sibTransId="{EBB1D3E4-805D-4065-AAEC-748B6C5A3CC5}"/>
    <dgm:cxn modelId="{B4CD10C2-702F-4549-8E23-836781CA8917}" type="presOf" srcId="{317E4EBA-92A0-45E1-9AFF-C1B7ECF4C17D}" destId="{C5159B75-F703-45A6-B07A-9C0B1993D0A2}" srcOrd="0" destOrd="0" presId="urn:microsoft.com/office/officeart/2005/8/layout/process4"/>
    <dgm:cxn modelId="{5FD69AC3-6F5D-4744-AA14-E499F9279B54}" type="presOf" srcId="{425CD942-2779-41D0-914F-F640AB7E3C5D}" destId="{30C82F42-0C41-4309-A796-6DFF0C328086}" srcOrd="1" destOrd="0" presId="urn:microsoft.com/office/officeart/2005/8/layout/process4"/>
    <dgm:cxn modelId="{6A5571C5-18EA-437C-9DD3-97E3175B48A9}" type="presOf" srcId="{008A522A-DDA7-45C8-BFBB-8585F08F9DBF}" destId="{44978CA2-C91D-43CA-BD1B-CC3C21D8E170}" srcOrd="0" destOrd="0" presId="urn:microsoft.com/office/officeart/2005/8/layout/process4"/>
    <dgm:cxn modelId="{B1870BC6-3A45-4CF2-B417-BBE477080A11}" type="presOf" srcId="{D4DAA6DA-BDDF-4B7E-8B78-42D5DF783BE8}" destId="{E6C8ED0A-87EE-4F77-8769-2AEBFF4FAC27}" srcOrd="0" destOrd="0" presId="urn:microsoft.com/office/officeart/2005/8/layout/process4"/>
    <dgm:cxn modelId="{D9977DC8-F34A-48C7-8D20-2F91A5C2B6E2}" srcId="{432AFB55-08FE-4212-9DC7-D14ED2A025FB}" destId="{D2A17FD3-8A80-409A-A9D9-FFD436402573}" srcOrd="5" destOrd="0" parTransId="{1BB18B62-C8F8-42C3-BBB7-19AA4A5C38E8}" sibTransId="{F8E152C4-8C7C-47D6-884A-52469086AA94}"/>
    <dgm:cxn modelId="{EAD2C4C9-3EFA-4C80-BA03-0B6D2E324141}" type="presOf" srcId="{67180261-FA11-4C70-99B6-208D22A34225}" destId="{BD4D7166-D5DB-4159-863B-CEDD4EB41D67}" srcOrd="1" destOrd="0" presId="urn:microsoft.com/office/officeart/2005/8/layout/process4"/>
    <dgm:cxn modelId="{4F341DCB-9714-4681-BB46-32DF32FE594D}" type="presOf" srcId="{99E04747-3FDF-4CC8-A4F4-0F9D9CF189E4}" destId="{AD9B5315-1C9A-4E23-832C-80EF150FC74D}" srcOrd="0" destOrd="0" presId="urn:microsoft.com/office/officeart/2005/8/layout/process4"/>
    <dgm:cxn modelId="{790DD5CD-3F70-4ED3-9D20-1B8E281FFB5F}" srcId="{492A7F8C-4384-4FED-90C3-C50AD51CD4D0}" destId="{409AF4A9-954C-4DBA-AD54-B8C01FAFB96B}" srcOrd="1" destOrd="0" parTransId="{446793BA-E1E5-4BFF-8B57-401A2EC8D6F9}" sibTransId="{36B1A9A3-E2F4-43F9-BD9A-410B4D6CF563}"/>
    <dgm:cxn modelId="{25AAADD1-2028-4A4D-9E62-EAAA57233811}" type="presOf" srcId="{42BCD4A9-A9CF-4288-8C26-147300DFC46C}" destId="{9BEA8613-8D23-41D8-9B98-0EE982021788}" srcOrd="1" destOrd="0" presId="urn:microsoft.com/office/officeart/2005/8/layout/process4"/>
    <dgm:cxn modelId="{F10DC6D1-9142-46EF-A07C-A4DD89EAAE44}" type="presOf" srcId="{339C0822-2CDB-423E-9BB7-053343C7305F}" destId="{0FC18337-179F-46AE-BFF8-59E98E63F8E2}" srcOrd="0" destOrd="0" presId="urn:microsoft.com/office/officeart/2005/8/layout/process4"/>
    <dgm:cxn modelId="{CF4697D3-FD23-4503-9E94-C0DDD769A58D}" srcId="{67180261-FA11-4C70-99B6-208D22A34225}" destId="{339C0822-2CDB-423E-9BB7-053343C7305F}" srcOrd="1" destOrd="0" parTransId="{33BFD9B0-31E0-4BE8-AA61-CA17FD2E9723}" sibTransId="{229B32FD-CEE7-413F-AC8D-D50020DDC530}"/>
    <dgm:cxn modelId="{08EADCD3-611A-423F-A062-261B42D73499}" srcId="{42BCD4A9-A9CF-4288-8C26-147300DFC46C}" destId="{317E4EBA-92A0-45E1-9AFF-C1B7ECF4C17D}" srcOrd="2" destOrd="0" parTransId="{A27CB574-BEC9-4665-ABCC-4325B2CC5766}" sibTransId="{89531A55-4BC8-4C5B-AEB8-4D01C3B24931}"/>
    <dgm:cxn modelId="{6AA2BDD5-9BC6-4FA9-9DBA-DC9EB1DACB35}" srcId="{409AF4A9-954C-4DBA-AD54-B8C01FAFB96B}" destId="{4515462C-7E2D-4234-9038-B312C89DB609}" srcOrd="4" destOrd="0" parTransId="{358F92BB-E0B2-4DC6-B42B-8E1CAB8755B7}" sibTransId="{173046BB-6E91-4E0B-A11F-C325C008808B}"/>
    <dgm:cxn modelId="{3C2A2DD7-C8CD-4905-B23F-B8A7201DCEAD}" type="presOf" srcId="{15D27807-574C-49D4-AAE8-60C386DD610E}" destId="{E7721F18-C2E7-40DB-A6DF-077F19E12852}" srcOrd="1" destOrd="0" presId="urn:microsoft.com/office/officeart/2005/8/layout/process4"/>
    <dgm:cxn modelId="{369648D8-3D97-46FF-A161-CBAC609AD172}" srcId="{492A7F8C-4384-4FED-90C3-C50AD51CD4D0}" destId="{63362398-E9D5-4A93-B2C5-2E8973ACC75B}" srcOrd="3" destOrd="0" parTransId="{0A71B2C8-5A94-4715-85DA-B86C4CD951BE}" sibTransId="{7FE76DCC-B3BA-4A00-9D72-56F3D87779CC}"/>
    <dgm:cxn modelId="{287ABCDC-D8E6-4179-A9C9-5F46D61C04CD}" srcId="{67180261-FA11-4C70-99B6-208D22A34225}" destId="{A724DE8E-F01D-4B7D-B9A1-D451BEFEBD55}" srcOrd="4" destOrd="0" parTransId="{92D9483B-71FD-455D-9363-5CAC8F1699A3}" sibTransId="{634F3558-2C92-4C05-9446-A90DEC9DA1A0}"/>
    <dgm:cxn modelId="{53DB69DF-A58B-41A6-982F-F89816158A07}" type="presOf" srcId="{2269DD83-D67F-4FB0-9942-2AF4B340CC6D}" destId="{A0FC7889-D654-43E6-83A5-E01BC73A0527}" srcOrd="0" destOrd="0" presId="urn:microsoft.com/office/officeart/2005/8/layout/process4"/>
    <dgm:cxn modelId="{FBD3E4DF-3746-48A0-A7C6-5A8684F22BA3}" type="presOf" srcId="{978A3A40-BB49-483E-B9F5-1F59037F71FE}" destId="{91ACEBA4-CA3B-4797-9CBA-E327C7C0DA5E}" srcOrd="0" destOrd="0" presId="urn:microsoft.com/office/officeart/2005/8/layout/process4"/>
    <dgm:cxn modelId="{EEBD78E1-6210-4658-B597-83F54F5A212B}" type="presOf" srcId="{D094B509-3A39-491B-A70E-FF5E057CF61D}" destId="{9C4C9C14-02E5-4357-AD2A-88D13092EFC1}" srcOrd="0" destOrd="0" presId="urn:microsoft.com/office/officeart/2005/8/layout/process4"/>
    <dgm:cxn modelId="{E961A0E1-1071-45CA-8953-25A70291D09A}" type="presOf" srcId="{A53FC797-A7D0-4225-917E-483BCFC0F609}" destId="{FEEF8D0A-6785-46F7-A04F-DEA7192DB78B}" srcOrd="0" destOrd="0" presId="urn:microsoft.com/office/officeart/2005/8/layout/process4"/>
    <dgm:cxn modelId="{69E0F8E1-8528-47CB-81D2-7A5C3269F765}" srcId="{492A7F8C-4384-4FED-90C3-C50AD51CD4D0}" destId="{42BCD4A9-A9CF-4288-8C26-147300DFC46C}" srcOrd="7" destOrd="0" parTransId="{2EC818B6-7EF7-49B2-8071-9F139B646C3D}" sibTransId="{AC7342C8-5124-4DD3-A2EE-25BE180D55FB}"/>
    <dgm:cxn modelId="{C294BAE3-2AC0-493C-B635-B293144CFC86}" type="presOf" srcId="{06CC86FE-A12F-4402-93CA-A5C169967C38}" destId="{C2CDED37-9DF3-42C4-8DC1-74C1BDD970F9}" srcOrd="0" destOrd="0" presId="urn:microsoft.com/office/officeart/2005/8/layout/process4"/>
    <dgm:cxn modelId="{23F655E8-F250-40A0-ACCE-5014924AF661}" type="presOf" srcId="{4515462C-7E2D-4234-9038-B312C89DB609}" destId="{9C17246C-7A43-46BE-B9A9-026CA5F44B39}" srcOrd="0" destOrd="0" presId="urn:microsoft.com/office/officeart/2005/8/layout/process4"/>
    <dgm:cxn modelId="{CA2CDCED-C9BE-4B15-B261-7E7FF1FE9C27}" srcId="{42BCD4A9-A9CF-4288-8C26-147300DFC46C}" destId="{536977EA-67F4-48D3-9A83-8DA4285E1385}" srcOrd="3" destOrd="0" parTransId="{5E861C27-C601-4614-9C05-AA7A9D669A78}" sibTransId="{2D1E5CAA-D55A-46E9-90F5-B574E3BF982D}"/>
    <dgm:cxn modelId="{17384CF3-AE47-4796-BBF3-97F39E5309C9}" type="presOf" srcId="{63362398-E9D5-4A93-B2C5-2E8973ACC75B}" destId="{DB8D5B08-E642-4C95-AEE2-2EE97279618E}" srcOrd="1" destOrd="0" presId="urn:microsoft.com/office/officeart/2005/8/layout/process4"/>
    <dgm:cxn modelId="{0213DCFE-2C69-4344-A062-D13660FEBCA2}" type="presOf" srcId="{DB4BBC04-D462-4D69-85F2-3D022232376D}" destId="{06479DB7-2C16-4124-865E-00ABCEE5ACDC}" srcOrd="0" destOrd="0" presId="urn:microsoft.com/office/officeart/2005/8/layout/process4"/>
    <dgm:cxn modelId="{410464FF-BBAA-4A8F-98F1-A8D89FB238C3}" type="presOf" srcId="{425CD942-2779-41D0-914F-F640AB7E3C5D}" destId="{CC90F8F4-F48D-4DB1-9179-26CCF2BFE1A2}" srcOrd="0" destOrd="0" presId="urn:microsoft.com/office/officeart/2005/8/layout/process4"/>
    <dgm:cxn modelId="{4B74F38C-AB53-4101-9ED5-3EA8484CD0E4}" type="presParOf" srcId="{0A2B100A-873D-4378-B06C-7D278D8A2DC0}" destId="{B6CBF893-1455-4C12-8976-948FAD51EFB8}" srcOrd="0" destOrd="0" presId="urn:microsoft.com/office/officeart/2005/8/layout/process4"/>
    <dgm:cxn modelId="{CC6311B3-88D6-4DFA-9279-D0BCF66F684E}" type="presParOf" srcId="{B6CBF893-1455-4C12-8976-948FAD51EFB8}" destId="{A42A819C-0492-415D-93BA-8DABF228CA62}" srcOrd="0" destOrd="0" presId="urn:microsoft.com/office/officeart/2005/8/layout/process4"/>
    <dgm:cxn modelId="{8634CC94-14E7-463F-B1E6-55B220BEED26}" type="presParOf" srcId="{B6CBF893-1455-4C12-8976-948FAD51EFB8}" destId="{9BEA8613-8D23-41D8-9B98-0EE982021788}" srcOrd="1" destOrd="0" presId="urn:microsoft.com/office/officeart/2005/8/layout/process4"/>
    <dgm:cxn modelId="{F6075AD8-B1D6-431B-A147-E5A278328C63}" type="presParOf" srcId="{B6CBF893-1455-4C12-8976-948FAD51EFB8}" destId="{670768F3-D47D-422D-982C-C4FC40061F97}" srcOrd="2" destOrd="0" presId="urn:microsoft.com/office/officeart/2005/8/layout/process4"/>
    <dgm:cxn modelId="{D055FCF9-6F44-4988-9C83-B31AD590C095}" type="presParOf" srcId="{670768F3-D47D-422D-982C-C4FC40061F97}" destId="{4C7134A9-CFC0-42BE-BBE6-8013607503CF}" srcOrd="0" destOrd="0" presId="urn:microsoft.com/office/officeart/2005/8/layout/process4"/>
    <dgm:cxn modelId="{9A59C421-EDDF-4166-8546-440A5682CF93}" type="presParOf" srcId="{670768F3-D47D-422D-982C-C4FC40061F97}" destId="{520FB264-D8DB-4B38-B376-5705D5C983B6}" srcOrd="1" destOrd="0" presId="urn:microsoft.com/office/officeart/2005/8/layout/process4"/>
    <dgm:cxn modelId="{2FB479EC-20C5-41CD-8A74-097B7170E1F6}" type="presParOf" srcId="{670768F3-D47D-422D-982C-C4FC40061F97}" destId="{C5159B75-F703-45A6-B07A-9C0B1993D0A2}" srcOrd="2" destOrd="0" presId="urn:microsoft.com/office/officeart/2005/8/layout/process4"/>
    <dgm:cxn modelId="{779DE553-C6E8-44AD-A730-3538B5BF6928}" type="presParOf" srcId="{670768F3-D47D-422D-982C-C4FC40061F97}" destId="{1EAF5CAF-32BE-4077-B3C4-D8B521020B21}" srcOrd="3" destOrd="0" presId="urn:microsoft.com/office/officeart/2005/8/layout/process4"/>
    <dgm:cxn modelId="{997FBAA9-B87E-497B-A3F3-581070E2C0BA}" type="presParOf" srcId="{0A2B100A-873D-4378-B06C-7D278D8A2DC0}" destId="{4F51C2B6-C1A6-47C4-B565-5F8B72D7AD5F}" srcOrd="1" destOrd="0" presId="urn:microsoft.com/office/officeart/2005/8/layout/process4"/>
    <dgm:cxn modelId="{3A954C88-F312-4CA0-B29F-C7A5FF1809A6}" type="presParOf" srcId="{0A2B100A-873D-4378-B06C-7D278D8A2DC0}" destId="{B490842A-F1B0-46F8-9AEB-309D9BCE7375}" srcOrd="2" destOrd="0" presId="urn:microsoft.com/office/officeart/2005/8/layout/process4"/>
    <dgm:cxn modelId="{F6472D99-CB84-4A97-B522-2D0F35ADAF83}" type="presParOf" srcId="{B490842A-F1B0-46F8-9AEB-309D9BCE7375}" destId="{F44D84BB-4D82-4D22-AB84-931EDDB52237}" srcOrd="0" destOrd="0" presId="urn:microsoft.com/office/officeart/2005/8/layout/process4"/>
    <dgm:cxn modelId="{90875351-671C-4143-8ABA-65E2D1030490}" type="presParOf" srcId="{B490842A-F1B0-46F8-9AEB-309D9BCE7375}" destId="{1ADEB702-401C-4386-90EE-7702485DB93F}" srcOrd="1" destOrd="0" presId="urn:microsoft.com/office/officeart/2005/8/layout/process4"/>
    <dgm:cxn modelId="{7EED58C8-6CFA-4355-BA25-E7A8634E146B}" type="presParOf" srcId="{B490842A-F1B0-46F8-9AEB-309D9BCE7375}" destId="{047E7AED-68AF-4F90-AADA-A8EAB5AD7347}" srcOrd="2" destOrd="0" presId="urn:microsoft.com/office/officeart/2005/8/layout/process4"/>
    <dgm:cxn modelId="{491CABDB-738A-421B-8B47-57243EBBF452}" type="presParOf" srcId="{047E7AED-68AF-4F90-AADA-A8EAB5AD7347}" destId="{C2CDED37-9DF3-42C4-8DC1-74C1BDD970F9}" srcOrd="0" destOrd="0" presId="urn:microsoft.com/office/officeart/2005/8/layout/process4"/>
    <dgm:cxn modelId="{6CF3A21B-6975-4DF5-87A3-719988306DC9}" type="presParOf" srcId="{047E7AED-68AF-4F90-AADA-A8EAB5AD7347}" destId="{2528012E-0E4A-465E-8142-992517B5BAF6}" srcOrd="1" destOrd="0" presId="urn:microsoft.com/office/officeart/2005/8/layout/process4"/>
    <dgm:cxn modelId="{DF934595-1D3B-4C66-BC34-D6A1396C2B3A}" type="presParOf" srcId="{047E7AED-68AF-4F90-AADA-A8EAB5AD7347}" destId="{E6C8ED0A-87EE-4F77-8769-2AEBFF4FAC27}" srcOrd="2" destOrd="0" presId="urn:microsoft.com/office/officeart/2005/8/layout/process4"/>
    <dgm:cxn modelId="{339279FC-8120-4017-968F-C7B0DE12494C}" type="presParOf" srcId="{047E7AED-68AF-4F90-AADA-A8EAB5AD7347}" destId="{91ACEBA4-CA3B-4797-9CBA-E327C7C0DA5E}" srcOrd="3" destOrd="0" presId="urn:microsoft.com/office/officeart/2005/8/layout/process4"/>
    <dgm:cxn modelId="{52BAA093-BA78-44B9-AD0B-535F59517A00}" type="presParOf" srcId="{047E7AED-68AF-4F90-AADA-A8EAB5AD7347}" destId="{E683D2D8-90F6-4B14-9B28-E562704B6548}" srcOrd="4" destOrd="0" presId="urn:microsoft.com/office/officeart/2005/8/layout/process4"/>
    <dgm:cxn modelId="{BF9C64B0-BC13-4051-88E9-6DB3F366BD7F}" type="presParOf" srcId="{047E7AED-68AF-4F90-AADA-A8EAB5AD7347}" destId="{D76D0FC9-C91D-47CE-B4A9-AB7186C6A16D}" srcOrd="5" destOrd="0" presId="urn:microsoft.com/office/officeart/2005/8/layout/process4"/>
    <dgm:cxn modelId="{5BC817CD-4BC6-45F5-A3B4-A47574011667}" type="presParOf" srcId="{047E7AED-68AF-4F90-AADA-A8EAB5AD7347}" destId="{6750370E-625F-4CBE-AA52-1F7D8DBFDE3D}" srcOrd="6" destOrd="0" presId="urn:microsoft.com/office/officeart/2005/8/layout/process4"/>
    <dgm:cxn modelId="{66A14067-C58C-431E-AFBF-0B6145BF856F}" type="presParOf" srcId="{0A2B100A-873D-4378-B06C-7D278D8A2DC0}" destId="{DA7568B8-794F-43D8-9339-5CB2AB9878DC}" srcOrd="3" destOrd="0" presId="urn:microsoft.com/office/officeart/2005/8/layout/process4"/>
    <dgm:cxn modelId="{4EE2EDD1-2147-4686-A445-A81653D47AE4}" type="presParOf" srcId="{0A2B100A-873D-4378-B06C-7D278D8A2DC0}" destId="{1C82E6B6-E336-490B-ADE8-0634C5F59BF2}" srcOrd="4" destOrd="0" presId="urn:microsoft.com/office/officeart/2005/8/layout/process4"/>
    <dgm:cxn modelId="{F48E868B-79E4-42BE-901F-3D6D0516B353}" type="presParOf" srcId="{1C82E6B6-E336-490B-ADE8-0634C5F59BF2}" destId="{EAC5A75C-3ABE-44A2-8907-E4140A97C1E0}" srcOrd="0" destOrd="0" presId="urn:microsoft.com/office/officeart/2005/8/layout/process4"/>
    <dgm:cxn modelId="{8877333F-D513-44E3-B5A0-0DA170EDA544}" type="presParOf" srcId="{1C82E6B6-E336-490B-ADE8-0634C5F59BF2}" destId="{BD4D7166-D5DB-4159-863B-CEDD4EB41D67}" srcOrd="1" destOrd="0" presId="urn:microsoft.com/office/officeart/2005/8/layout/process4"/>
    <dgm:cxn modelId="{F9B64BAC-A542-4085-8E63-0EA27A7F7836}" type="presParOf" srcId="{1C82E6B6-E336-490B-ADE8-0634C5F59BF2}" destId="{EDA35FC2-369B-408D-A22C-F2BE5814AC6E}" srcOrd="2" destOrd="0" presId="urn:microsoft.com/office/officeart/2005/8/layout/process4"/>
    <dgm:cxn modelId="{5D6FA29B-0704-4E70-B242-DBDA0663F4E3}" type="presParOf" srcId="{EDA35FC2-369B-408D-A22C-F2BE5814AC6E}" destId="{7BCF40F3-06E5-4F54-91A1-DD1F46272372}" srcOrd="0" destOrd="0" presId="urn:microsoft.com/office/officeart/2005/8/layout/process4"/>
    <dgm:cxn modelId="{1A42A62B-D06E-4276-AA0B-24A853D04C14}" type="presParOf" srcId="{EDA35FC2-369B-408D-A22C-F2BE5814AC6E}" destId="{0FC18337-179F-46AE-BFF8-59E98E63F8E2}" srcOrd="1" destOrd="0" presId="urn:microsoft.com/office/officeart/2005/8/layout/process4"/>
    <dgm:cxn modelId="{12ACEAF7-6EA0-4934-A517-6A3FF061373F}" type="presParOf" srcId="{EDA35FC2-369B-408D-A22C-F2BE5814AC6E}" destId="{90629DF9-1DB8-4CF2-B803-B9E570A0695D}" srcOrd="2" destOrd="0" presId="urn:microsoft.com/office/officeart/2005/8/layout/process4"/>
    <dgm:cxn modelId="{9BF71064-4889-47E4-B0BB-E6E479E58299}" type="presParOf" srcId="{EDA35FC2-369B-408D-A22C-F2BE5814AC6E}" destId="{5992A6B8-0219-4F5A-8EC2-47F98682A23F}" srcOrd="3" destOrd="0" presId="urn:microsoft.com/office/officeart/2005/8/layout/process4"/>
    <dgm:cxn modelId="{E2034C00-F7BE-493B-8B93-85D9FB74576E}" type="presParOf" srcId="{EDA35FC2-369B-408D-A22C-F2BE5814AC6E}" destId="{35132EC7-0293-4969-9C16-AABBD27A5697}" srcOrd="4" destOrd="0" presId="urn:microsoft.com/office/officeart/2005/8/layout/process4"/>
    <dgm:cxn modelId="{18DB33BA-2313-4C17-8628-F5A466105BC4}" type="presParOf" srcId="{EDA35FC2-369B-408D-A22C-F2BE5814AC6E}" destId="{39776FF9-EEC0-488B-9F7E-12FED8540329}" srcOrd="5" destOrd="0" presId="urn:microsoft.com/office/officeart/2005/8/layout/process4"/>
    <dgm:cxn modelId="{DBE4D783-C1AB-4928-863C-C65B49ED822B}" type="presParOf" srcId="{EDA35FC2-369B-408D-A22C-F2BE5814AC6E}" destId="{603C0190-FE66-40BC-B460-8B2E6B83823E}" srcOrd="6" destOrd="0" presId="urn:microsoft.com/office/officeart/2005/8/layout/process4"/>
    <dgm:cxn modelId="{F0E5963A-EA15-4BA2-8F9A-F244E7D5EB93}" type="presParOf" srcId="{EDA35FC2-369B-408D-A22C-F2BE5814AC6E}" destId="{AD9B5315-1C9A-4E23-832C-80EF150FC74D}" srcOrd="7" destOrd="0" presId="urn:microsoft.com/office/officeart/2005/8/layout/process4"/>
    <dgm:cxn modelId="{05A682B8-4D8C-4014-8543-FEE3B19F59E6}" type="presParOf" srcId="{EDA35FC2-369B-408D-A22C-F2BE5814AC6E}" destId="{9C4C9C14-02E5-4357-AD2A-88D13092EFC1}" srcOrd="8" destOrd="0" presId="urn:microsoft.com/office/officeart/2005/8/layout/process4"/>
    <dgm:cxn modelId="{1093BF0A-F6D3-4A9A-A914-5D60AE3492D3}" type="presParOf" srcId="{0A2B100A-873D-4378-B06C-7D278D8A2DC0}" destId="{657CDD7F-6D79-4D2A-BB77-EEE71BDB82FD}" srcOrd="5" destOrd="0" presId="urn:microsoft.com/office/officeart/2005/8/layout/process4"/>
    <dgm:cxn modelId="{2786EC07-739E-40CC-A2E2-425D9E96912E}" type="presParOf" srcId="{0A2B100A-873D-4378-B06C-7D278D8A2DC0}" destId="{F659EBA3-79D2-4471-81B8-468732250214}" srcOrd="6" destOrd="0" presId="urn:microsoft.com/office/officeart/2005/8/layout/process4"/>
    <dgm:cxn modelId="{5DC3318A-4EF4-4C6C-8F38-F194FE98F238}" type="presParOf" srcId="{F659EBA3-79D2-4471-81B8-468732250214}" destId="{CC90F8F4-F48D-4DB1-9179-26CCF2BFE1A2}" srcOrd="0" destOrd="0" presId="urn:microsoft.com/office/officeart/2005/8/layout/process4"/>
    <dgm:cxn modelId="{8D03F563-69EE-4223-9C4E-102AC14C2EA2}" type="presParOf" srcId="{F659EBA3-79D2-4471-81B8-468732250214}" destId="{30C82F42-0C41-4309-A796-6DFF0C328086}" srcOrd="1" destOrd="0" presId="urn:microsoft.com/office/officeart/2005/8/layout/process4"/>
    <dgm:cxn modelId="{66041DFD-0BFD-4CFA-B07D-CB577CCE5EDF}" type="presParOf" srcId="{F659EBA3-79D2-4471-81B8-468732250214}" destId="{C883726E-DFA7-4386-A025-0170E9C556F3}" srcOrd="2" destOrd="0" presId="urn:microsoft.com/office/officeart/2005/8/layout/process4"/>
    <dgm:cxn modelId="{456E0F46-C704-439A-8169-AC9788B50DDF}" type="presParOf" srcId="{C883726E-DFA7-4386-A025-0170E9C556F3}" destId="{83CAE08B-72B4-471B-A625-85950A64595F}" srcOrd="0" destOrd="0" presId="urn:microsoft.com/office/officeart/2005/8/layout/process4"/>
    <dgm:cxn modelId="{8D2046EE-0C54-4E3D-BA64-E76A639438E9}" type="presParOf" srcId="{C883726E-DFA7-4386-A025-0170E9C556F3}" destId="{27FAB162-10F0-4D45-AABB-6EA1A57D4BBC}" srcOrd="1" destOrd="0" presId="urn:microsoft.com/office/officeart/2005/8/layout/process4"/>
    <dgm:cxn modelId="{25615C17-B531-441D-8C8D-90A0A0D20AB7}" type="presParOf" srcId="{C883726E-DFA7-4386-A025-0170E9C556F3}" destId="{1A13ED41-E69D-49E5-94F1-500B50827D5D}" srcOrd="2" destOrd="0" presId="urn:microsoft.com/office/officeart/2005/8/layout/process4"/>
    <dgm:cxn modelId="{6D746062-6FED-469F-8183-7BB3AE23AEC8}" type="presParOf" srcId="{0A2B100A-873D-4378-B06C-7D278D8A2DC0}" destId="{AB6447FE-2C99-4DD6-91C8-AF1E0063622E}" srcOrd="7" destOrd="0" presId="urn:microsoft.com/office/officeart/2005/8/layout/process4"/>
    <dgm:cxn modelId="{BA2C1324-32DA-4F5F-98F8-51507D99F665}" type="presParOf" srcId="{0A2B100A-873D-4378-B06C-7D278D8A2DC0}" destId="{68CD8177-A910-4F38-82E1-F0C0EDB0C420}" srcOrd="8" destOrd="0" presId="urn:microsoft.com/office/officeart/2005/8/layout/process4"/>
    <dgm:cxn modelId="{10192A6D-2E51-411E-8851-7AAEB64311F2}" type="presParOf" srcId="{68CD8177-A910-4F38-82E1-F0C0EDB0C420}" destId="{0CEFF55C-3BBA-4E0C-A33F-E4CFFD7D4B68}" srcOrd="0" destOrd="0" presId="urn:microsoft.com/office/officeart/2005/8/layout/process4"/>
    <dgm:cxn modelId="{8DA28E11-4550-46B8-82B5-4821EF67A755}" type="presParOf" srcId="{68CD8177-A910-4F38-82E1-F0C0EDB0C420}" destId="{DB8D5B08-E642-4C95-AEE2-2EE97279618E}" srcOrd="1" destOrd="0" presId="urn:microsoft.com/office/officeart/2005/8/layout/process4"/>
    <dgm:cxn modelId="{D096FD4F-5DB9-450B-AFF5-C7C48A85A885}" type="presParOf" srcId="{68CD8177-A910-4F38-82E1-F0C0EDB0C420}" destId="{C09C5BF8-AC0A-418E-B261-4CC0F0019A90}" srcOrd="2" destOrd="0" presId="urn:microsoft.com/office/officeart/2005/8/layout/process4"/>
    <dgm:cxn modelId="{C845BEF0-20A5-4BD5-9161-67BD554D816F}" type="presParOf" srcId="{C09C5BF8-AC0A-418E-B261-4CC0F0019A90}" destId="{FEEF8D0A-6785-46F7-A04F-DEA7192DB78B}" srcOrd="0" destOrd="0" presId="urn:microsoft.com/office/officeart/2005/8/layout/process4"/>
    <dgm:cxn modelId="{4F380782-480A-4353-8936-8B9040CC8F4D}" type="presParOf" srcId="{C09C5BF8-AC0A-418E-B261-4CC0F0019A90}" destId="{A7B24C85-3096-47D8-8DC1-1D2D3B2D9CB7}" srcOrd="1" destOrd="0" presId="urn:microsoft.com/office/officeart/2005/8/layout/process4"/>
    <dgm:cxn modelId="{393B91B2-18F0-45E2-96C2-800314F35DA6}" type="presParOf" srcId="{C09C5BF8-AC0A-418E-B261-4CC0F0019A90}" destId="{CCA88C01-9FBD-47C4-9510-B5437D342AB9}" srcOrd="2" destOrd="0" presId="urn:microsoft.com/office/officeart/2005/8/layout/process4"/>
    <dgm:cxn modelId="{586E7E45-F289-415E-BF6B-CB2940080E5B}" type="presParOf" srcId="{0A2B100A-873D-4378-B06C-7D278D8A2DC0}" destId="{3947E3FC-0A0C-4D50-932D-8EE29FACF341}" srcOrd="9" destOrd="0" presId="urn:microsoft.com/office/officeart/2005/8/layout/process4"/>
    <dgm:cxn modelId="{23531E27-5EFC-4803-98A0-A6E78F45E35B}" type="presParOf" srcId="{0A2B100A-873D-4378-B06C-7D278D8A2DC0}" destId="{AD82154D-4B85-4EB7-855E-B00FA2A927C1}" srcOrd="10" destOrd="0" presId="urn:microsoft.com/office/officeart/2005/8/layout/process4"/>
    <dgm:cxn modelId="{23B128A3-DC6A-4AE4-A658-8289911D1757}" type="presParOf" srcId="{AD82154D-4B85-4EB7-855E-B00FA2A927C1}" destId="{E7721F18-C2E7-40DB-A6DF-077F19E12852}" srcOrd="0" destOrd="0" presId="urn:microsoft.com/office/officeart/2005/8/layout/process4"/>
    <dgm:cxn modelId="{948DC161-051F-4977-85B1-16816ADD916B}" type="presParOf" srcId="{AD82154D-4B85-4EB7-855E-B00FA2A927C1}" destId="{416C4BCA-05E2-4068-BF2E-FCF79841AD70}" srcOrd="1" destOrd="0" presId="urn:microsoft.com/office/officeart/2005/8/layout/process4"/>
    <dgm:cxn modelId="{DA8C61F4-EE81-48BD-A4B3-8F660CC307CD}" type="presParOf" srcId="{AD82154D-4B85-4EB7-855E-B00FA2A927C1}" destId="{AB0C48CB-3932-443C-A08C-263C2E7C083F}" srcOrd="2" destOrd="0" presId="urn:microsoft.com/office/officeart/2005/8/layout/process4"/>
    <dgm:cxn modelId="{229CE434-F352-4CB3-A31B-06AEE13AE624}" type="presParOf" srcId="{AB0C48CB-3932-443C-A08C-263C2E7C083F}" destId="{9EE26BA9-B62A-4A3C-A87B-5A5A98BF9752}" srcOrd="0" destOrd="0" presId="urn:microsoft.com/office/officeart/2005/8/layout/process4"/>
    <dgm:cxn modelId="{A8735E85-B5AA-41FB-AB5A-69103A70FECE}" type="presParOf" srcId="{AB0C48CB-3932-443C-A08C-263C2E7C083F}" destId="{44978CA2-C91D-43CA-BD1B-CC3C21D8E170}" srcOrd="1" destOrd="0" presId="urn:microsoft.com/office/officeart/2005/8/layout/process4"/>
    <dgm:cxn modelId="{96ACF605-BF0C-4740-8108-FD63FB56F2E5}" type="presParOf" srcId="{AB0C48CB-3932-443C-A08C-263C2E7C083F}" destId="{C21F342A-687A-4026-BE27-A58FDBCE85E0}" srcOrd="2" destOrd="0" presId="urn:microsoft.com/office/officeart/2005/8/layout/process4"/>
    <dgm:cxn modelId="{FEED1BBF-D9A5-4051-984E-2906BD5DE7D8}" type="presParOf" srcId="{AB0C48CB-3932-443C-A08C-263C2E7C083F}" destId="{A53BB24B-17ED-4E57-B2B4-F12C3722E5C4}" srcOrd="3" destOrd="0" presId="urn:microsoft.com/office/officeart/2005/8/layout/process4"/>
    <dgm:cxn modelId="{420663CC-2C55-459A-8F94-8C5B874389F5}" type="presParOf" srcId="{AB0C48CB-3932-443C-A08C-263C2E7C083F}" destId="{19547BD3-46F7-4222-AF56-A30E846640FC}" srcOrd="4" destOrd="0" presId="urn:microsoft.com/office/officeart/2005/8/layout/process4"/>
    <dgm:cxn modelId="{460A9298-09FF-4D67-A807-44F93A95DD70}" type="presParOf" srcId="{0A2B100A-873D-4378-B06C-7D278D8A2DC0}" destId="{A47B2150-AB66-4391-AEB1-FE0DBD7BEB53}" srcOrd="11" destOrd="0" presId="urn:microsoft.com/office/officeart/2005/8/layout/process4"/>
    <dgm:cxn modelId="{0F8FE16E-A09A-4E18-A242-85620088F5AB}" type="presParOf" srcId="{0A2B100A-873D-4378-B06C-7D278D8A2DC0}" destId="{EA55E29A-7091-401C-9A0C-39594222445D}" srcOrd="12" destOrd="0" presId="urn:microsoft.com/office/officeart/2005/8/layout/process4"/>
    <dgm:cxn modelId="{20F46149-DF9C-44C1-9C65-D747E0343A9E}" type="presParOf" srcId="{EA55E29A-7091-401C-9A0C-39594222445D}" destId="{3DF89B0C-C280-49DB-91D6-BFC9CDC132DA}" srcOrd="0" destOrd="0" presId="urn:microsoft.com/office/officeart/2005/8/layout/process4"/>
    <dgm:cxn modelId="{21E9B886-2BEA-4725-A731-597B2E54441E}" type="presParOf" srcId="{EA55E29A-7091-401C-9A0C-39594222445D}" destId="{DE0371E9-CAE6-48FD-B047-BCC1719221B4}" srcOrd="1" destOrd="0" presId="urn:microsoft.com/office/officeart/2005/8/layout/process4"/>
    <dgm:cxn modelId="{35466CEA-EA7B-441C-9727-E5945205F37B}" type="presParOf" srcId="{EA55E29A-7091-401C-9A0C-39594222445D}" destId="{0F81C51D-58E9-4E6D-A524-2C8D3617B772}" srcOrd="2" destOrd="0" presId="urn:microsoft.com/office/officeart/2005/8/layout/process4"/>
    <dgm:cxn modelId="{B1013509-2D1B-421A-9030-B8B52309DFD1}" type="presParOf" srcId="{0F81C51D-58E9-4E6D-A524-2C8D3617B772}" destId="{A0FC7889-D654-43E6-83A5-E01BC73A0527}" srcOrd="0" destOrd="0" presId="urn:microsoft.com/office/officeart/2005/8/layout/process4"/>
    <dgm:cxn modelId="{02F653C9-7DD9-47C5-89C7-EBDD74BA19D2}" type="presParOf" srcId="{0F81C51D-58E9-4E6D-A524-2C8D3617B772}" destId="{06479DB7-2C16-4124-865E-00ABCEE5ACDC}" srcOrd="1" destOrd="0" presId="urn:microsoft.com/office/officeart/2005/8/layout/process4"/>
    <dgm:cxn modelId="{C0E99E15-0DB2-44FF-9530-4F2782DEE451}" type="presParOf" srcId="{0F81C51D-58E9-4E6D-A524-2C8D3617B772}" destId="{14320433-9796-4777-BC67-0B323166DC2C}" srcOrd="2" destOrd="0" presId="urn:microsoft.com/office/officeart/2005/8/layout/process4"/>
    <dgm:cxn modelId="{45540CF8-E6B2-4E91-8927-76956EA873C4}" type="presParOf" srcId="{0F81C51D-58E9-4E6D-A524-2C8D3617B772}" destId="{109BEEAF-629A-4A82-A2A0-4847FD261716}" srcOrd="3" destOrd="0" presId="urn:microsoft.com/office/officeart/2005/8/layout/process4"/>
    <dgm:cxn modelId="{2E652C50-50F1-4B3A-9467-954EE6BED4B3}" type="presParOf" srcId="{0F81C51D-58E9-4E6D-A524-2C8D3617B772}" destId="{9C17246C-7A43-46BE-B9A9-026CA5F44B39}" srcOrd="4" destOrd="0" presId="urn:microsoft.com/office/officeart/2005/8/layout/process4"/>
    <dgm:cxn modelId="{DEEF2B98-2143-4201-8C84-37D6267F07DF}" type="presParOf" srcId="{0A2B100A-873D-4378-B06C-7D278D8A2DC0}" destId="{E65FF909-5C99-40F3-95A5-737B9BF2B0A9}" srcOrd="13" destOrd="0" presId="urn:microsoft.com/office/officeart/2005/8/layout/process4"/>
    <dgm:cxn modelId="{7FFA6F4B-898F-4EDC-B25E-429159523E1B}" type="presParOf" srcId="{0A2B100A-873D-4378-B06C-7D278D8A2DC0}" destId="{58344C03-018C-4EB2-9EBE-FBACB7F2014A}" srcOrd="14" destOrd="0" presId="urn:microsoft.com/office/officeart/2005/8/layout/process4"/>
    <dgm:cxn modelId="{FF32DC53-D647-4127-824D-4DC0DB8107BC}" type="presParOf" srcId="{58344C03-018C-4EB2-9EBE-FBACB7F2014A}" destId="{1BB05907-8983-424E-8D36-085EEDFCFAFD}" srcOrd="0" destOrd="0" presId="urn:microsoft.com/office/officeart/2005/8/layout/process4"/>
    <dgm:cxn modelId="{E8088CDF-11E2-4806-AA74-34F5766F150A}" type="presParOf" srcId="{58344C03-018C-4EB2-9EBE-FBACB7F2014A}" destId="{027CF994-8182-447A-9A5E-01709396860B}" srcOrd="1" destOrd="0" presId="urn:microsoft.com/office/officeart/2005/8/layout/process4"/>
    <dgm:cxn modelId="{2CFC820A-E4E6-423E-96F1-C17170CFF8D5}" type="presParOf" srcId="{58344C03-018C-4EB2-9EBE-FBACB7F2014A}" destId="{5C134447-E38E-44EC-A40E-E8146C37ADC2}" srcOrd="2" destOrd="0" presId="urn:microsoft.com/office/officeart/2005/8/layout/process4"/>
    <dgm:cxn modelId="{9C708BE1-B0D7-4183-A8A6-99AC2D6EFE63}" type="presParOf" srcId="{5C134447-E38E-44EC-A40E-E8146C37ADC2}" destId="{1B6D6FA3-24C3-4B01-B77A-EF0920B3D103}" srcOrd="0" destOrd="0" presId="urn:microsoft.com/office/officeart/2005/8/layout/process4"/>
    <dgm:cxn modelId="{D0C7CA32-D410-4357-9F22-B0A8E5039C18}" type="presParOf" srcId="{5C134447-E38E-44EC-A40E-E8146C37ADC2}" destId="{520087BB-6474-48FA-BADE-554E1121AB89}" srcOrd="1" destOrd="0" presId="urn:microsoft.com/office/officeart/2005/8/layout/process4"/>
    <dgm:cxn modelId="{686EE946-9280-437D-B46E-F4F709D8E973}" type="presParOf" srcId="{5C134447-E38E-44EC-A40E-E8146C37ADC2}" destId="{4F5DC906-8F73-4978-95C1-63026105B9EA}" srcOrd="2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92A7F8C-4384-4FED-90C3-C50AD51CD4D0}" type="doc">
      <dgm:prSet loTypeId="urn:microsoft.com/office/officeart/2005/8/layout/process4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3A02E57-572D-44F5-91FF-202C06473274}">
      <dgm:prSet phldrT="[Text]" custT="1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6</a:t>
          </a:r>
          <a:r>
            <a:rPr lang="en-US" sz="1600" b="0" noProof="0" dirty="0"/>
            <a:t> – Render Layer</a:t>
          </a:r>
        </a:p>
      </dgm:t>
    </dgm:pt>
    <dgm:pt modelId="{A887982E-FA99-4ED5-B0D1-A85FC179005A}" type="parTrans" cxnId="{32BA3519-49B9-47F1-887B-39C2C3D9A386}">
      <dgm:prSet/>
      <dgm:spPr/>
      <dgm:t>
        <a:bodyPr/>
        <a:lstStyle/>
        <a:p>
          <a:endParaRPr lang="en-US"/>
        </a:p>
      </dgm:t>
    </dgm:pt>
    <dgm:pt modelId="{953D941F-2ECA-4B33-8BC5-716661B312A2}" type="sibTrans" cxnId="{32BA3519-49B9-47F1-887B-39C2C3D9A386}">
      <dgm:prSet/>
      <dgm:spPr/>
      <dgm:t>
        <a:bodyPr/>
        <a:lstStyle/>
        <a:p>
          <a:endParaRPr lang="en-US"/>
        </a:p>
      </dgm:t>
    </dgm:pt>
    <dgm:pt modelId="{15D27807-574C-49D4-AAE8-60C386DD610E}">
      <dgm:prSet phldrT="[Text]" custT="1">
        <dgm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5 – Representation Layer</a:t>
          </a:r>
        </a:p>
      </dgm:t>
    </dgm:pt>
    <dgm:pt modelId="{12794ECD-87A3-4EB4-B8FB-778740C225A6}" type="parTrans" cxnId="{A8F79E71-435F-40AC-9C75-ACDA74F128AC}">
      <dgm:prSet/>
      <dgm:spPr/>
      <dgm:t>
        <a:bodyPr/>
        <a:lstStyle/>
        <a:p>
          <a:endParaRPr lang="en-US"/>
        </a:p>
      </dgm:t>
    </dgm:pt>
    <dgm:pt modelId="{6206A475-1A0B-4810-89EF-DE321E2667A1}" type="sibTrans" cxnId="{A8F79E71-435F-40AC-9C75-ACDA74F128AC}">
      <dgm:prSet/>
      <dgm:spPr/>
      <dgm:t>
        <a:bodyPr/>
        <a:lstStyle/>
        <a:p>
          <a:endParaRPr lang="en-US"/>
        </a:p>
      </dgm:t>
    </dgm:pt>
    <dgm:pt modelId="{425CD942-2779-41D0-914F-F640AB7E3C5D}">
      <dgm:prSet phldrT="[Text]" custT="1">
        <dgm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3 – Command Layer</a:t>
          </a:r>
        </a:p>
      </dgm:t>
    </dgm:pt>
    <dgm:pt modelId="{26726183-1047-4D19-B9C9-AFA9DCE3BFF1}" type="parTrans" cxnId="{0784F12C-A432-4EA0-B448-B797BA8E04F8}">
      <dgm:prSet/>
      <dgm:spPr/>
      <dgm:t>
        <a:bodyPr/>
        <a:lstStyle/>
        <a:p>
          <a:endParaRPr lang="en-US"/>
        </a:p>
      </dgm:t>
    </dgm:pt>
    <dgm:pt modelId="{BC1C9FDF-FF4F-4C1B-8990-DC00A0EA6773}" type="sibTrans" cxnId="{0784F12C-A432-4EA0-B448-B797BA8E04F8}">
      <dgm:prSet/>
      <dgm:spPr/>
      <dgm:t>
        <a:bodyPr/>
        <a:lstStyle/>
        <a:p>
          <a:endParaRPr lang="en-US"/>
        </a:p>
      </dgm:t>
    </dgm:pt>
    <dgm:pt modelId="{67180261-FA11-4C70-99B6-208D22A34225}">
      <dgm:prSet phldrT="[Text]" custT="1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2 – Resource Layer</a:t>
          </a:r>
        </a:p>
      </dgm:t>
    </dgm:pt>
    <dgm:pt modelId="{59464F09-C52D-4303-BCD3-E1A86FD40B46}" type="parTrans" cxnId="{3E7F8416-6E5A-4FB7-8B5D-7E6552DB9137}">
      <dgm:prSet/>
      <dgm:spPr/>
      <dgm:t>
        <a:bodyPr/>
        <a:lstStyle/>
        <a:p>
          <a:endParaRPr lang="en-US"/>
        </a:p>
      </dgm:t>
    </dgm:pt>
    <dgm:pt modelId="{EFC46B28-C8E4-4492-89C7-7481CD0F35E9}" type="sibTrans" cxnId="{3E7F8416-6E5A-4FB7-8B5D-7E6552DB9137}">
      <dgm:prSet/>
      <dgm:spPr/>
      <dgm:t>
        <a:bodyPr/>
        <a:lstStyle/>
        <a:p>
          <a:endParaRPr lang="en-US"/>
        </a:p>
      </dgm:t>
    </dgm:pt>
    <dgm:pt modelId="{432AFB55-08FE-4212-9DC7-D14ED2A025FB}">
      <dgm:prSet phldrT="[Text]" custT="1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1" noProof="0" dirty="0">
              <a:solidFill>
                <a:srgbClr val="FF0000"/>
              </a:solidFill>
            </a:rPr>
            <a:t>&gt; 1 – Description Layer &lt;</a:t>
          </a:r>
        </a:p>
      </dgm:t>
    </dgm:pt>
    <dgm:pt modelId="{05D130B0-583C-42EF-A013-EBA84E5F5145}" type="parTrans" cxnId="{56130A09-99EE-4BE9-B402-62BA4482F777}">
      <dgm:prSet/>
      <dgm:spPr/>
      <dgm:t>
        <a:bodyPr/>
        <a:lstStyle/>
        <a:p>
          <a:endParaRPr lang="en-US"/>
        </a:p>
      </dgm:t>
    </dgm:pt>
    <dgm:pt modelId="{C810953B-BB37-4D99-95A3-2A0E2B593AD3}" type="sibTrans" cxnId="{56130A09-99EE-4BE9-B402-62BA4482F777}">
      <dgm:prSet/>
      <dgm:spPr/>
      <dgm:t>
        <a:bodyPr/>
        <a:lstStyle/>
        <a:p>
          <a:endParaRPr lang="en-US"/>
        </a:p>
      </dgm:t>
    </dgm:pt>
    <dgm:pt modelId="{42BCD4A9-A9CF-4288-8C26-147300DFC46C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0 – Graphics API Layer</a:t>
          </a:r>
        </a:p>
      </dgm:t>
    </dgm:pt>
    <dgm:pt modelId="{2EC818B6-7EF7-49B2-8071-9F139B646C3D}" type="parTrans" cxnId="{69E0F8E1-8528-47CB-81D2-7A5C3269F765}">
      <dgm:prSet/>
      <dgm:spPr/>
      <dgm:t>
        <a:bodyPr/>
        <a:lstStyle/>
        <a:p>
          <a:endParaRPr lang="en-US"/>
        </a:p>
      </dgm:t>
    </dgm:pt>
    <dgm:pt modelId="{AC7342C8-5124-4DD3-A2EE-25BE180D55FB}" type="sibTrans" cxnId="{69E0F8E1-8528-47CB-81D2-7A5C3269F765}">
      <dgm:prSet/>
      <dgm:spPr/>
      <dgm:t>
        <a:bodyPr/>
        <a:lstStyle/>
        <a:p>
          <a:endParaRPr lang="en-US"/>
        </a:p>
      </dgm:t>
    </dgm:pt>
    <dgm:pt modelId="{C616C108-B7C7-48F6-8927-297071625E4C}">
      <dgm:prSet phldrT="[Text]" custT="1">
        <dgm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4 – Render Context Layer</a:t>
          </a:r>
        </a:p>
      </dgm:t>
    </dgm:pt>
    <dgm:pt modelId="{ADA804D4-279F-4CAA-A98F-8F94F344AFBC}" type="parTrans" cxnId="{86812C0E-FADC-4C3E-819E-498D8148424B}">
      <dgm:prSet/>
      <dgm:spPr/>
      <dgm:t>
        <a:bodyPr/>
        <a:lstStyle/>
        <a:p>
          <a:endParaRPr lang="en-US"/>
        </a:p>
      </dgm:t>
    </dgm:pt>
    <dgm:pt modelId="{20C51BFB-A17D-482C-8A24-3C7B538AFAD5}" type="sibTrans" cxnId="{86812C0E-FADC-4C3E-819E-498D8148424B}">
      <dgm:prSet/>
      <dgm:spPr/>
      <dgm:t>
        <a:bodyPr/>
        <a:lstStyle/>
        <a:p>
          <a:endParaRPr lang="en-US"/>
        </a:p>
      </dgm:t>
    </dgm:pt>
    <dgm:pt modelId="{409AF4A9-954C-4DBA-AD54-B8C01FAFB96B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7 </a:t>
          </a:r>
          <a:r>
            <a:rPr lang="en-US" sz="1600" b="0" noProof="0" dirty="0"/>
            <a:t>– Integration Layer</a:t>
          </a:r>
        </a:p>
      </dgm:t>
    </dgm:pt>
    <dgm:pt modelId="{446793BA-E1E5-4BFF-8B57-401A2EC8D6F9}" type="parTrans" cxnId="{790DD5CD-3F70-4ED3-9D20-1B8E281FFB5F}">
      <dgm:prSet/>
      <dgm:spPr/>
      <dgm:t>
        <a:bodyPr/>
        <a:lstStyle/>
        <a:p>
          <a:endParaRPr lang="en-US"/>
        </a:p>
      </dgm:t>
    </dgm:pt>
    <dgm:pt modelId="{36B1A9A3-E2F4-43F9-BD9A-410B4D6CF563}" type="sibTrans" cxnId="{790DD5CD-3F70-4ED3-9D20-1B8E281FFB5F}">
      <dgm:prSet/>
      <dgm:spPr/>
      <dgm:t>
        <a:bodyPr/>
        <a:lstStyle/>
        <a:p>
          <a:endParaRPr lang="en-US"/>
        </a:p>
      </dgm:t>
    </dgm:pt>
    <dgm:pt modelId="{0A2B100A-873D-4378-B06C-7D278D8A2DC0}" type="pres">
      <dgm:prSet presAssocID="{492A7F8C-4384-4FED-90C3-C50AD51CD4D0}" presName="Name0" presStyleCnt="0">
        <dgm:presLayoutVars>
          <dgm:dir/>
          <dgm:animLvl val="lvl"/>
          <dgm:resizeHandles val="exact"/>
        </dgm:presLayoutVars>
      </dgm:prSet>
      <dgm:spPr/>
    </dgm:pt>
    <dgm:pt modelId="{B6CBF893-1455-4C12-8976-948FAD51EFB8}" type="pres">
      <dgm:prSet presAssocID="{42BCD4A9-A9CF-4288-8C26-147300DFC46C}" presName="boxAndChildren" presStyleCnt="0"/>
      <dgm:spPr/>
    </dgm:pt>
    <dgm:pt modelId="{A42A819C-0492-415D-93BA-8DABF228CA62}" type="pres">
      <dgm:prSet presAssocID="{42BCD4A9-A9CF-4288-8C26-147300DFC46C}" presName="parentTextBox" presStyleLbl="node1" presStyleIdx="0" presStyleCnt="8"/>
      <dgm:spPr/>
    </dgm:pt>
    <dgm:pt modelId="{4F51C2B6-C1A6-47C4-B565-5F8B72D7AD5F}" type="pres">
      <dgm:prSet presAssocID="{C810953B-BB37-4D99-95A3-2A0E2B593AD3}" presName="sp" presStyleCnt="0"/>
      <dgm:spPr/>
    </dgm:pt>
    <dgm:pt modelId="{B490842A-F1B0-46F8-9AEB-309D9BCE7375}" type="pres">
      <dgm:prSet presAssocID="{432AFB55-08FE-4212-9DC7-D14ED2A025FB}" presName="arrowAndChildren" presStyleCnt="0"/>
      <dgm:spPr/>
    </dgm:pt>
    <dgm:pt modelId="{F44D84BB-4D82-4D22-AB84-931EDDB52237}" type="pres">
      <dgm:prSet presAssocID="{432AFB55-08FE-4212-9DC7-D14ED2A025FB}" presName="parentTextArrow" presStyleLbl="node1" presStyleIdx="1" presStyleCnt="8"/>
      <dgm:spPr/>
    </dgm:pt>
    <dgm:pt modelId="{DA7568B8-794F-43D8-9339-5CB2AB9878DC}" type="pres">
      <dgm:prSet presAssocID="{EFC46B28-C8E4-4492-89C7-7481CD0F35E9}" presName="sp" presStyleCnt="0"/>
      <dgm:spPr/>
    </dgm:pt>
    <dgm:pt modelId="{1C82E6B6-E336-490B-ADE8-0634C5F59BF2}" type="pres">
      <dgm:prSet presAssocID="{67180261-FA11-4C70-99B6-208D22A34225}" presName="arrowAndChildren" presStyleCnt="0"/>
      <dgm:spPr/>
    </dgm:pt>
    <dgm:pt modelId="{EAC5A75C-3ABE-44A2-8907-E4140A97C1E0}" type="pres">
      <dgm:prSet presAssocID="{67180261-FA11-4C70-99B6-208D22A34225}" presName="parentTextArrow" presStyleLbl="node1" presStyleIdx="2" presStyleCnt="8"/>
      <dgm:spPr/>
    </dgm:pt>
    <dgm:pt modelId="{657CDD7F-6D79-4D2A-BB77-EEE71BDB82FD}" type="pres">
      <dgm:prSet presAssocID="{BC1C9FDF-FF4F-4C1B-8990-DC00A0EA6773}" presName="sp" presStyleCnt="0"/>
      <dgm:spPr/>
    </dgm:pt>
    <dgm:pt modelId="{F659EBA3-79D2-4471-81B8-468732250214}" type="pres">
      <dgm:prSet presAssocID="{425CD942-2779-41D0-914F-F640AB7E3C5D}" presName="arrowAndChildren" presStyleCnt="0"/>
      <dgm:spPr/>
    </dgm:pt>
    <dgm:pt modelId="{CC90F8F4-F48D-4DB1-9179-26CCF2BFE1A2}" type="pres">
      <dgm:prSet presAssocID="{425CD942-2779-41D0-914F-F640AB7E3C5D}" presName="parentTextArrow" presStyleLbl="node1" presStyleIdx="3" presStyleCnt="8"/>
      <dgm:spPr/>
    </dgm:pt>
    <dgm:pt modelId="{3AD5307F-D61B-4F32-9552-0CEA92EAC762}" type="pres">
      <dgm:prSet presAssocID="{20C51BFB-A17D-482C-8A24-3C7B538AFAD5}" presName="sp" presStyleCnt="0"/>
      <dgm:spPr/>
    </dgm:pt>
    <dgm:pt modelId="{6A5FB491-9AA2-4565-AF02-E3D19F660042}" type="pres">
      <dgm:prSet presAssocID="{C616C108-B7C7-48F6-8927-297071625E4C}" presName="arrowAndChildren" presStyleCnt="0"/>
      <dgm:spPr/>
    </dgm:pt>
    <dgm:pt modelId="{24D0BC81-A687-4ECE-A51B-5DFE2CF771EA}" type="pres">
      <dgm:prSet presAssocID="{C616C108-B7C7-48F6-8927-297071625E4C}" presName="parentTextArrow" presStyleLbl="node1" presStyleIdx="4" presStyleCnt="8"/>
      <dgm:spPr/>
    </dgm:pt>
    <dgm:pt modelId="{3947E3FC-0A0C-4D50-932D-8EE29FACF341}" type="pres">
      <dgm:prSet presAssocID="{6206A475-1A0B-4810-89EF-DE321E2667A1}" presName="sp" presStyleCnt="0"/>
      <dgm:spPr/>
    </dgm:pt>
    <dgm:pt modelId="{AD82154D-4B85-4EB7-855E-B00FA2A927C1}" type="pres">
      <dgm:prSet presAssocID="{15D27807-574C-49D4-AAE8-60C386DD610E}" presName="arrowAndChildren" presStyleCnt="0"/>
      <dgm:spPr/>
    </dgm:pt>
    <dgm:pt modelId="{E7721F18-C2E7-40DB-A6DF-077F19E12852}" type="pres">
      <dgm:prSet presAssocID="{15D27807-574C-49D4-AAE8-60C386DD610E}" presName="parentTextArrow" presStyleLbl="node1" presStyleIdx="5" presStyleCnt="8"/>
      <dgm:spPr/>
    </dgm:pt>
    <dgm:pt modelId="{A912EC36-A5DC-4F45-9894-0E94BA2152B2}" type="pres">
      <dgm:prSet presAssocID="{953D941F-2ECA-4B33-8BC5-716661B312A2}" presName="sp" presStyleCnt="0"/>
      <dgm:spPr/>
    </dgm:pt>
    <dgm:pt modelId="{10F6218F-587E-4371-A510-FC30BAB3186E}" type="pres">
      <dgm:prSet presAssocID="{73A02E57-572D-44F5-91FF-202C06473274}" presName="arrowAndChildren" presStyleCnt="0"/>
      <dgm:spPr/>
    </dgm:pt>
    <dgm:pt modelId="{EB973E16-5EFD-451A-8BC2-5210A9069A5F}" type="pres">
      <dgm:prSet presAssocID="{73A02E57-572D-44F5-91FF-202C06473274}" presName="parentTextArrow" presStyleLbl="node1" presStyleIdx="6" presStyleCnt="8"/>
      <dgm:spPr/>
    </dgm:pt>
    <dgm:pt modelId="{A47B2150-AB66-4391-AEB1-FE0DBD7BEB53}" type="pres">
      <dgm:prSet presAssocID="{36B1A9A3-E2F4-43F9-BD9A-410B4D6CF563}" presName="sp" presStyleCnt="0"/>
      <dgm:spPr/>
    </dgm:pt>
    <dgm:pt modelId="{EA55E29A-7091-401C-9A0C-39594222445D}" type="pres">
      <dgm:prSet presAssocID="{409AF4A9-954C-4DBA-AD54-B8C01FAFB96B}" presName="arrowAndChildren" presStyleCnt="0"/>
      <dgm:spPr/>
    </dgm:pt>
    <dgm:pt modelId="{3DF89B0C-C280-49DB-91D6-BFC9CDC132DA}" type="pres">
      <dgm:prSet presAssocID="{409AF4A9-954C-4DBA-AD54-B8C01FAFB96B}" presName="parentTextArrow" presStyleLbl="node1" presStyleIdx="7" presStyleCnt="8"/>
      <dgm:spPr/>
    </dgm:pt>
  </dgm:ptLst>
  <dgm:cxnLst>
    <dgm:cxn modelId="{56130A09-99EE-4BE9-B402-62BA4482F777}" srcId="{492A7F8C-4384-4FED-90C3-C50AD51CD4D0}" destId="{432AFB55-08FE-4212-9DC7-D14ED2A025FB}" srcOrd="6" destOrd="0" parTransId="{05D130B0-583C-42EF-A013-EBA84E5F5145}" sibTransId="{C810953B-BB37-4D99-95A3-2A0E2B593AD3}"/>
    <dgm:cxn modelId="{86812C0E-FADC-4C3E-819E-498D8148424B}" srcId="{492A7F8C-4384-4FED-90C3-C50AD51CD4D0}" destId="{C616C108-B7C7-48F6-8927-297071625E4C}" srcOrd="3" destOrd="0" parTransId="{ADA804D4-279F-4CAA-A98F-8F94F344AFBC}" sibTransId="{20C51BFB-A17D-482C-8A24-3C7B538AFAD5}"/>
    <dgm:cxn modelId="{3A55D715-D7A3-4BA5-82FE-3238DA18CABF}" type="presOf" srcId="{409AF4A9-954C-4DBA-AD54-B8C01FAFB96B}" destId="{3DF89B0C-C280-49DB-91D6-BFC9CDC132DA}" srcOrd="0" destOrd="0" presId="urn:microsoft.com/office/officeart/2005/8/layout/process4"/>
    <dgm:cxn modelId="{3E7F8416-6E5A-4FB7-8B5D-7E6552DB9137}" srcId="{492A7F8C-4384-4FED-90C3-C50AD51CD4D0}" destId="{67180261-FA11-4C70-99B6-208D22A34225}" srcOrd="5" destOrd="0" parTransId="{59464F09-C52D-4303-BCD3-E1A86FD40B46}" sibTransId="{EFC46B28-C8E4-4492-89C7-7481CD0F35E9}"/>
    <dgm:cxn modelId="{32BA3519-49B9-47F1-887B-39C2C3D9A386}" srcId="{492A7F8C-4384-4FED-90C3-C50AD51CD4D0}" destId="{73A02E57-572D-44F5-91FF-202C06473274}" srcOrd="1" destOrd="0" parTransId="{A887982E-FA99-4ED5-B0D1-A85FC179005A}" sibTransId="{953D941F-2ECA-4B33-8BC5-716661B312A2}"/>
    <dgm:cxn modelId="{0784F12C-A432-4EA0-B448-B797BA8E04F8}" srcId="{492A7F8C-4384-4FED-90C3-C50AD51CD4D0}" destId="{425CD942-2779-41D0-914F-F640AB7E3C5D}" srcOrd="4" destOrd="0" parTransId="{26726183-1047-4D19-B9C9-AFA9DCE3BFF1}" sibTransId="{BC1C9FDF-FF4F-4C1B-8990-DC00A0EA6773}"/>
    <dgm:cxn modelId="{40F9453C-80CC-4465-9163-9CF766BA861D}" type="presOf" srcId="{C616C108-B7C7-48F6-8927-297071625E4C}" destId="{24D0BC81-A687-4ECE-A51B-5DFE2CF771EA}" srcOrd="0" destOrd="0" presId="urn:microsoft.com/office/officeart/2005/8/layout/process4"/>
    <dgm:cxn modelId="{E7E5C442-CCB1-4A35-AE8E-C894547FE8D8}" type="presOf" srcId="{67180261-FA11-4C70-99B6-208D22A34225}" destId="{EAC5A75C-3ABE-44A2-8907-E4140A97C1E0}" srcOrd="0" destOrd="0" presId="urn:microsoft.com/office/officeart/2005/8/layout/process4"/>
    <dgm:cxn modelId="{1D3C1763-ABDA-4C99-99B6-73D9F1A2BDAD}" type="presOf" srcId="{15D27807-574C-49D4-AAE8-60C386DD610E}" destId="{E7721F18-C2E7-40DB-A6DF-077F19E12852}" srcOrd="0" destOrd="0" presId="urn:microsoft.com/office/officeart/2005/8/layout/process4"/>
    <dgm:cxn modelId="{7C4AD066-E14C-4C89-BEF5-9ACF434EB4D9}" type="presOf" srcId="{492A7F8C-4384-4FED-90C3-C50AD51CD4D0}" destId="{0A2B100A-873D-4378-B06C-7D278D8A2DC0}" srcOrd="0" destOrd="0" presId="urn:microsoft.com/office/officeart/2005/8/layout/process4"/>
    <dgm:cxn modelId="{A8F79E71-435F-40AC-9C75-ACDA74F128AC}" srcId="{492A7F8C-4384-4FED-90C3-C50AD51CD4D0}" destId="{15D27807-574C-49D4-AAE8-60C386DD610E}" srcOrd="2" destOrd="0" parTransId="{12794ECD-87A3-4EB4-B8FB-778740C225A6}" sibTransId="{6206A475-1A0B-4810-89EF-DE321E2667A1}"/>
    <dgm:cxn modelId="{A2824D91-DCBA-46E7-8AD6-E073456A6C43}" type="presOf" srcId="{73A02E57-572D-44F5-91FF-202C06473274}" destId="{EB973E16-5EFD-451A-8BC2-5210A9069A5F}" srcOrd="0" destOrd="0" presId="urn:microsoft.com/office/officeart/2005/8/layout/process4"/>
    <dgm:cxn modelId="{60CC57BD-7C11-4579-8FA3-E8A8D84CCDB7}" type="presOf" srcId="{425CD942-2779-41D0-914F-F640AB7E3C5D}" destId="{CC90F8F4-F48D-4DB1-9179-26CCF2BFE1A2}" srcOrd="0" destOrd="0" presId="urn:microsoft.com/office/officeart/2005/8/layout/process4"/>
    <dgm:cxn modelId="{790DD5CD-3F70-4ED3-9D20-1B8E281FFB5F}" srcId="{492A7F8C-4384-4FED-90C3-C50AD51CD4D0}" destId="{409AF4A9-954C-4DBA-AD54-B8C01FAFB96B}" srcOrd="0" destOrd="0" parTransId="{446793BA-E1E5-4BFF-8B57-401A2EC8D6F9}" sibTransId="{36B1A9A3-E2F4-43F9-BD9A-410B4D6CF563}"/>
    <dgm:cxn modelId="{7F4549D0-4F92-48A3-ADEA-3E0DD3C6BE91}" type="presOf" srcId="{432AFB55-08FE-4212-9DC7-D14ED2A025FB}" destId="{F44D84BB-4D82-4D22-AB84-931EDDB52237}" srcOrd="0" destOrd="0" presId="urn:microsoft.com/office/officeart/2005/8/layout/process4"/>
    <dgm:cxn modelId="{C3F52AE0-9571-44BC-994A-3E38C7334213}" type="presOf" srcId="{42BCD4A9-A9CF-4288-8C26-147300DFC46C}" destId="{A42A819C-0492-415D-93BA-8DABF228CA62}" srcOrd="0" destOrd="0" presId="urn:microsoft.com/office/officeart/2005/8/layout/process4"/>
    <dgm:cxn modelId="{69E0F8E1-8528-47CB-81D2-7A5C3269F765}" srcId="{492A7F8C-4384-4FED-90C3-C50AD51CD4D0}" destId="{42BCD4A9-A9CF-4288-8C26-147300DFC46C}" srcOrd="7" destOrd="0" parTransId="{2EC818B6-7EF7-49B2-8071-9F139B646C3D}" sibTransId="{AC7342C8-5124-4DD3-A2EE-25BE180D55FB}"/>
    <dgm:cxn modelId="{835D6DE4-DE41-458A-BD0A-5F86A845C2F5}" type="presParOf" srcId="{0A2B100A-873D-4378-B06C-7D278D8A2DC0}" destId="{B6CBF893-1455-4C12-8976-948FAD51EFB8}" srcOrd="0" destOrd="0" presId="urn:microsoft.com/office/officeart/2005/8/layout/process4"/>
    <dgm:cxn modelId="{341A1051-9F16-4EFC-B2EE-8CBAED3916D4}" type="presParOf" srcId="{B6CBF893-1455-4C12-8976-948FAD51EFB8}" destId="{A42A819C-0492-415D-93BA-8DABF228CA62}" srcOrd="0" destOrd="0" presId="urn:microsoft.com/office/officeart/2005/8/layout/process4"/>
    <dgm:cxn modelId="{82D065DA-47EA-4386-93CB-83D8BB5AADFC}" type="presParOf" srcId="{0A2B100A-873D-4378-B06C-7D278D8A2DC0}" destId="{4F51C2B6-C1A6-47C4-B565-5F8B72D7AD5F}" srcOrd="1" destOrd="0" presId="urn:microsoft.com/office/officeart/2005/8/layout/process4"/>
    <dgm:cxn modelId="{531E0F1A-36E8-4062-ACBC-EA75308EAE95}" type="presParOf" srcId="{0A2B100A-873D-4378-B06C-7D278D8A2DC0}" destId="{B490842A-F1B0-46F8-9AEB-309D9BCE7375}" srcOrd="2" destOrd="0" presId="urn:microsoft.com/office/officeart/2005/8/layout/process4"/>
    <dgm:cxn modelId="{07B6682D-4C99-4986-9356-27B313422581}" type="presParOf" srcId="{B490842A-F1B0-46F8-9AEB-309D9BCE7375}" destId="{F44D84BB-4D82-4D22-AB84-931EDDB52237}" srcOrd="0" destOrd="0" presId="urn:microsoft.com/office/officeart/2005/8/layout/process4"/>
    <dgm:cxn modelId="{46CFFCD6-2BD0-4562-BF8E-CCD8AB6C0B39}" type="presParOf" srcId="{0A2B100A-873D-4378-B06C-7D278D8A2DC0}" destId="{DA7568B8-794F-43D8-9339-5CB2AB9878DC}" srcOrd="3" destOrd="0" presId="urn:microsoft.com/office/officeart/2005/8/layout/process4"/>
    <dgm:cxn modelId="{1997BFBC-1113-4449-A244-FA9A9D45760C}" type="presParOf" srcId="{0A2B100A-873D-4378-B06C-7D278D8A2DC0}" destId="{1C82E6B6-E336-490B-ADE8-0634C5F59BF2}" srcOrd="4" destOrd="0" presId="urn:microsoft.com/office/officeart/2005/8/layout/process4"/>
    <dgm:cxn modelId="{8669089A-2245-400F-91C0-DFE4C4032EA9}" type="presParOf" srcId="{1C82E6B6-E336-490B-ADE8-0634C5F59BF2}" destId="{EAC5A75C-3ABE-44A2-8907-E4140A97C1E0}" srcOrd="0" destOrd="0" presId="urn:microsoft.com/office/officeart/2005/8/layout/process4"/>
    <dgm:cxn modelId="{79C84663-D93D-4383-8CD2-E8E456086C67}" type="presParOf" srcId="{0A2B100A-873D-4378-B06C-7D278D8A2DC0}" destId="{657CDD7F-6D79-4D2A-BB77-EEE71BDB82FD}" srcOrd="5" destOrd="0" presId="urn:microsoft.com/office/officeart/2005/8/layout/process4"/>
    <dgm:cxn modelId="{9C8AF549-EED3-4EF3-BB88-4B727A0242CF}" type="presParOf" srcId="{0A2B100A-873D-4378-B06C-7D278D8A2DC0}" destId="{F659EBA3-79D2-4471-81B8-468732250214}" srcOrd="6" destOrd="0" presId="urn:microsoft.com/office/officeart/2005/8/layout/process4"/>
    <dgm:cxn modelId="{95969611-51D9-4501-A5B9-4F378D357CA7}" type="presParOf" srcId="{F659EBA3-79D2-4471-81B8-468732250214}" destId="{CC90F8F4-F48D-4DB1-9179-26CCF2BFE1A2}" srcOrd="0" destOrd="0" presId="urn:microsoft.com/office/officeart/2005/8/layout/process4"/>
    <dgm:cxn modelId="{A2058D8E-8F14-4BB3-8820-0F7AE196C439}" type="presParOf" srcId="{0A2B100A-873D-4378-B06C-7D278D8A2DC0}" destId="{3AD5307F-D61B-4F32-9552-0CEA92EAC762}" srcOrd="7" destOrd="0" presId="urn:microsoft.com/office/officeart/2005/8/layout/process4"/>
    <dgm:cxn modelId="{649639AA-52E9-4370-A238-DEBC6D79DD4C}" type="presParOf" srcId="{0A2B100A-873D-4378-B06C-7D278D8A2DC0}" destId="{6A5FB491-9AA2-4565-AF02-E3D19F660042}" srcOrd="8" destOrd="0" presId="urn:microsoft.com/office/officeart/2005/8/layout/process4"/>
    <dgm:cxn modelId="{79EC268A-D918-4D83-B529-EAB484660686}" type="presParOf" srcId="{6A5FB491-9AA2-4565-AF02-E3D19F660042}" destId="{24D0BC81-A687-4ECE-A51B-5DFE2CF771EA}" srcOrd="0" destOrd="0" presId="urn:microsoft.com/office/officeart/2005/8/layout/process4"/>
    <dgm:cxn modelId="{5DF68820-D0F3-4EC3-8655-69F6BF85806F}" type="presParOf" srcId="{0A2B100A-873D-4378-B06C-7D278D8A2DC0}" destId="{3947E3FC-0A0C-4D50-932D-8EE29FACF341}" srcOrd="9" destOrd="0" presId="urn:microsoft.com/office/officeart/2005/8/layout/process4"/>
    <dgm:cxn modelId="{C9145179-E79D-4389-B628-941F682FE043}" type="presParOf" srcId="{0A2B100A-873D-4378-B06C-7D278D8A2DC0}" destId="{AD82154D-4B85-4EB7-855E-B00FA2A927C1}" srcOrd="10" destOrd="0" presId="urn:microsoft.com/office/officeart/2005/8/layout/process4"/>
    <dgm:cxn modelId="{55B58455-39B5-49B2-9BF9-A779EEA392DE}" type="presParOf" srcId="{AD82154D-4B85-4EB7-855E-B00FA2A927C1}" destId="{E7721F18-C2E7-40DB-A6DF-077F19E12852}" srcOrd="0" destOrd="0" presId="urn:microsoft.com/office/officeart/2005/8/layout/process4"/>
    <dgm:cxn modelId="{B0500116-1811-4137-A9DF-3E9C44A92F76}" type="presParOf" srcId="{0A2B100A-873D-4378-B06C-7D278D8A2DC0}" destId="{A912EC36-A5DC-4F45-9894-0E94BA2152B2}" srcOrd="11" destOrd="0" presId="urn:microsoft.com/office/officeart/2005/8/layout/process4"/>
    <dgm:cxn modelId="{2D225CAB-3304-4606-B62B-3F57D737E2FA}" type="presParOf" srcId="{0A2B100A-873D-4378-B06C-7D278D8A2DC0}" destId="{10F6218F-587E-4371-A510-FC30BAB3186E}" srcOrd="12" destOrd="0" presId="urn:microsoft.com/office/officeart/2005/8/layout/process4"/>
    <dgm:cxn modelId="{1CF71B0C-1B3C-42E6-B784-090387C2D32A}" type="presParOf" srcId="{10F6218F-587E-4371-A510-FC30BAB3186E}" destId="{EB973E16-5EFD-451A-8BC2-5210A9069A5F}" srcOrd="0" destOrd="0" presId="urn:microsoft.com/office/officeart/2005/8/layout/process4"/>
    <dgm:cxn modelId="{8F7AA846-8173-44C5-B41B-555A4C56CFE2}" type="presParOf" srcId="{0A2B100A-873D-4378-B06C-7D278D8A2DC0}" destId="{A47B2150-AB66-4391-AEB1-FE0DBD7BEB53}" srcOrd="13" destOrd="0" presId="urn:microsoft.com/office/officeart/2005/8/layout/process4"/>
    <dgm:cxn modelId="{083CC97F-8C9C-4176-A8A3-BC2297D30167}" type="presParOf" srcId="{0A2B100A-873D-4378-B06C-7D278D8A2DC0}" destId="{EA55E29A-7091-401C-9A0C-39594222445D}" srcOrd="14" destOrd="0" presId="urn:microsoft.com/office/officeart/2005/8/layout/process4"/>
    <dgm:cxn modelId="{1B7DA07E-2525-4A4F-B854-897A11131D3C}" type="presParOf" srcId="{EA55E29A-7091-401C-9A0C-39594222445D}" destId="{3DF89B0C-C280-49DB-91D6-BFC9CDC132DA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86C93F6-62F7-49E1-B5DF-78561DEC743E}" type="doc">
      <dgm:prSet loTypeId="urn:microsoft.com/office/officeart/2005/8/layout/hierarchy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D47BB7E-FD3D-4DD5-9164-813EA6727E60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Data</a:t>
          </a:r>
        </a:p>
      </dgm:t>
    </dgm:pt>
    <dgm:pt modelId="{412A9F12-3857-41D9-8616-9140ABB75869}" type="parTrans" cxnId="{3DEC6BE5-8CED-47BB-8C9D-B2FF8B38A54C}">
      <dgm:prSet/>
      <dgm:spPr/>
      <dgm:t>
        <a:bodyPr/>
        <a:lstStyle/>
        <a:p>
          <a:endParaRPr lang="en-US"/>
        </a:p>
      </dgm:t>
    </dgm:pt>
    <dgm:pt modelId="{A2AFDB53-5A2D-48DC-B0F4-B819302F6654}" type="sibTrans" cxnId="{3DEC6BE5-8CED-47BB-8C9D-B2FF8B38A54C}">
      <dgm:prSet/>
      <dgm:spPr/>
      <dgm:t>
        <a:bodyPr/>
        <a:lstStyle/>
        <a:p>
          <a:endParaRPr lang="en-US"/>
        </a:p>
      </dgm:t>
    </dgm:pt>
    <dgm:pt modelId="{A51D17FD-9BD0-4438-84BE-C730ACFEAAF5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Shader Interface</a:t>
          </a:r>
        </a:p>
      </dgm:t>
    </dgm:pt>
    <dgm:pt modelId="{DD3E0B77-55D7-4D0F-8B46-161AAC4FE5F6}" type="parTrans" cxnId="{699A088F-7DE6-4354-B72F-5CBCD88D3905}">
      <dgm:prSet/>
      <dgm:spPr/>
      <dgm:t>
        <a:bodyPr/>
        <a:lstStyle/>
        <a:p>
          <a:endParaRPr lang="en-US"/>
        </a:p>
      </dgm:t>
    </dgm:pt>
    <dgm:pt modelId="{20804197-4983-400D-BAE2-A8CE2437EEF7}" type="sibTrans" cxnId="{699A088F-7DE6-4354-B72F-5CBCD88D3905}">
      <dgm:prSet/>
      <dgm:spPr/>
      <dgm:t>
        <a:bodyPr/>
        <a:lstStyle/>
        <a:p>
          <a:endParaRPr lang="en-US"/>
        </a:p>
      </dgm:t>
    </dgm:pt>
    <dgm:pt modelId="{CC4B90CB-1857-4994-BB54-698D11547786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Framebuffer</a:t>
          </a:r>
        </a:p>
      </dgm:t>
    </dgm:pt>
    <dgm:pt modelId="{9AC0D69E-334C-4D65-A576-17473AB4532D}" type="parTrans" cxnId="{AA970D9A-0E51-4358-9BD8-F6BDAFBA6625}">
      <dgm:prSet/>
      <dgm:spPr/>
      <dgm:t>
        <a:bodyPr/>
        <a:lstStyle/>
        <a:p>
          <a:endParaRPr lang="en-US"/>
        </a:p>
      </dgm:t>
    </dgm:pt>
    <dgm:pt modelId="{EE617401-ED7A-4E56-83C2-FEBEB5E5DB99}" type="sibTrans" cxnId="{AA970D9A-0E51-4358-9BD8-F6BDAFBA6625}">
      <dgm:prSet/>
      <dgm:spPr/>
      <dgm:t>
        <a:bodyPr/>
        <a:lstStyle/>
        <a:p>
          <a:endParaRPr lang="en-US"/>
        </a:p>
      </dgm:t>
    </dgm:pt>
    <dgm:pt modelId="{E5301FD7-A038-40B0-A9CF-FEF6F4C8D205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Enums:</a:t>
          </a:r>
        </a:p>
      </dgm:t>
    </dgm:pt>
    <dgm:pt modelId="{A016BC3C-C01F-4C1A-B0BE-DBA178EF1B32}" type="parTrans" cxnId="{5060F600-612A-4952-A8D2-F7041B70D51F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8A8A3FAA-160D-4D0F-9652-09573AD4E43E}" type="sibTrans" cxnId="{5060F600-612A-4952-A8D2-F7041B70D51F}">
      <dgm:prSet/>
      <dgm:spPr/>
      <dgm:t>
        <a:bodyPr/>
        <a:lstStyle/>
        <a:p>
          <a:endParaRPr lang="en-US"/>
        </a:p>
      </dgm:t>
    </dgm:pt>
    <dgm:pt modelId="{B9FCE55C-593E-4EBC-B63A-85FD0EC237A7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Structure</a:t>
          </a:r>
        </a:p>
      </dgm:t>
    </dgm:pt>
    <dgm:pt modelId="{6F8C6D53-E7A7-450B-ABEA-3A8EA8AFE1F9}" type="parTrans" cxnId="{2A063298-05D7-4B40-8F51-11E9F2F6E05C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4C42CE99-F183-49AF-8D26-323AB3B3C85C}" type="sibTrans" cxnId="{2A063298-05D7-4B40-8F51-11E9F2F6E05C}">
      <dgm:prSet/>
      <dgm:spPr/>
      <dgm:t>
        <a:bodyPr/>
        <a:lstStyle/>
        <a:p>
          <a:endParaRPr lang="en-US"/>
        </a:p>
      </dgm:t>
    </dgm:pt>
    <dgm:pt modelId="{5BA34D13-E7DF-4DF1-9D6F-D5896B6EF7D3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Type</a:t>
          </a:r>
        </a:p>
      </dgm:t>
    </dgm:pt>
    <dgm:pt modelId="{5DF9BBC2-CF34-47A4-B918-8F9D7696279B}" type="parTrans" cxnId="{976523BF-8C23-4538-9948-ACAC7D9C08C0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68E51B8A-2A76-45BE-A49E-3C136D4125F4}" type="sibTrans" cxnId="{976523BF-8C23-4538-9948-ACAC7D9C08C0}">
      <dgm:prSet/>
      <dgm:spPr/>
      <dgm:t>
        <a:bodyPr/>
        <a:lstStyle/>
        <a:p>
          <a:endParaRPr lang="en-US"/>
        </a:p>
      </dgm:t>
    </dgm:pt>
    <dgm:pt modelId="{E0E04848-187C-4FB8-A750-5CEA4A661E76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Attachment</a:t>
          </a:r>
          <a:endParaRPr lang="en-US" sz="1700" noProof="0" dirty="0"/>
        </a:p>
      </dgm:t>
    </dgm:pt>
    <dgm:pt modelId="{589E1125-C3E7-4CA8-8AE9-84DFEE0655D5}" type="parTrans" cxnId="{ED8F8EA8-0C09-4BFC-94AD-52BDE6C00442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D98CEE62-9A5B-4587-A79C-452E2DEEB904}" type="sibTrans" cxnId="{ED8F8EA8-0C09-4BFC-94AD-52BDE6C00442}">
      <dgm:prSet/>
      <dgm:spPr/>
      <dgm:t>
        <a:bodyPr/>
        <a:lstStyle/>
        <a:p>
          <a:endParaRPr lang="en-US"/>
        </a:p>
      </dgm:t>
    </dgm:pt>
    <dgm:pt modelId="{3B2403A6-0023-47B0-9EFA-D5F27E22B6EE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Specification</a:t>
          </a:r>
          <a:endParaRPr lang="en-US" sz="1600" noProof="0" dirty="0"/>
        </a:p>
      </dgm:t>
    </dgm:pt>
    <dgm:pt modelId="{C939CABE-BF19-4668-8EB5-481C2296F6DA}" type="parTrans" cxnId="{5C86B7BD-23C1-4164-9DDD-3644EFB18A24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F2BCC6E7-6C7B-409C-8DDE-9DB6AF579680}" type="sibTrans" cxnId="{5C86B7BD-23C1-4164-9DDD-3644EFB18A24}">
      <dgm:prSet/>
      <dgm:spPr/>
      <dgm:t>
        <a:bodyPr/>
        <a:lstStyle/>
        <a:p>
          <a:endParaRPr lang="en-US"/>
        </a:p>
      </dgm:t>
    </dgm:pt>
    <dgm:pt modelId="{F4A91A39-68A8-43A2-90DC-C570A5B260C5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Texture</a:t>
          </a:r>
        </a:p>
      </dgm:t>
    </dgm:pt>
    <dgm:pt modelId="{0ED61CAF-8628-4898-B020-D1025F0B0AC6}" type="parTrans" cxnId="{63890F6A-81FE-449C-9438-EB87B36399D9}">
      <dgm:prSet/>
      <dgm:spPr/>
      <dgm:t>
        <a:bodyPr/>
        <a:lstStyle/>
        <a:p>
          <a:endParaRPr lang="en-US"/>
        </a:p>
      </dgm:t>
    </dgm:pt>
    <dgm:pt modelId="{374FCE19-6D3A-4646-8876-D5B51B3C4C1C}" type="sibTrans" cxnId="{63890F6A-81FE-449C-9438-EB87B36399D9}">
      <dgm:prSet/>
      <dgm:spPr/>
      <dgm:t>
        <a:bodyPr/>
        <a:lstStyle/>
        <a:p>
          <a:endParaRPr lang="en-US"/>
        </a:p>
      </dgm:t>
    </dgm:pt>
    <dgm:pt modelId="{6C8BE5C3-5184-40D7-BBDA-2DBF097B0D8F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Enums</a:t>
          </a:r>
          <a:r>
            <a:rPr lang="en-US" sz="1000" noProof="0" dirty="0"/>
            <a:t>:</a:t>
          </a:r>
        </a:p>
      </dgm:t>
    </dgm:pt>
    <dgm:pt modelId="{5C4ADFC3-0FF3-4282-A1CD-B7891991B2A9}" type="parTrans" cxnId="{ACF1FD98-A5BF-49CB-A131-79995EEE0805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6A7384B-EC52-491F-826A-EFF4468F656A}" type="sibTrans" cxnId="{ACF1FD98-A5BF-49CB-A131-79995EEE0805}">
      <dgm:prSet/>
      <dgm:spPr/>
      <dgm:t>
        <a:bodyPr/>
        <a:lstStyle/>
        <a:p>
          <a:endParaRPr lang="en-US"/>
        </a:p>
      </dgm:t>
    </dgm:pt>
    <dgm:pt modelId="{62A93E28-C495-4D20-9ADD-E7B02F010165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Layout</a:t>
          </a:r>
          <a:endParaRPr lang="en-US" sz="1000" noProof="0" dirty="0"/>
        </a:p>
      </dgm:t>
    </dgm:pt>
    <dgm:pt modelId="{BF734179-0394-4186-BC2D-D04A8E1C76B1}" type="parTrans" cxnId="{C4EB366E-65AA-44EA-9267-FB82DF8D0F71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63EDC8EE-AE33-446D-9E95-23E0874D2BD4}" type="sibTrans" cxnId="{C4EB366E-65AA-44EA-9267-FB82DF8D0F71}">
      <dgm:prSet/>
      <dgm:spPr/>
      <dgm:t>
        <a:bodyPr/>
        <a:lstStyle/>
        <a:p>
          <a:endParaRPr lang="en-US"/>
        </a:p>
      </dgm:t>
    </dgm:pt>
    <dgm:pt modelId="{8BE8AE34-367D-423B-AF3A-2D338369DF19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Helpers</a:t>
          </a:r>
          <a:r>
            <a:rPr lang="en-US" sz="1200" noProof="0" dirty="0"/>
            <a:t>:</a:t>
          </a:r>
        </a:p>
      </dgm:t>
    </dgm:pt>
    <dgm:pt modelId="{9D6029FB-844D-45D3-A18C-036D0A2397B3}" type="parTrans" cxnId="{3906ECE5-3E52-4A10-A9F5-E5D7CF657256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C29C4EA9-C9AD-4ACC-849E-21D557E115FC}" type="sibTrans" cxnId="{3906ECE5-3E52-4A10-A9F5-E5D7CF657256}">
      <dgm:prSet/>
      <dgm:spPr/>
      <dgm:t>
        <a:bodyPr/>
        <a:lstStyle/>
        <a:p>
          <a:endParaRPr lang="en-US"/>
        </a:p>
      </dgm:t>
    </dgm:pt>
    <dgm:pt modelId="{DA45CDC1-F6A3-4713-84E5-D2DE73244733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PrimitiveInType()</a:t>
          </a:r>
        </a:p>
      </dgm:t>
    </dgm:pt>
    <dgm:pt modelId="{77AFB72D-072B-46E9-A74D-CE4472D9B8FD}" type="parTrans" cxnId="{CEAF5D6B-6D2C-49C4-B18B-989E079C9EB5}">
      <dgm:prSet/>
      <dgm:spPr/>
      <dgm:t>
        <a:bodyPr/>
        <a:lstStyle/>
        <a:p>
          <a:endParaRPr lang="en-US"/>
        </a:p>
      </dgm:t>
    </dgm:pt>
    <dgm:pt modelId="{C87FE0F6-07BE-47EB-BFF1-5B206FCDB4DA}" type="sibTrans" cxnId="{CEAF5D6B-6D2C-49C4-B18B-989E079C9EB5}">
      <dgm:prSet/>
      <dgm:spPr/>
      <dgm:t>
        <a:bodyPr/>
        <a:lstStyle/>
        <a:p>
          <a:endParaRPr lang="en-US"/>
        </a:p>
      </dgm:t>
    </dgm:pt>
    <dgm:pt modelId="{2BBECA7E-3235-44BF-968A-2B24CA64364F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StructureInType()</a:t>
          </a:r>
        </a:p>
      </dgm:t>
    </dgm:pt>
    <dgm:pt modelId="{C26FC36A-38A3-426B-A2D7-2A5E317DDA6B}" type="parTrans" cxnId="{DF65D37A-17AF-4236-B71C-D8B0B47BD127}">
      <dgm:prSet/>
      <dgm:spPr/>
      <dgm:t>
        <a:bodyPr/>
        <a:lstStyle/>
        <a:p>
          <a:endParaRPr lang="en-US"/>
        </a:p>
      </dgm:t>
    </dgm:pt>
    <dgm:pt modelId="{5EDA7D80-EFE5-4AE4-A985-4AA8968EC752}" type="sibTrans" cxnId="{DF65D37A-17AF-4236-B71C-D8B0B47BD127}">
      <dgm:prSet/>
      <dgm:spPr/>
      <dgm:t>
        <a:bodyPr/>
        <a:lstStyle/>
        <a:p>
          <a:endParaRPr lang="en-US"/>
        </a:p>
      </dgm:t>
    </dgm:pt>
    <dgm:pt modelId="{AB61D529-BF36-4E42-A31D-51C64022CC4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CountInVector()</a:t>
          </a:r>
        </a:p>
      </dgm:t>
    </dgm:pt>
    <dgm:pt modelId="{4E2E7657-2137-491E-9031-1B3BD3DF2506}" type="parTrans" cxnId="{943AD008-744E-4675-94EE-8926AE4DD9F6}">
      <dgm:prSet/>
      <dgm:spPr/>
      <dgm:t>
        <a:bodyPr/>
        <a:lstStyle/>
        <a:p>
          <a:endParaRPr lang="en-US"/>
        </a:p>
      </dgm:t>
    </dgm:pt>
    <dgm:pt modelId="{21E65AA5-395C-4D02-A613-75EF0C0D649F}" type="sibTrans" cxnId="{943AD008-744E-4675-94EE-8926AE4DD9F6}">
      <dgm:prSet/>
      <dgm:spPr/>
      <dgm:t>
        <a:bodyPr/>
        <a:lstStyle/>
        <a:p>
          <a:endParaRPr lang="en-US"/>
        </a:p>
      </dgm:t>
    </dgm:pt>
    <dgm:pt modelId="{9C754A73-DAF9-49C3-A44B-13E7FC94D84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TypeOfMatrix()</a:t>
          </a:r>
        </a:p>
      </dgm:t>
    </dgm:pt>
    <dgm:pt modelId="{246D00DC-859F-4359-9A02-020CCB9228A6}" type="parTrans" cxnId="{B245B922-1324-48F1-9801-C3A17D2C60F3}">
      <dgm:prSet/>
      <dgm:spPr/>
      <dgm:t>
        <a:bodyPr/>
        <a:lstStyle/>
        <a:p>
          <a:endParaRPr lang="en-US"/>
        </a:p>
      </dgm:t>
    </dgm:pt>
    <dgm:pt modelId="{30972C20-C933-4335-A15C-F9CDFEB20395}" type="sibTrans" cxnId="{B245B922-1324-48F1-9801-C3A17D2C60F3}">
      <dgm:prSet/>
      <dgm:spPr/>
      <dgm:t>
        <a:bodyPr/>
        <a:lstStyle/>
        <a:p>
          <a:endParaRPr lang="en-US"/>
        </a:p>
      </dgm:t>
    </dgm:pt>
    <dgm:pt modelId="{1DCDD540-3BD2-4199-8435-24781B93447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RowsOfMatrix()</a:t>
          </a:r>
        </a:p>
      </dgm:t>
    </dgm:pt>
    <dgm:pt modelId="{494035FE-6512-4C14-BD90-72BC3533EE21}" type="parTrans" cxnId="{4A036DBC-7F48-43FC-A673-ACDED6D20B3A}">
      <dgm:prSet/>
      <dgm:spPr/>
      <dgm:t>
        <a:bodyPr/>
        <a:lstStyle/>
        <a:p>
          <a:endParaRPr lang="en-US"/>
        </a:p>
      </dgm:t>
    </dgm:pt>
    <dgm:pt modelId="{AD79CE31-190D-42E2-AA19-998CE5D347E0}" type="sibTrans" cxnId="{4A036DBC-7F48-43FC-A673-ACDED6D20B3A}">
      <dgm:prSet/>
      <dgm:spPr/>
      <dgm:t>
        <a:bodyPr/>
        <a:lstStyle/>
        <a:p>
          <a:endParaRPr lang="en-US"/>
        </a:p>
      </dgm:t>
    </dgm:pt>
    <dgm:pt modelId="{43C6BA7F-21A0-4536-83B9-545EA7AC7FCC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ColumnsOfMatrix()</a:t>
          </a:r>
        </a:p>
      </dgm:t>
    </dgm:pt>
    <dgm:pt modelId="{D67A4775-1A0F-427A-93CC-DC455010FB01}" type="parTrans" cxnId="{A26042AC-6CEC-476E-BAE2-C40A06D32C07}">
      <dgm:prSet/>
      <dgm:spPr/>
      <dgm:t>
        <a:bodyPr/>
        <a:lstStyle/>
        <a:p>
          <a:endParaRPr lang="en-US"/>
        </a:p>
      </dgm:t>
    </dgm:pt>
    <dgm:pt modelId="{304A159C-4429-44F0-B0E9-E7951F60F302}" type="sibTrans" cxnId="{A26042AC-6CEC-476E-BAE2-C40A06D32C07}">
      <dgm:prSet/>
      <dgm:spPr/>
      <dgm:t>
        <a:bodyPr/>
        <a:lstStyle/>
        <a:p>
          <a:endParaRPr lang="en-US"/>
        </a:p>
      </dgm:t>
    </dgm:pt>
    <dgm:pt modelId="{8A8517EC-33C1-4544-B0E5-BBED1D4C1DF2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SizeOfType()</a:t>
          </a:r>
        </a:p>
      </dgm:t>
    </dgm:pt>
    <dgm:pt modelId="{A7C7EF31-053C-46C7-9CC5-471C5EC2A2B5}" type="parTrans" cxnId="{E52F7667-12D4-4950-B80D-F9789323B965}">
      <dgm:prSet/>
      <dgm:spPr/>
      <dgm:t>
        <a:bodyPr/>
        <a:lstStyle/>
        <a:p>
          <a:endParaRPr lang="en-US"/>
        </a:p>
      </dgm:t>
    </dgm:pt>
    <dgm:pt modelId="{E95C14FE-0A92-48D3-B237-8D2CE41A8F58}" type="sibTrans" cxnId="{E52F7667-12D4-4950-B80D-F9789323B965}">
      <dgm:prSet/>
      <dgm:spPr/>
      <dgm:t>
        <a:bodyPr/>
        <a:lstStyle/>
        <a:p>
          <a:endParaRPr lang="en-US"/>
        </a:p>
      </dgm:t>
    </dgm:pt>
    <dgm:pt modelId="{CA1EFCD2-F651-463D-A7D3-E43DAFB7B22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SizeOfPrimitive()</a:t>
          </a:r>
        </a:p>
      </dgm:t>
    </dgm:pt>
    <dgm:pt modelId="{C7F3C06C-98E6-4650-8688-947A9D064121}" type="parTrans" cxnId="{866B41C0-3399-4013-91F1-46841FA20A9A}">
      <dgm:prSet/>
      <dgm:spPr/>
      <dgm:t>
        <a:bodyPr/>
        <a:lstStyle/>
        <a:p>
          <a:endParaRPr lang="en-US"/>
        </a:p>
      </dgm:t>
    </dgm:pt>
    <dgm:pt modelId="{52D9EE2B-36D4-4AC8-9912-E9CCBCD0825B}" type="sibTrans" cxnId="{866B41C0-3399-4013-91F1-46841FA20A9A}">
      <dgm:prSet/>
      <dgm:spPr/>
      <dgm:t>
        <a:bodyPr/>
        <a:lstStyle/>
        <a:p>
          <a:endParaRPr lang="en-US"/>
        </a:p>
      </dgm:t>
    </dgm:pt>
    <dgm:pt modelId="{0483F642-4128-45E9-97F4-F148051C0B36}">
      <dgm:prSet phldrT="[Text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Buffer</a:t>
          </a:r>
        </a:p>
      </dgm:t>
    </dgm:pt>
    <dgm:pt modelId="{68A3402D-E17E-4C3C-AF8A-5256B97D8275}" type="parTrans" cxnId="{A290559D-3ECF-4E80-8A27-52011F8A15BC}">
      <dgm:prSet/>
      <dgm:spPr/>
      <dgm:t>
        <a:bodyPr/>
        <a:lstStyle/>
        <a:p>
          <a:endParaRPr lang="en-US"/>
        </a:p>
      </dgm:t>
    </dgm:pt>
    <dgm:pt modelId="{67273BFD-1EE5-4B65-BF8F-5684702D0B9F}" type="sibTrans" cxnId="{A290559D-3ECF-4E80-8A27-52011F8A15BC}">
      <dgm:prSet/>
      <dgm:spPr/>
      <dgm:t>
        <a:bodyPr/>
        <a:lstStyle/>
        <a:p>
          <a:endParaRPr lang="en-US"/>
        </a:p>
      </dgm:t>
    </dgm:pt>
    <dgm:pt modelId="{2CF484EE-9957-4AA4-84D3-6AAE3F8FA08A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Enums:</a:t>
          </a:r>
        </a:p>
      </dgm:t>
    </dgm:pt>
    <dgm:pt modelId="{C724E8E6-99D3-40EB-BC98-6E21DB5AB9F4}" type="parTrans" cxnId="{239CE6E4-C83F-48EC-9792-C5FAE1ED72B1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287083AD-ECB4-499B-AE79-90E58EDF4A2F}" type="sibTrans" cxnId="{239CE6E4-C83F-48EC-9792-C5FAE1ED72B1}">
      <dgm:prSet/>
      <dgm:spPr/>
      <dgm:t>
        <a:bodyPr/>
        <a:lstStyle/>
        <a:p>
          <a:endParaRPr lang="en-US"/>
        </a:p>
      </dgm:t>
    </dgm:pt>
    <dgm:pt modelId="{5C1D2D6B-3C09-4062-9298-FB9E1AF52C00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Usage</a:t>
          </a:r>
        </a:p>
      </dgm:t>
    </dgm:pt>
    <dgm:pt modelId="{2D690C6B-D95C-4B4E-8CDF-D576FB478BC9}" type="parTrans" cxnId="{2F80567A-6C6F-4F7A-B8E5-0F10FBC7B616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978CF7B-5EE6-4C82-8D30-1B056D19DF95}" type="sibTrans" cxnId="{2F80567A-6C6F-4F7A-B8E5-0F10FBC7B616}">
      <dgm:prSet/>
      <dgm:spPr/>
      <dgm:t>
        <a:bodyPr/>
        <a:lstStyle/>
        <a:p>
          <a:endParaRPr lang="en-US"/>
        </a:p>
      </dgm:t>
    </dgm:pt>
    <dgm:pt modelId="{20A3E380-AE1B-4BAE-8CDD-03CBE526A059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Components</a:t>
          </a:r>
        </a:p>
      </dgm:t>
    </dgm:pt>
    <dgm:pt modelId="{3AD893CF-88FD-4CB3-9CA6-B68E3AB152A1}" type="parTrans" cxnId="{53758087-B6CE-4CC1-947C-52F91761351D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7CB3FF3A-644B-42BB-AF58-C38D2A5AE59D}" type="sibTrans" cxnId="{53758087-B6CE-4CC1-947C-52F91761351D}">
      <dgm:prSet/>
      <dgm:spPr/>
      <dgm:t>
        <a:bodyPr/>
        <a:lstStyle/>
        <a:p>
          <a:endParaRPr lang="en-US"/>
        </a:p>
      </dgm:t>
    </dgm:pt>
    <dgm:pt modelId="{FF8D752E-76B6-42F4-9AA7-835105D805D7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Format</a:t>
          </a:r>
        </a:p>
      </dgm:t>
    </dgm:pt>
    <dgm:pt modelId="{B996211C-7AEB-434B-A946-A2CC2BB1F1DB}" type="parTrans" cxnId="{5B9A92A6-9428-4D4E-9FF8-FA9560638B48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F68F4CA3-2524-438E-8A25-4CADD690A070}" type="sibTrans" cxnId="{5B9A92A6-9428-4D4E-9FF8-FA9560638B48}">
      <dgm:prSet/>
      <dgm:spPr/>
      <dgm:t>
        <a:bodyPr/>
        <a:lstStyle/>
        <a:p>
          <a:endParaRPr lang="en-US"/>
        </a:p>
      </dgm:t>
    </dgm:pt>
    <dgm:pt modelId="{56ED04DA-A1FE-4848-903F-6D7B2449FB6C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Wrapping</a:t>
          </a:r>
          <a:endParaRPr lang="en-US" sz="1100" dirty="0"/>
        </a:p>
      </dgm:t>
    </dgm:pt>
    <dgm:pt modelId="{B4C4021A-5BAA-4F9F-8EC0-6136F6B96752}" type="parTrans" cxnId="{2A3EDD38-8E21-47C0-A725-4031CA03BCEA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5D86824-72A5-425F-A989-857898FF6009}" type="sibTrans" cxnId="{2A3EDD38-8E21-47C0-A725-4031CA03BCEA}">
      <dgm:prSet/>
      <dgm:spPr/>
      <dgm:t>
        <a:bodyPr/>
        <a:lstStyle/>
        <a:p>
          <a:endParaRPr lang="en-US"/>
        </a:p>
      </dgm:t>
    </dgm:pt>
    <dgm:pt modelId="{3EEE93BA-9352-4061-AC29-0DE97AB440B0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Enums</a:t>
          </a:r>
        </a:p>
      </dgm:t>
    </dgm:pt>
    <dgm:pt modelId="{1B99604C-D5E0-4735-8E43-C50B61B3D7AF}" type="parTrans" cxnId="{6B5E218D-4A3E-43AC-98FF-64519D182BB5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397A9FBC-8107-4B01-83CD-8686DA719FAE}" type="sibTrans" cxnId="{6B5E218D-4A3E-43AC-98FF-64519D182BB5}">
      <dgm:prSet/>
      <dgm:spPr/>
      <dgm:t>
        <a:bodyPr/>
        <a:lstStyle/>
        <a:p>
          <a:endParaRPr lang="en-US"/>
        </a:p>
      </dgm:t>
    </dgm:pt>
    <dgm:pt modelId="{2B9173FB-DAF7-4522-8FEC-8B5232E57586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Buffer</a:t>
          </a:r>
          <a:r>
            <a:rPr lang="pl-PL" sz="1400" noProof="0" dirty="0"/>
            <a:t> Sampler</a:t>
          </a:r>
          <a:r>
            <a:rPr lang="en-US" sz="1400" noProof="0" dirty="0"/>
            <a:t>s:</a:t>
          </a:r>
        </a:p>
      </dgm:t>
    </dgm:pt>
    <dgm:pt modelId="{3639DED4-3E6C-4A40-9398-E551A87EC84D}" type="parTrans" cxnId="{9DE214D0-6323-406E-A119-D0B3273F5236}">
      <dgm:prSet/>
      <dgm:spPr/>
      <dgm:t>
        <a:bodyPr/>
        <a:lstStyle/>
        <a:p>
          <a:endParaRPr lang="en-US"/>
        </a:p>
      </dgm:t>
    </dgm:pt>
    <dgm:pt modelId="{BF2DE689-8733-4BEC-AEE1-4EA82D77D37E}" type="sibTrans" cxnId="{9DE214D0-6323-406E-A119-D0B3273F5236}">
      <dgm:prSet/>
      <dgm:spPr/>
      <dgm:t>
        <a:bodyPr/>
        <a:lstStyle/>
        <a:p>
          <a:endParaRPr lang="en-US"/>
        </a:p>
      </dgm:t>
    </dgm:pt>
    <dgm:pt modelId="{7019C07A-88C2-4A80-BFB8-6877C5720AD6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Specification</a:t>
          </a:r>
          <a:endParaRPr lang="en-US" sz="1600" noProof="0" dirty="0"/>
        </a:p>
      </dgm:t>
    </dgm:pt>
    <dgm:pt modelId="{6276ADBC-0171-4186-89E1-4EAFE7304F55}" type="parTrans" cxnId="{015EA49F-1A83-4979-9DAF-11FE278C07ED}">
      <dgm:prSet/>
      <dgm:spPr/>
      <dgm:t>
        <a:bodyPr/>
        <a:lstStyle/>
        <a:p>
          <a:endParaRPr lang="en-US"/>
        </a:p>
      </dgm:t>
    </dgm:pt>
    <dgm:pt modelId="{D35E7D06-21FE-4346-BEBF-407F63D90330}" type="sibTrans" cxnId="{015EA49F-1A83-4979-9DAF-11FE278C07ED}">
      <dgm:prSet/>
      <dgm:spPr/>
      <dgm:t>
        <a:bodyPr/>
        <a:lstStyle/>
        <a:p>
          <a:endParaRPr lang="en-US"/>
        </a:p>
      </dgm:t>
    </dgm:pt>
    <dgm:pt modelId="{45E866DA-47B4-4BB2-8F22-092A5D5EC018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pl-PL" sz="1400" noProof="0" dirty="0"/>
            <a:t>Program</a:t>
          </a:r>
          <a:r>
            <a:rPr lang="pl-PL" sz="1600" noProof="0" dirty="0"/>
            <a:t> </a:t>
          </a:r>
          <a:r>
            <a:rPr lang="en-US" sz="1400" noProof="0" dirty="0"/>
            <a:t>Specification</a:t>
          </a:r>
          <a:endParaRPr lang="en-US" sz="1600" noProof="0" dirty="0"/>
        </a:p>
      </dgm:t>
    </dgm:pt>
    <dgm:pt modelId="{3AE60341-8101-4B59-9910-D6B3C72A863A}" type="parTrans" cxnId="{8532FBED-C91A-42F3-AB09-6926297FC045}">
      <dgm:prSet/>
      <dgm:spPr/>
      <dgm:t>
        <a:bodyPr/>
        <a:lstStyle/>
        <a:p>
          <a:endParaRPr lang="en-US"/>
        </a:p>
      </dgm:t>
    </dgm:pt>
    <dgm:pt modelId="{97A285C1-4D62-4AD7-97E3-6F30F8296918}" type="sibTrans" cxnId="{8532FBED-C91A-42F3-AB09-6926297FC045}">
      <dgm:prSet/>
      <dgm:spPr/>
      <dgm:t>
        <a:bodyPr/>
        <a:lstStyle/>
        <a:p>
          <a:endParaRPr lang="en-US"/>
        </a:p>
      </dgm:t>
    </dgm:pt>
    <dgm:pt modelId="{FF810CDE-33CB-470F-B70E-609C1D2263DA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/>
            <a:t>Texture Sampler</a:t>
          </a:r>
          <a:endParaRPr lang="en-US" sz="1400" noProof="0" dirty="0"/>
        </a:p>
      </dgm:t>
    </dgm:pt>
    <dgm:pt modelId="{B3C8FD36-34C3-4197-A457-B797D3833BC5}" type="parTrans" cxnId="{D59CC091-93AA-4EEA-A3EA-8088503A30D3}">
      <dgm:prSet/>
      <dgm:spPr/>
      <dgm:t>
        <a:bodyPr/>
        <a:lstStyle/>
        <a:p>
          <a:endParaRPr lang="en-US"/>
        </a:p>
      </dgm:t>
    </dgm:pt>
    <dgm:pt modelId="{35FA79DB-44BF-4A98-BF9E-52DE24168387}" type="sibTrans" cxnId="{D59CC091-93AA-4EEA-A3EA-8088503A30D3}">
      <dgm:prSet/>
      <dgm:spPr/>
      <dgm:t>
        <a:bodyPr/>
        <a:lstStyle/>
        <a:p>
          <a:endParaRPr lang="en-US"/>
        </a:p>
      </dgm:t>
    </dgm:pt>
    <dgm:pt modelId="{C5F484F6-95D6-4607-8C12-56778E516F7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dirty="0"/>
            <a:t>Filtering</a:t>
          </a:r>
        </a:p>
      </dgm:t>
    </dgm:pt>
    <dgm:pt modelId="{B62654F2-7D43-48E0-A2E8-4397200EF862}" type="parTrans" cxnId="{F2E288C7-84CE-437A-9EAC-8969E4F53447}">
      <dgm:prSet/>
      <dgm:spPr/>
      <dgm:t>
        <a:bodyPr/>
        <a:lstStyle/>
        <a:p>
          <a:endParaRPr lang="en-US"/>
        </a:p>
      </dgm:t>
    </dgm:pt>
    <dgm:pt modelId="{8D25E95C-696D-4FCD-9656-DFED227855FC}" type="sibTrans" cxnId="{F2E288C7-84CE-437A-9EAC-8969E4F53447}">
      <dgm:prSet/>
      <dgm:spPr/>
      <dgm:t>
        <a:bodyPr/>
        <a:lstStyle/>
        <a:p>
          <a:endParaRPr lang="en-US"/>
        </a:p>
      </dgm:t>
    </dgm:pt>
    <dgm:pt modelId="{E759590A-C1C4-47CC-9731-3C0FFE90CEAF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Primitive</a:t>
          </a:r>
        </a:p>
      </dgm:t>
    </dgm:pt>
    <dgm:pt modelId="{812A192B-A1F2-4746-AC45-0BBE16E19F1E}" type="parTrans" cxnId="{B0458925-76F3-4C51-B120-2DCE7C3C0322}">
      <dgm:prSet/>
      <dgm:spPr/>
      <dgm:t>
        <a:bodyPr/>
        <a:lstStyle/>
        <a:p>
          <a:endParaRPr lang="en-US"/>
        </a:p>
      </dgm:t>
    </dgm:pt>
    <dgm:pt modelId="{3188EE09-101E-4FC4-AC4A-1AE632E328F2}" type="sibTrans" cxnId="{B0458925-76F3-4C51-B120-2DCE7C3C0322}">
      <dgm:prSet/>
      <dgm:spPr/>
      <dgm:t>
        <a:bodyPr/>
        <a:lstStyle/>
        <a:p>
          <a:endParaRPr lang="en-US"/>
        </a:p>
      </dgm:t>
    </dgm:pt>
    <dgm:pt modelId="{2B8B7FFA-DF47-4A26-A5CF-492DD7F88486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Type</a:t>
          </a:r>
        </a:p>
      </dgm:t>
    </dgm:pt>
    <dgm:pt modelId="{1A52E360-0831-489B-94ED-843D44828F4F}" type="parTrans" cxnId="{F676C137-CEA7-4192-9704-2D6BEB332DB0}">
      <dgm:prSet/>
      <dgm:spPr/>
      <dgm:t>
        <a:bodyPr/>
        <a:lstStyle/>
        <a:p>
          <a:endParaRPr lang="en-US"/>
        </a:p>
      </dgm:t>
    </dgm:pt>
    <dgm:pt modelId="{8E7770BF-313A-435F-A352-DAEF4D1CC31B}" type="sibTrans" cxnId="{F676C137-CEA7-4192-9704-2D6BEB332DB0}">
      <dgm:prSet/>
      <dgm:spPr/>
      <dgm:t>
        <a:bodyPr/>
        <a:lstStyle/>
        <a:p>
          <a:endParaRPr lang="en-US"/>
        </a:p>
      </dgm:t>
    </dgm:pt>
    <dgm:pt modelId="{0557805F-CD3F-4A51-BE5F-B8B758F2243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dirty="0"/>
            <a:t>Mipmapping</a:t>
          </a:r>
        </a:p>
      </dgm:t>
    </dgm:pt>
    <dgm:pt modelId="{809A0C4C-CD47-46F8-B734-294EE1D8C035}" type="parTrans" cxnId="{53681ADB-078E-48FA-99CA-05E028A1378F}">
      <dgm:prSet/>
      <dgm:spPr/>
      <dgm:t>
        <a:bodyPr/>
        <a:lstStyle/>
        <a:p>
          <a:endParaRPr lang="en-US"/>
        </a:p>
      </dgm:t>
    </dgm:pt>
    <dgm:pt modelId="{FA7C364C-04DC-4FD0-A2DF-125108F0FEAA}" type="sibTrans" cxnId="{53681ADB-078E-48FA-99CA-05E028A1378F}">
      <dgm:prSet/>
      <dgm:spPr/>
      <dgm:t>
        <a:bodyPr/>
        <a:lstStyle/>
        <a:p>
          <a:endParaRPr lang="en-US"/>
        </a:p>
      </dgm:t>
    </dgm:pt>
    <dgm:pt modelId="{68D2F842-B7B3-42FF-BC79-23319A2688D3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dirty="0"/>
            <a:t>AnisotropicFiltering</a:t>
          </a:r>
        </a:p>
      </dgm:t>
    </dgm:pt>
    <dgm:pt modelId="{C59658C1-02AF-4DAD-B1C3-2C6C0FD92E7E}" type="parTrans" cxnId="{E8471BC1-1B42-4A5E-AF70-69F8593478A5}">
      <dgm:prSet/>
      <dgm:spPr/>
      <dgm:t>
        <a:bodyPr/>
        <a:lstStyle/>
        <a:p>
          <a:endParaRPr lang="en-US"/>
        </a:p>
      </dgm:t>
    </dgm:pt>
    <dgm:pt modelId="{9263A397-EFC2-4C0F-BE4F-7A7F82D21750}" type="sibTrans" cxnId="{E8471BC1-1B42-4A5E-AF70-69F8593478A5}">
      <dgm:prSet/>
      <dgm:spPr/>
      <dgm:t>
        <a:bodyPr/>
        <a:lstStyle/>
        <a:p>
          <a:endParaRPr lang="en-US"/>
        </a:p>
      </dgm:t>
    </dgm:pt>
    <dgm:pt modelId="{9E681B3E-363E-40BC-BAE5-D2ACF6D9ACF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dirty="0"/>
            <a:t>Archetype</a:t>
          </a:r>
          <a:endParaRPr lang="en-US" sz="1100" dirty="0"/>
        </a:p>
      </dgm:t>
    </dgm:pt>
    <dgm:pt modelId="{B1F5176B-E0AB-49C0-B07D-1D4FA689ABD4}" type="parTrans" cxnId="{341A10A4-A20D-4EBF-AB69-274E3C37C442}">
      <dgm:prSet/>
      <dgm:spPr/>
      <dgm:t>
        <a:bodyPr/>
        <a:lstStyle/>
        <a:p>
          <a:endParaRPr lang="en-US"/>
        </a:p>
      </dgm:t>
    </dgm:pt>
    <dgm:pt modelId="{450DEDA3-CDC8-4410-A302-0EA4F602C07C}" type="sibTrans" cxnId="{341A10A4-A20D-4EBF-AB69-274E3C37C442}">
      <dgm:prSet/>
      <dgm:spPr/>
      <dgm:t>
        <a:bodyPr/>
        <a:lstStyle/>
        <a:p>
          <a:endParaRPr lang="en-US"/>
        </a:p>
      </dgm:t>
    </dgm:pt>
    <dgm:pt modelId="{836F4768-4DB5-4F0A-B96D-041570FF6DB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 algn="ctr"/>
          <a:r>
            <a:rPr lang="en-US" sz="1400" dirty="0"/>
            <a:t>Specification</a:t>
          </a:r>
          <a:endParaRPr lang="en-US" sz="1100" dirty="0"/>
        </a:p>
      </dgm:t>
    </dgm:pt>
    <dgm:pt modelId="{A9C5A05A-B83E-48BD-B939-1AC8436A82D5}" type="parTrans" cxnId="{7C47914E-33FE-4172-B73D-54B55BD11728}">
      <dgm:prSet/>
      <dgm:spPr/>
      <dgm:t>
        <a:bodyPr/>
        <a:lstStyle/>
        <a:p>
          <a:endParaRPr lang="en-US"/>
        </a:p>
      </dgm:t>
    </dgm:pt>
    <dgm:pt modelId="{5C35AF0A-2178-4222-B87E-2F5525E23970}" type="sibTrans" cxnId="{7C47914E-33FE-4172-B73D-54B55BD11728}">
      <dgm:prSet/>
      <dgm:spPr/>
      <dgm:t>
        <a:bodyPr/>
        <a:lstStyle/>
        <a:p>
          <a:endParaRPr lang="en-US"/>
        </a:p>
      </dgm:t>
    </dgm:pt>
    <dgm:pt modelId="{BEB59B65-0D50-4795-8289-A508DA840553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 algn="l"/>
          <a:r>
            <a:rPr lang="en-US" sz="1100" dirty="0"/>
            <a:t>Archetype ID</a:t>
          </a:r>
        </a:p>
      </dgm:t>
    </dgm:pt>
    <dgm:pt modelId="{3A94909B-0865-4E61-A85D-E13583E75FB5}" type="parTrans" cxnId="{24DE1DA5-CBDE-4169-AEF6-A7998F199922}">
      <dgm:prSet/>
      <dgm:spPr/>
      <dgm:t>
        <a:bodyPr/>
        <a:lstStyle/>
        <a:p>
          <a:endParaRPr lang="en-US"/>
        </a:p>
      </dgm:t>
    </dgm:pt>
    <dgm:pt modelId="{0AA03709-9B89-4923-93B4-367690DE68CB}" type="sibTrans" cxnId="{24DE1DA5-CBDE-4169-AEF6-A7998F199922}">
      <dgm:prSet/>
      <dgm:spPr/>
      <dgm:t>
        <a:bodyPr/>
        <a:lstStyle/>
        <a:p>
          <a:endParaRPr lang="en-US"/>
        </a:p>
      </dgm:t>
    </dgm:pt>
    <dgm:pt modelId="{9F72D186-BEDE-449E-B040-FE6EE167AF8B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 algn="l"/>
          <a:r>
            <a:rPr lang="en-US" sz="1100" dirty="0"/>
            <a:t>Usage</a:t>
          </a:r>
        </a:p>
      </dgm:t>
    </dgm:pt>
    <dgm:pt modelId="{9524EE8F-4302-4048-93A3-6C95E94DD524}" type="parTrans" cxnId="{461427A0-3BA9-41D3-8414-EC4103D920D3}">
      <dgm:prSet/>
      <dgm:spPr/>
      <dgm:t>
        <a:bodyPr/>
        <a:lstStyle/>
        <a:p>
          <a:endParaRPr lang="en-US"/>
        </a:p>
      </dgm:t>
    </dgm:pt>
    <dgm:pt modelId="{27D58658-8514-472F-996F-EA396254A787}" type="sibTrans" cxnId="{461427A0-3BA9-41D3-8414-EC4103D920D3}">
      <dgm:prSet/>
      <dgm:spPr/>
      <dgm:t>
        <a:bodyPr/>
        <a:lstStyle/>
        <a:p>
          <a:endParaRPr lang="en-US"/>
        </a:p>
      </dgm:t>
    </dgm:pt>
    <dgm:pt modelId="{63BE91B8-CFE3-42A4-A6E6-429480461900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 algn="l"/>
          <a:r>
            <a:rPr lang="en-US" sz="1100" dirty="0"/>
            <a:t>Resolution</a:t>
          </a:r>
        </a:p>
      </dgm:t>
    </dgm:pt>
    <dgm:pt modelId="{611F4028-034F-4411-A2B1-C058E556CB95}" type="parTrans" cxnId="{B442A3BC-E368-404B-AED8-77E98E4847B5}">
      <dgm:prSet/>
      <dgm:spPr/>
      <dgm:t>
        <a:bodyPr/>
        <a:lstStyle/>
        <a:p>
          <a:endParaRPr lang="en-US"/>
        </a:p>
      </dgm:t>
    </dgm:pt>
    <dgm:pt modelId="{2BCAFB31-D35E-46F6-898F-D0695D9279FB}" type="sibTrans" cxnId="{B442A3BC-E368-404B-AED8-77E98E4847B5}">
      <dgm:prSet/>
      <dgm:spPr/>
      <dgm:t>
        <a:bodyPr/>
        <a:lstStyle/>
        <a:p>
          <a:endParaRPr lang="en-US"/>
        </a:p>
      </dgm:t>
    </dgm:pt>
    <dgm:pt modelId="{50CADB50-5E8C-46E5-9C5A-B44C0E7C4D91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 algn="l"/>
          <a:r>
            <a:rPr lang="en-US" sz="1400" dirty="0"/>
            <a:t>Helpers</a:t>
          </a:r>
          <a:r>
            <a:rPr lang="en-US" sz="1100" dirty="0"/>
            <a:t>:</a:t>
          </a:r>
        </a:p>
      </dgm:t>
    </dgm:pt>
    <dgm:pt modelId="{0FB16D1C-92F8-40E1-B648-74ADC657D877}" type="parTrans" cxnId="{775DA786-E3F0-4046-B4DB-54BF56B611C0}">
      <dgm:prSet/>
      <dgm:spPr/>
      <dgm:t>
        <a:bodyPr/>
        <a:lstStyle/>
        <a:p>
          <a:endParaRPr lang="en-US"/>
        </a:p>
      </dgm:t>
    </dgm:pt>
    <dgm:pt modelId="{637923AA-0463-4862-B562-49E31DD911BE}" type="sibTrans" cxnId="{775DA786-E3F0-4046-B4DB-54BF56B611C0}">
      <dgm:prSet/>
      <dgm:spPr/>
      <dgm:t>
        <a:bodyPr/>
        <a:lstStyle/>
        <a:p>
          <a:endParaRPr lang="en-US"/>
        </a:p>
      </dgm:t>
    </dgm:pt>
    <dgm:pt modelId="{1809BB0D-E259-4CB8-9E8C-32169B0C259A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pPr algn="l"/>
          <a:r>
            <a:rPr lang="en-US" sz="1000" dirty="0"/>
            <a:t>ComponentsInFormat</a:t>
          </a:r>
          <a:r>
            <a:rPr lang="en-US" sz="1100" dirty="0"/>
            <a:t>()</a:t>
          </a:r>
        </a:p>
      </dgm:t>
    </dgm:pt>
    <dgm:pt modelId="{C795D338-13DD-43D3-A21B-4C9AB8545604}" type="parTrans" cxnId="{1377623F-D4DC-44C7-957D-5CFAB672909C}">
      <dgm:prSet/>
      <dgm:spPr/>
      <dgm:t>
        <a:bodyPr/>
        <a:lstStyle/>
        <a:p>
          <a:endParaRPr lang="en-US"/>
        </a:p>
      </dgm:t>
    </dgm:pt>
    <dgm:pt modelId="{780CF2FC-8D2F-4C40-84C8-D4E817B199DC}" type="sibTrans" cxnId="{1377623F-D4DC-44C7-957D-5CFAB672909C}">
      <dgm:prSet/>
      <dgm:spPr/>
      <dgm:t>
        <a:bodyPr/>
        <a:lstStyle/>
        <a:p>
          <a:endParaRPr lang="en-US"/>
        </a:p>
      </dgm:t>
    </dgm:pt>
    <dgm:pt modelId="{4A2367DD-51EC-4F80-A24C-1855A366348E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Element</a:t>
          </a:r>
          <a:endParaRPr lang="en-US" sz="1000" noProof="0" dirty="0"/>
        </a:p>
      </dgm:t>
    </dgm:pt>
    <dgm:pt modelId="{78EE1B78-5A6F-4781-8729-505F973027B1}" type="parTrans" cxnId="{566AF9DD-DF7A-403D-85F3-336B65A78E57}">
      <dgm:prSet/>
      <dgm:spPr/>
      <dgm:t>
        <a:bodyPr/>
        <a:lstStyle/>
        <a:p>
          <a:endParaRPr lang="en-US"/>
        </a:p>
      </dgm:t>
    </dgm:pt>
    <dgm:pt modelId="{60B08FFB-8B0D-4306-858D-FA7E4989189D}" type="sibTrans" cxnId="{566AF9DD-DF7A-403D-85F3-336B65A78E57}">
      <dgm:prSet/>
      <dgm:spPr/>
      <dgm:t>
        <a:bodyPr/>
        <a:lstStyle/>
        <a:p>
          <a:endParaRPr lang="en-US"/>
        </a:p>
      </dgm:t>
    </dgm:pt>
    <dgm:pt modelId="{D37BBF0F-D3E1-4091-AB50-DAA56798A2F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Usage</a:t>
          </a:r>
        </a:p>
      </dgm:t>
    </dgm:pt>
    <dgm:pt modelId="{10539DF3-BAED-4DA8-A697-E30B1F85B962}" type="parTrans" cxnId="{11154BDE-8AD9-4E1D-BDF1-E1EE334F4AE3}">
      <dgm:prSet/>
      <dgm:spPr/>
      <dgm:t>
        <a:bodyPr/>
        <a:lstStyle/>
        <a:p>
          <a:endParaRPr lang="en-US"/>
        </a:p>
      </dgm:t>
    </dgm:pt>
    <dgm:pt modelId="{69A71E06-747B-4473-97D5-A0EA5205F7BC}" type="sibTrans" cxnId="{11154BDE-8AD9-4E1D-BDF1-E1EE334F4AE3}">
      <dgm:prSet/>
      <dgm:spPr/>
      <dgm:t>
        <a:bodyPr/>
        <a:lstStyle/>
        <a:p>
          <a:endParaRPr lang="en-US"/>
        </a:p>
      </dgm:t>
    </dgm:pt>
    <dgm:pt modelId="{4DE54566-FA8D-40C1-9656-374C8ABB165E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LayoutType</a:t>
          </a:r>
        </a:p>
      </dgm:t>
    </dgm:pt>
    <dgm:pt modelId="{F2D9CFB5-3313-45B2-8DAD-52047DF6CDBA}" type="parTrans" cxnId="{32AF5668-02F7-4921-8272-2AAE65E35E35}">
      <dgm:prSet/>
      <dgm:spPr/>
      <dgm:t>
        <a:bodyPr/>
        <a:lstStyle/>
        <a:p>
          <a:endParaRPr lang="en-US"/>
        </a:p>
      </dgm:t>
    </dgm:pt>
    <dgm:pt modelId="{92F613E2-3B1D-4781-A8EC-DB083B808F1A}" type="sibTrans" cxnId="{32AF5668-02F7-4921-8272-2AAE65E35E35}">
      <dgm:prSet/>
      <dgm:spPr/>
      <dgm:t>
        <a:bodyPr/>
        <a:lstStyle/>
        <a:p>
          <a:endParaRPr lang="en-US"/>
        </a:p>
      </dgm:t>
    </dgm:pt>
    <dgm:pt modelId="{C5F1FF60-FDFE-48CC-9428-A89E5057585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ShaderType</a:t>
          </a:r>
        </a:p>
      </dgm:t>
    </dgm:pt>
    <dgm:pt modelId="{04DFDA08-FA89-4FCF-9826-A48C3BC3FAA0}" type="parTrans" cxnId="{AA1721F7-29C1-4F64-9DD5-50BA0A5167EA}">
      <dgm:prSet/>
      <dgm:spPr/>
      <dgm:t>
        <a:bodyPr/>
        <a:lstStyle/>
        <a:p>
          <a:endParaRPr lang="en-US"/>
        </a:p>
      </dgm:t>
    </dgm:pt>
    <dgm:pt modelId="{59DAFAE5-55B3-4945-B93E-F411C383CA0E}" type="sibTrans" cxnId="{AA1721F7-29C1-4F64-9DD5-50BA0A5167EA}">
      <dgm:prSet/>
      <dgm:spPr/>
      <dgm:t>
        <a:bodyPr/>
        <a:lstStyle/>
        <a:p>
          <a:endParaRPr lang="en-US"/>
        </a:p>
      </dgm:t>
    </dgm:pt>
    <dgm:pt modelId="{AADFDC1D-BA69-43E5-835C-D882B8528EC5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UniformBuffer</a:t>
          </a:r>
        </a:p>
      </dgm:t>
    </dgm:pt>
    <dgm:pt modelId="{E203B763-A718-46B6-9139-6DE6B86A2E00}" type="parTrans" cxnId="{2524FF29-CF39-46E2-A939-A85E6DC033C5}">
      <dgm:prSet/>
      <dgm:spPr/>
      <dgm:t>
        <a:bodyPr/>
        <a:lstStyle/>
        <a:p>
          <a:endParaRPr lang="en-US"/>
        </a:p>
      </dgm:t>
    </dgm:pt>
    <dgm:pt modelId="{4D070AAC-7F23-4D2A-9677-346F77A8E0D2}" type="sibTrans" cxnId="{2524FF29-CF39-46E2-A939-A85E6DC033C5}">
      <dgm:prSet/>
      <dgm:spPr/>
      <dgm:t>
        <a:bodyPr/>
        <a:lstStyle/>
        <a:p>
          <a:endParaRPr lang="en-US"/>
        </a:p>
      </dgm:t>
    </dgm:pt>
    <dgm:pt modelId="{FEC9FBF6-92C9-4C8D-9141-B0A6EA9A2BE4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100" noProof="0" dirty="0"/>
            <a:t>ShaderStorage</a:t>
          </a:r>
        </a:p>
      </dgm:t>
    </dgm:pt>
    <dgm:pt modelId="{7BB4408F-625D-42DB-B3D1-5C193F4FCD07}" type="parTrans" cxnId="{135F4B72-7083-4EF2-88B4-A3E4BA2EF109}">
      <dgm:prSet/>
      <dgm:spPr/>
      <dgm:t>
        <a:bodyPr/>
        <a:lstStyle/>
        <a:p>
          <a:endParaRPr lang="en-US"/>
        </a:p>
      </dgm:t>
    </dgm:pt>
    <dgm:pt modelId="{EDFA24CA-4BAB-48FE-B9CE-7734FFAB579E}" type="sibTrans" cxnId="{135F4B72-7083-4EF2-88B4-A3E4BA2EF109}">
      <dgm:prSet/>
      <dgm:spPr/>
      <dgm:t>
        <a:bodyPr/>
        <a:lstStyle/>
        <a:p>
          <a:endParaRPr lang="en-US"/>
        </a:p>
      </dgm:t>
    </dgm:pt>
    <dgm:pt modelId="{14672AD1-1D9A-4F13-8B07-8BFFFF8E3B0A}" type="pres">
      <dgm:prSet presAssocID="{886C93F6-62F7-49E1-B5DF-78561DEC743E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58508B6-B1BD-402A-9AFB-B461B9B9594E}" type="pres">
      <dgm:prSet presAssocID="{5D47BB7E-FD3D-4DD5-9164-813EA6727E60}" presName="root" presStyleCnt="0"/>
      <dgm:spPr/>
    </dgm:pt>
    <dgm:pt modelId="{A8494E8A-804B-4D33-B45E-4BF73796C5ED}" type="pres">
      <dgm:prSet presAssocID="{5D47BB7E-FD3D-4DD5-9164-813EA6727E60}" presName="rootComposite" presStyleCnt="0"/>
      <dgm:spPr/>
    </dgm:pt>
    <dgm:pt modelId="{18105E12-1248-48F5-8D4B-431782FA236A}" type="pres">
      <dgm:prSet presAssocID="{5D47BB7E-FD3D-4DD5-9164-813EA6727E60}" presName="rootText" presStyleLbl="node1" presStyleIdx="0" presStyleCnt="5"/>
      <dgm:spPr/>
    </dgm:pt>
    <dgm:pt modelId="{800B111D-12AD-44E6-9A57-150AECB89A03}" type="pres">
      <dgm:prSet presAssocID="{5D47BB7E-FD3D-4DD5-9164-813EA6727E60}" presName="rootConnector" presStyleLbl="node1" presStyleIdx="0" presStyleCnt="5"/>
      <dgm:spPr/>
    </dgm:pt>
    <dgm:pt modelId="{51947961-979C-4B5C-8B7E-4E76757167C6}" type="pres">
      <dgm:prSet presAssocID="{5D47BB7E-FD3D-4DD5-9164-813EA6727E60}" presName="childShape" presStyleCnt="0"/>
      <dgm:spPr/>
    </dgm:pt>
    <dgm:pt modelId="{9EE1D9D3-C088-4EA5-AE21-62C6FF3D06C5}" type="pres">
      <dgm:prSet presAssocID="{A016BC3C-C01F-4C1A-B0BE-DBA178EF1B32}" presName="Name13" presStyleLbl="parChTrans1D2" presStyleIdx="0" presStyleCnt="16"/>
      <dgm:spPr/>
    </dgm:pt>
    <dgm:pt modelId="{114F77B0-7667-44EF-8FEB-98CDBE09B8E3}" type="pres">
      <dgm:prSet presAssocID="{E5301FD7-A038-40B0-A9CF-FEF6F4C8D205}" presName="childText" presStyleLbl="bgAcc1" presStyleIdx="0" presStyleCnt="16" custScaleX="116644" custScaleY="125314">
        <dgm:presLayoutVars>
          <dgm:bulletEnabled val="1"/>
        </dgm:presLayoutVars>
      </dgm:prSet>
      <dgm:spPr/>
    </dgm:pt>
    <dgm:pt modelId="{2F335628-9DA2-4115-9775-E01B33576291}" type="pres">
      <dgm:prSet presAssocID="{9D6029FB-844D-45D3-A18C-036D0A2397B3}" presName="Name13" presStyleLbl="parChTrans1D2" presStyleIdx="1" presStyleCnt="16"/>
      <dgm:spPr/>
    </dgm:pt>
    <dgm:pt modelId="{453E647A-381B-4D94-9614-FDEEC97DBBEB}" type="pres">
      <dgm:prSet presAssocID="{8BE8AE34-367D-423B-AF3A-2D338369DF19}" presName="childText" presStyleLbl="bgAcc1" presStyleIdx="1" presStyleCnt="16" custScaleX="115241" custScaleY="250179">
        <dgm:presLayoutVars>
          <dgm:bulletEnabled val="1"/>
        </dgm:presLayoutVars>
      </dgm:prSet>
      <dgm:spPr/>
    </dgm:pt>
    <dgm:pt modelId="{45C41142-AD70-4B28-B5DF-C097A68056EE}" type="pres">
      <dgm:prSet presAssocID="{F4A91A39-68A8-43A2-90DC-C570A5B260C5}" presName="root" presStyleCnt="0"/>
      <dgm:spPr/>
    </dgm:pt>
    <dgm:pt modelId="{C171DCF7-4718-48F7-B868-0FDD0F07E2E4}" type="pres">
      <dgm:prSet presAssocID="{F4A91A39-68A8-43A2-90DC-C570A5B260C5}" presName="rootComposite" presStyleCnt="0"/>
      <dgm:spPr/>
    </dgm:pt>
    <dgm:pt modelId="{67B7E5DB-12CD-48F7-B2B1-DD2BAEA75AB6}" type="pres">
      <dgm:prSet presAssocID="{F4A91A39-68A8-43A2-90DC-C570A5B260C5}" presName="rootText" presStyleLbl="node1" presStyleIdx="1" presStyleCnt="5"/>
      <dgm:spPr/>
    </dgm:pt>
    <dgm:pt modelId="{D398C249-3844-422A-B98F-F30029B78508}" type="pres">
      <dgm:prSet presAssocID="{F4A91A39-68A8-43A2-90DC-C570A5B260C5}" presName="rootConnector" presStyleLbl="node1" presStyleIdx="1" presStyleCnt="5"/>
      <dgm:spPr/>
    </dgm:pt>
    <dgm:pt modelId="{2755F394-866C-4898-9950-CB2F2B59BCF1}" type="pres">
      <dgm:prSet presAssocID="{F4A91A39-68A8-43A2-90DC-C570A5B260C5}" presName="childShape" presStyleCnt="0"/>
      <dgm:spPr/>
    </dgm:pt>
    <dgm:pt modelId="{638D242F-D07F-4171-A4F8-C45E06B59CBD}" type="pres">
      <dgm:prSet presAssocID="{C724E8E6-99D3-40EB-BC98-6E21DB5AB9F4}" presName="Name13" presStyleLbl="parChTrans1D2" presStyleIdx="2" presStyleCnt="16"/>
      <dgm:spPr/>
    </dgm:pt>
    <dgm:pt modelId="{9353EFA6-21CE-4E6C-9527-D9EDDC8DA301}" type="pres">
      <dgm:prSet presAssocID="{2CF484EE-9957-4AA4-84D3-6AAE3F8FA08A}" presName="childText" presStyleLbl="bgAcc1" presStyleIdx="2" presStyleCnt="16" custScaleX="118342" custScaleY="252495">
        <dgm:presLayoutVars>
          <dgm:bulletEnabled val="1"/>
        </dgm:presLayoutVars>
      </dgm:prSet>
      <dgm:spPr/>
    </dgm:pt>
    <dgm:pt modelId="{8788C051-7194-4FE8-83C7-413CFF1784E3}" type="pres">
      <dgm:prSet presAssocID="{B1F5176B-E0AB-49C0-B07D-1D4FA689ABD4}" presName="Name13" presStyleLbl="parChTrans1D2" presStyleIdx="3" presStyleCnt="16"/>
      <dgm:spPr/>
    </dgm:pt>
    <dgm:pt modelId="{AB30C157-5012-446C-AD2E-7399100A6EC8}" type="pres">
      <dgm:prSet presAssocID="{9E681B3E-363E-40BC-BAE5-D2ACF6D9ACF1}" presName="childText" presStyleLbl="bgAcc1" presStyleIdx="3" presStyleCnt="16" custScaleX="118383" custScaleY="48053">
        <dgm:presLayoutVars>
          <dgm:bulletEnabled val="1"/>
        </dgm:presLayoutVars>
      </dgm:prSet>
      <dgm:spPr/>
    </dgm:pt>
    <dgm:pt modelId="{2FDB4373-0C9D-4A89-9C4B-1FE018088401}" type="pres">
      <dgm:prSet presAssocID="{A9C5A05A-B83E-48BD-B939-1AC8436A82D5}" presName="Name13" presStyleLbl="parChTrans1D2" presStyleIdx="4" presStyleCnt="16"/>
      <dgm:spPr/>
    </dgm:pt>
    <dgm:pt modelId="{5DD74401-0BC7-47B5-94A5-27CC8418BB9B}" type="pres">
      <dgm:prSet presAssocID="{836F4768-4DB5-4F0A-B96D-041570FF6DB1}" presName="childText" presStyleLbl="bgAcc1" presStyleIdx="4" presStyleCnt="16" custScaleX="118383" custScaleY="125069">
        <dgm:presLayoutVars>
          <dgm:bulletEnabled val="1"/>
        </dgm:presLayoutVars>
      </dgm:prSet>
      <dgm:spPr/>
    </dgm:pt>
    <dgm:pt modelId="{B8DC1253-DC93-428A-B489-CD6371E7DFA5}" type="pres">
      <dgm:prSet presAssocID="{0FB16D1C-92F8-40E1-B648-74ADC657D877}" presName="Name13" presStyleLbl="parChTrans1D2" presStyleIdx="5" presStyleCnt="16"/>
      <dgm:spPr/>
    </dgm:pt>
    <dgm:pt modelId="{794D1C4D-C4AD-457D-90BE-68C8423F4849}" type="pres">
      <dgm:prSet presAssocID="{50CADB50-5E8C-46E5-9C5A-B44C0E7C4D91}" presName="childText" presStyleLbl="bgAcc1" presStyleIdx="5" presStyleCnt="16" custScaleX="118471" custScaleY="67628">
        <dgm:presLayoutVars>
          <dgm:bulletEnabled val="1"/>
        </dgm:presLayoutVars>
      </dgm:prSet>
      <dgm:spPr/>
    </dgm:pt>
    <dgm:pt modelId="{B6AF2A1F-AB2C-4930-AFDF-3D137592452D}" type="pres">
      <dgm:prSet presAssocID="{0483F642-4128-45E9-97F4-F148051C0B36}" presName="root" presStyleCnt="0"/>
      <dgm:spPr/>
    </dgm:pt>
    <dgm:pt modelId="{F533E136-47D5-4835-BD27-04C70CA19ECF}" type="pres">
      <dgm:prSet presAssocID="{0483F642-4128-45E9-97F4-F148051C0B36}" presName="rootComposite" presStyleCnt="0"/>
      <dgm:spPr/>
    </dgm:pt>
    <dgm:pt modelId="{1A2777A3-428A-4D15-9073-7AE18AFECD7E}" type="pres">
      <dgm:prSet presAssocID="{0483F642-4128-45E9-97F4-F148051C0B36}" presName="rootText" presStyleLbl="node1" presStyleIdx="2" presStyleCnt="5"/>
      <dgm:spPr/>
    </dgm:pt>
    <dgm:pt modelId="{AF321968-442D-4AF8-A879-574C43059460}" type="pres">
      <dgm:prSet presAssocID="{0483F642-4128-45E9-97F4-F148051C0B36}" presName="rootConnector" presStyleLbl="node1" presStyleIdx="2" presStyleCnt="5"/>
      <dgm:spPr/>
    </dgm:pt>
    <dgm:pt modelId="{93D7F4BC-0FA6-4611-9DC6-2A4C32EDB60D}" type="pres">
      <dgm:prSet presAssocID="{0483F642-4128-45E9-97F4-F148051C0B36}" presName="childShape" presStyleCnt="0"/>
      <dgm:spPr/>
    </dgm:pt>
    <dgm:pt modelId="{D2D35BBB-E0B1-402C-BD33-00B171E41712}" type="pres">
      <dgm:prSet presAssocID="{5C4ADFC3-0FF3-4282-A1CD-B7891991B2A9}" presName="Name13" presStyleLbl="parChTrans1D2" presStyleIdx="6" presStyleCnt="16"/>
      <dgm:spPr/>
    </dgm:pt>
    <dgm:pt modelId="{E3BEAB2F-8E3A-48A4-86B9-10CA88470235}" type="pres">
      <dgm:prSet presAssocID="{6C8BE5C3-5184-40D7-BBDA-2DBF097B0D8F}" presName="childText" presStyleLbl="bgAcc1" presStyleIdx="6" presStyleCnt="16">
        <dgm:presLayoutVars>
          <dgm:bulletEnabled val="1"/>
        </dgm:presLayoutVars>
      </dgm:prSet>
      <dgm:spPr/>
    </dgm:pt>
    <dgm:pt modelId="{667EE822-4BBC-4737-A9B1-FF82B10DCEF3}" type="pres">
      <dgm:prSet presAssocID="{78EE1B78-5A6F-4781-8729-505F973027B1}" presName="Name13" presStyleLbl="parChTrans1D2" presStyleIdx="7" presStyleCnt="16"/>
      <dgm:spPr/>
    </dgm:pt>
    <dgm:pt modelId="{DF819625-B1A9-4EC1-B1BA-C38E9426D913}" type="pres">
      <dgm:prSet presAssocID="{4A2367DD-51EC-4F80-A24C-1855A366348E}" presName="childText" presStyleLbl="bgAcc1" presStyleIdx="7" presStyleCnt="16" custScaleY="56181">
        <dgm:presLayoutVars>
          <dgm:bulletEnabled val="1"/>
        </dgm:presLayoutVars>
      </dgm:prSet>
      <dgm:spPr/>
    </dgm:pt>
    <dgm:pt modelId="{073F711B-8CD8-4DD2-AE84-005EDB83A9F5}" type="pres">
      <dgm:prSet presAssocID="{BF734179-0394-4186-BC2D-D04A8E1C76B1}" presName="Name13" presStyleLbl="parChTrans1D2" presStyleIdx="8" presStyleCnt="16"/>
      <dgm:spPr/>
    </dgm:pt>
    <dgm:pt modelId="{6262406E-6E57-469A-9D00-C4979C60E5A4}" type="pres">
      <dgm:prSet presAssocID="{62A93E28-C495-4D20-9ADD-E7B02F010165}" presName="childText" presStyleLbl="bgAcc1" presStyleIdx="8" presStyleCnt="16" custScaleY="57599">
        <dgm:presLayoutVars>
          <dgm:bulletEnabled val="1"/>
        </dgm:presLayoutVars>
      </dgm:prSet>
      <dgm:spPr/>
    </dgm:pt>
    <dgm:pt modelId="{1695C100-F1F4-459F-B444-E8D1482BC4B7}" type="pres">
      <dgm:prSet presAssocID="{A51D17FD-9BD0-4438-84BE-C730ACFEAAF5}" presName="root" presStyleCnt="0"/>
      <dgm:spPr/>
    </dgm:pt>
    <dgm:pt modelId="{C58A11F7-A5F9-434C-AAB8-090CAEDE3874}" type="pres">
      <dgm:prSet presAssocID="{A51D17FD-9BD0-4438-84BE-C730ACFEAAF5}" presName="rootComposite" presStyleCnt="0"/>
      <dgm:spPr/>
    </dgm:pt>
    <dgm:pt modelId="{B86E2444-AE59-4FB4-AB0D-249E5421DD94}" type="pres">
      <dgm:prSet presAssocID="{A51D17FD-9BD0-4438-84BE-C730ACFEAAF5}" presName="rootText" presStyleLbl="node1" presStyleIdx="3" presStyleCnt="5"/>
      <dgm:spPr/>
    </dgm:pt>
    <dgm:pt modelId="{E30AD683-01E2-40D1-8D0B-F3507234E398}" type="pres">
      <dgm:prSet presAssocID="{A51D17FD-9BD0-4438-84BE-C730ACFEAAF5}" presName="rootConnector" presStyleLbl="node1" presStyleIdx="3" presStyleCnt="5"/>
      <dgm:spPr/>
    </dgm:pt>
    <dgm:pt modelId="{1393ABA1-1FB3-4D8B-9839-8B3B0CD8416F}" type="pres">
      <dgm:prSet presAssocID="{A51D17FD-9BD0-4438-84BE-C730ACFEAAF5}" presName="childShape" presStyleCnt="0"/>
      <dgm:spPr/>
    </dgm:pt>
    <dgm:pt modelId="{5F3E19FB-0CE0-438E-80E2-91606943A850}" type="pres">
      <dgm:prSet presAssocID="{1B99604C-D5E0-4735-8E43-C50B61B3D7AF}" presName="Name13" presStyleLbl="parChTrans1D2" presStyleIdx="9" presStyleCnt="16"/>
      <dgm:spPr/>
    </dgm:pt>
    <dgm:pt modelId="{27F8AAE5-3818-46AF-A968-6590255F3BB6}" type="pres">
      <dgm:prSet presAssocID="{3EEE93BA-9352-4061-AC29-0DE97AB440B0}" presName="childText" presStyleLbl="bgAcc1" presStyleIdx="9" presStyleCnt="16" custScaleX="111490" custScaleY="73259">
        <dgm:presLayoutVars>
          <dgm:bulletEnabled val="1"/>
        </dgm:presLayoutVars>
      </dgm:prSet>
      <dgm:spPr/>
    </dgm:pt>
    <dgm:pt modelId="{480E38F3-4DDA-4833-906D-058900E2A185}" type="pres">
      <dgm:prSet presAssocID="{B3C8FD36-34C3-4197-A457-B797D3833BC5}" presName="Name13" presStyleLbl="parChTrans1D2" presStyleIdx="10" presStyleCnt="16"/>
      <dgm:spPr/>
    </dgm:pt>
    <dgm:pt modelId="{0BE2ABBE-125B-4667-BC9C-A70BB53F168A}" type="pres">
      <dgm:prSet presAssocID="{FF810CDE-33CB-470F-B70E-609C1D2263DA}" presName="childText" presStyleLbl="bgAcc1" presStyleIdx="10" presStyleCnt="16" custScaleX="111490" custScaleY="58899">
        <dgm:presLayoutVars>
          <dgm:bulletEnabled val="1"/>
        </dgm:presLayoutVars>
      </dgm:prSet>
      <dgm:spPr/>
    </dgm:pt>
    <dgm:pt modelId="{5B9EA63D-BF72-4522-AFDA-9CC5D945E6EB}" type="pres">
      <dgm:prSet presAssocID="{3639DED4-3E6C-4A40-9398-E551A87EC84D}" presName="Name13" presStyleLbl="parChTrans1D2" presStyleIdx="11" presStyleCnt="16"/>
      <dgm:spPr/>
    </dgm:pt>
    <dgm:pt modelId="{27CB62DD-D922-4F9D-9153-0E7F3BF550B9}" type="pres">
      <dgm:prSet presAssocID="{2B9173FB-DAF7-4522-8FEC-8B5232E57586}" presName="childText" presStyleLbl="bgAcc1" presStyleIdx="11" presStyleCnt="16" custScaleX="112122">
        <dgm:presLayoutVars>
          <dgm:bulletEnabled val="1"/>
        </dgm:presLayoutVars>
      </dgm:prSet>
      <dgm:spPr/>
    </dgm:pt>
    <dgm:pt modelId="{12D3F18B-FF65-46CC-B23C-2EF564E6ECDC}" type="pres">
      <dgm:prSet presAssocID="{6276ADBC-0171-4186-89E1-4EAFE7304F55}" presName="Name13" presStyleLbl="parChTrans1D2" presStyleIdx="12" presStyleCnt="16"/>
      <dgm:spPr/>
    </dgm:pt>
    <dgm:pt modelId="{8B0322EE-7268-438B-9334-A4B129030272}" type="pres">
      <dgm:prSet presAssocID="{7019C07A-88C2-4A80-BFB8-6877C5720AD6}" presName="childText" presStyleLbl="bgAcc1" presStyleIdx="12" presStyleCnt="16" custScaleX="111490" custScaleY="54063">
        <dgm:presLayoutVars>
          <dgm:bulletEnabled val="1"/>
        </dgm:presLayoutVars>
      </dgm:prSet>
      <dgm:spPr/>
    </dgm:pt>
    <dgm:pt modelId="{EE917E78-C377-46F7-AD0D-626C4DE0CF6B}" type="pres">
      <dgm:prSet presAssocID="{3AE60341-8101-4B59-9910-D6B3C72A863A}" presName="Name13" presStyleLbl="parChTrans1D2" presStyleIdx="13" presStyleCnt="16"/>
      <dgm:spPr/>
    </dgm:pt>
    <dgm:pt modelId="{6E4135F1-6C37-4F72-8845-9450E4AEE42D}" type="pres">
      <dgm:prSet presAssocID="{45E866DA-47B4-4BB2-8F22-092A5D5EC018}" presName="childText" presStyleLbl="bgAcc1" presStyleIdx="13" presStyleCnt="16" custScaleX="111490" custScaleY="79884">
        <dgm:presLayoutVars>
          <dgm:bulletEnabled val="1"/>
        </dgm:presLayoutVars>
      </dgm:prSet>
      <dgm:spPr/>
    </dgm:pt>
    <dgm:pt modelId="{E4086DFE-4B3C-431C-9CDA-57C8918A0480}" type="pres">
      <dgm:prSet presAssocID="{CC4B90CB-1857-4994-BB54-698D11547786}" presName="root" presStyleCnt="0"/>
      <dgm:spPr/>
    </dgm:pt>
    <dgm:pt modelId="{2471F631-76C9-4DA1-8495-81C286CA26BA}" type="pres">
      <dgm:prSet presAssocID="{CC4B90CB-1857-4994-BB54-698D11547786}" presName="rootComposite" presStyleCnt="0"/>
      <dgm:spPr/>
    </dgm:pt>
    <dgm:pt modelId="{1722C38D-D615-4D78-9D22-9555D2AEC17D}" type="pres">
      <dgm:prSet presAssocID="{CC4B90CB-1857-4994-BB54-698D11547786}" presName="rootText" presStyleLbl="node1" presStyleIdx="4" presStyleCnt="5"/>
      <dgm:spPr/>
    </dgm:pt>
    <dgm:pt modelId="{035F1FF2-67F2-46B5-AB50-A30589EBDD95}" type="pres">
      <dgm:prSet presAssocID="{CC4B90CB-1857-4994-BB54-698D11547786}" presName="rootConnector" presStyleLbl="node1" presStyleIdx="4" presStyleCnt="5"/>
      <dgm:spPr/>
    </dgm:pt>
    <dgm:pt modelId="{F9DE586B-B83D-40E8-8AF0-56980FBB3EC8}" type="pres">
      <dgm:prSet presAssocID="{CC4B90CB-1857-4994-BB54-698D11547786}" presName="childShape" presStyleCnt="0"/>
      <dgm:spPr/>
    </dgm:pt>
    <dgm:pt modelId="{C560B845-9640-4773-817D-11EE03B0B13A}" type="pres">
      <dgm:prSet presAssocID="{589E1125-C3E7-4CA8-8AE9-84DFEE0655D5}" presName="Name13" presStyleLbl="parChTrans1D2" presStyleIdx="14" presStyleCnt="16"/>
      <dgm:spPr/>
    </dgm:pt>
    <dgm:pt modelId="{21FC5255-B0B7-44EA-9502-00913E054241}" type="pres">
      <dgm:prSet presAssocID="{E0E04848-187C-4FB8-A750-5CEA4A661E76}" presName="childText" presStyleLbl="bgAcc1" presStyleIdx="14" presStyleCnt="16" custScaleY="65641">
        <dgm:presLayoutVars>
          <dgm:bulletEnabled val="1"/>
        </dgm:presLayoutVars>
      </dgm:prSet>
      <dgm:spPr/>
    </dgm:pt>
    <dgm:pt modelId="{FC7D264D-51D4-4D60-8D6F-47BFE7E69348}" type="pres">
      <dgm:prSet presAssocID="{C939CABE-BF19-4668-8EB5-481C2296F6DA}" presName="Name13" presStyleLbl="parChTrans1D2" presStyleIdx="15" presStyleCnt="16"/>
      <dgm:spPr/>
    </dgm:pt>
    <dgm:pt modelId="{A9458DDC-3504-4DD6-A864-84806C62F781}" type="pres">
      <dgm:prSet presAssocID="{3B2403A6-0023-47B0-9EFA-D5F27E22B6EE}" presName="childText" presStyleLbl="bgAcc1" presStyleIdx="15" presStyleCnt="16" custScaleY="65641">
        <dgm:presLayoutVars>
          <dgm:bulletEnabled val="1"/>
        </dgm:presLayoutVars>
      </dgm:prSet>
      <dgm:spPr/>
    </dgm:pt>
  </dgm:ptLst>
  <dgm:cxnLst>
    <dgm:cxn modelId="{5060F600-612A-4952-A8D2-F7041B70D51F}" srcId="{5D47BB7E-FD3D-4DD5-9164-813EA6727E60}" destId="{E5301FD7-A038-40B0-A9CF-FEF6F4C8D205}" srcOrd="0" destOrd="0" parTransId="{A016BC3C-C01F-4C1A-B0BE-DBA178EF1B32}" sibTransId="{8A8A3FAA-160D-4D0F-9652-09573AD4E43E}"/>
    <dgm:cxn modelId="{D2823703-F595-406D-8E1D-3F1D640676A2}" type="presOf" srcId="{C5F484F6-95D6-4607-8C12-56778E516F71}" destId="{9353EFA6-21CE-4E6C-9527-D9EDDC8DA301}" srcOrd="0" destOrd="6" presId="urn:microsoft.com/office/officeart/2005/8/layout/hierarchy3"/>
    <dgm:cxn modelId="{943AD008-744E-4675-94EE-8926AE4DD9F6}" srcId="{8BE8AE34-367D-423B-AF3A-2D338369DF19}" destId="{AB61D529-BF36-4E42-A31D-51C64022CC44}" srcOrd="4" destOrd="0" parTransId="{4E2E7657-2137-491E-9031-1B3BD3DF2506}" sibTransId="{21E65AA5-395C-4D02-A613-75EF0C0D649F}"/>
    <dgm:cxn modelId="{CEE3DB0A-1A94-4090-BE27-595D31AD6314}" type="presOf" srcId="{CC4B90CB-1857-4994-BB54-698D11547786}" destId="{1722C38D-D615-4D78-9D22-9555D2AEC17D}" srcOrd="0" destOrd="0" presId="urn:microsoft.com/office/officeart/2005/8/layout/hierarchy3"/>
    <dgm:cxn modelId="{CF139E0E-3A80-4025-B057-05C13F7512B8}" type="presOf" srcId="{FF8D752E-76B6-42F4-9AA7-835105D805D7}" destId="{9353EFA6-21CE-4E6C-9527-D9EDDC8DA301}" srcOrd="0" destOrd="4" presId="urn:microsoft.com/office/officeart/2005/8/layout/hierarchy3"/>
    <dgm:cxn modelId="{16A6800F-C38D-4274-8692-324C5BC3496D}" type="presOf" srcId="{6C8BE5C3-5184-40D7-BBDA-2DBF097B0D8F}" destId="{E3BEAB2F-8E3A-48A4-86B9-10CA88470235}" srcOrd="0" destOrd="0" presId="urn:microsoft.com/office/officeart/2005/8/layout/hierarchy3"/>
    <dgm:cxn modelId="{72AF5011-3F53-4F16-934D-F19C42EF71F8}" type="presOf" srcId="{FF810CDE-33CB-470F-B70E-609C1D2263DA}" destId="{0BE2ABBE-125B-4667-BC9C-A70BB53F168A}" srcOrd="0" destOrd="0" presId="urn:microsoft.com/office/officeart/2005/8/layout/hierarchy3"/>
    <dgm:cxn modelId="{7F50381B-9A2C-45E2-8DF2-5CE3FE23DF15}" type="presOf" srcId="{5BA34D13-E7DF-4DF1-9D6F-D5896B6EF7D3}" destId="{114F77B0-7667-44EF-8FEB-98CDBE09B8E3}" srcOrd="0" destOrd="3" presId="urn:microsoft.com/office/officeart/2005/8/layout/hierarchy3"/>
    <dgm:cxn modelId="{B245B922-1324-48F1-9801-C3A17D2C60F3}" srcId="{8BE8AE34-367D-423B-AF3A-2D338369DF19}" destId="{9C754A73-DAF9-49C3-A44B-13E7FC94D841}" srcOrd="5" destOrd="0" parTransId="{246D00DC-859F-4359-9A02-020CCB9228A6}" sibTransId="{30972C20-C933-4335-A15C-F9CDFEB20395}"/>
    <dgm:cxn modelId="{B0458925-76F3-4C51-B120-2DCE7C3C0322}" srcId="{E5301FD7-A038-40B0-A9CF-FEF6F4C8D205}" destId="{E759590A-C1C4-47CC-9731-3C0FFE90CEAF}" srcOrd="0" destOrd="0" parTransId="{812A192B-A1F2-4746-AC45-0BBE16E19F1E}" sibTransId="{3188EE09-101E-4FC4-AC4A-1AE632E328F2}"/>
    <dgm:cxn modelId="{A34FC125-4DDD-4BEF-9121-34A2A06777EF}" type="presOf" srcId="{56ED04DA-A1FE-4848-903F-6D7B2449FB6C}" destId="{9353EFA6-21CE-4E6C-9527-D9EDDC8DA301}" srcOrd="0" destOrd="5" presId="urn:microsoft.com/office/officeart/2005/8/layout/hierarchy3"/>
    <dgm:cxn modelId="{27F28627-95A3-4002-AD75-F4053EF71FB9}" type="presOf" srcId="{E5301FD7-A038-40B0-A9CF-FEF6F4C8D205}" destId="{114F77B0-7667-44EF-8FEB-98CDBE09B8E3}" srcOrd="0" destOrd="0" presId="urn:microsoft.com/office/officeart/2005/8/layout/hierarchy3"/>
    <dgm:cxn modelId="{75BC9928-A3FE-4533-B050-BE88289DEC9F}" type="presOf" srcId="{1B99604C-D5E0-4735-8E43-C50B61B3D7AF}" destId="{5F3E19FB-0CE0-438E-80E2-91606943A850}" srcOrd="0" destOrd="0" presId="urn:microsoft.com/office/officeart/2005/8/layout/hierarchy3"/>
    <dgm:cxn modelId="{2524FF29-CF39-46E2-A939-A85E6DC033C5}" srcId="{2B9173FB-DAF7-4522-8FEC-8B5232E57586}" destId="{AADFDC1D-BA69-43E5-835C-D882B8528EC5}" srcOrd="0" destOrd="0" parTransId="{E203B763-A718-46B6-9139-6DE6B86A2E00}" sibTransId="{4D070AAC-7F23-4D2A-9677-346F77A8E0D2}"/>
    <dgm:cxn modelId="{2FA4BB2D-3332-4DC8-BF48-71EA6D37E365}" type="presOf" srcId="{43C6BA7F-21A0-4536-83B9-545EA7AC7FCC}" destId="{453E647A-381B-4D94-9614-FDEEC97DBBEB}" srcOrd="0" destOrd="8" presId="urn:microsoft.com/office/officeart/2005/8/layout/hierarchy3"/>
    <dgm:cxn modelId="{08D10032-8087-47C1-9533-1B19623D5CC3}" type="presOf" srcId="{9C754A73-DAF9-49C3-A44B-13E7FC94D841}" destId="{453E647A-381B-4D94-9614-FDEEC97DBBEB}" srcOrd="0" destOrd="6" presId="urn:microsoft.com/office/officeart/2005/8/layout/hierarchy3"/>
    <dgm:cxn modelId="{F676C137-CEA7-4192-9704-2D6BEB332DB0}" srcId="{2CF484EE-9957-4AA4-84D3-6AAE3F8FA08A}" destId="{2B8B7FFA-DF47-4A26-A5CF-492DD7F88486}" srcOrd="0" destOrd="0" parTransId="{1A52E360-0831-489B-94ED-843D44828F4F}" sibTransId="{8E7770BF-313A-435F-A352-DAEF4D1CC31B}"/>
    <dgm:cxn modelId="{2A3EDD38-8E21-47C0-A725-4031CA03BCEA}" srcId="{2CF484EE-9957-4AA4-84D3-6AAE3F8FA08A}" destId="{56ED04DA-A1FE-4848-903F-6D7B2449FB6C}" srcOrd="4" destOrd="0" parTransId="{B4C4021A-5BAA-4F9F-8EC0-6136F6B96752}" sibTransId="{A5D86824-72A5-425F-A989-857898FF6009}"/>
    <dgm:cxn modelId="{6153E33B-4764-4E5B-8B0F-C7B9FB44DABC}" type="presOf" srcId="{0483F642-4128-45E9-97F4-F148051C0B36}" destId="{1A2777A3-428A-4D15-9073-7AE18AFECD7E}" srcOrd="0" destOrd="0" presId="urn:microsoft.com/office/officeart/2005/8/layout/hierarchy3"/>
    <dgm:cxn modelId="{6339E53D-1CC2-4788-8AEB-9981D7FA0E8F}" type="presOf" srcId="{2BBECA7E-3235-44BF-968A-2B24CA64364F}" destId="{453E647A-381B-4D94-9614-FDEEC97DBBEB}" srcOrd="0" destOrd="4" presId="urn:microsoft.com/office/officeart/2005/8/layout/hierarchy3"/>
    <dgm:cxn modelId="{1377623F-D4DC-44C7-957D-5CFAB672909C}" srcId="{50CADB50-5E8C-46E5-9C5A-B44C0E7C4D91}" destId="{1809BB0D-E259-4CB8-9E8C-32169B0C259A}" srcOrd="0" destOrd="0" parTransId="{C795D338-13DD-43D3-A21B-4C9AB8545604}" sibTransId="{780CF2FC-8D2F-4C40-84C8-D4E817B199DC}"/>
    <dgm:cxn modelId="{182D2460-EEC3-4954-BB52-54EF4255F54C}" type="presOf" srcId="{F4A91A39-68A8-43A2-90DC-C570A5B260C5}" destId="{D398C249-3844-422A-B98F-F30029B78508}" srcOrd="1" destOrd="0" presId="urn:microsoft.com/office/officeart/2005/8/layout/hierarchy3"/>
    <dgm:cxn modelId="{394C3761-27AE-41EA-AA43-7D929EC2F68C}" type="presOf" srcId="{CA1EFCD2-F651-463D-A7D3-E43DAFB7B224}" destId="{453E647A-381B-4D94-9614-FDEEC97DBBEB}" srcOrd="0" destOrd="2" presId="urn:microsoft.com/office/officeart/2005/8/layout/hierarchy3"/>
    <dgm:cxn modelId="{D8436144-86D3-42AD-BB60-8E932BEA6143}" type="presOf" srcId="{2CF484EE-9957-4AA4-84D3-6AAE3F8FA08A}" destId="{9353EFA6-21CE-4E6C-9527-D9EDDC8DA301}" srcOrd="0" destOrd="0" presId="urn:microsoft.com/office/officeart/2005/8/layout/hierarchy3"/>
    <dgm:cxn modelId="{D2CF4144-9796-4425-BDA4-E8E424B38CD2}" type="presOf" srcId="{B9FCE55C-593E-4EBC-B63A-85FD0EC237A7}" destId="{114F77B0-7667-44EF-8FEB-98CDBE09B8E3}" srcOrd="0" destOrd="2" presId="urn:microsoft.com/office/officeart/2005/8/layout/hierarchy3"/>
    <dgm:cxn modelId="{D7B6F745-C0B6-4AAC-AB04-14D8AFE47E7C}" type="presOf" srcId="{0FB16D1C-92F8-40E1-B648-74ADC657D877}" destId="{B8DC1253-DC93-428A-B489-CD6371E7DFA5}" srcOrd="0" destOrd="0" presId="urn:microsoft.com/office/officeart/2005/8/layout/hierarchy3"/>
    <dgm:cxn modelId="{ED0F3847-2E8D-4A25-A5E8-8F205ABC08CD}" type="presOf" srcId="{DA45CDC1-F6A3-4713-84E5-D2DE73244733}" destId="{453E647A-381B-4D94-9614-FDEEC97DBBEB}" srcOrd="0" destOrd="3" presId="urn:microsoft.com/office/officeart/2005/8/layout/hierarchy3"/>
    <dgm:cxn modelId="{E52F7667-12D4-4950-B80D-F9789323B965}" srcId="{8BE8AE34-367D-423B-AF3A-2D338369DF19}" destId="{8A8517EC-33C1-4544-B0E5-BBED1D4C1DF2}" srcOrd="0" destOrd="0" parTransId="{A7C7EF31-053C-46C7-9CC5-471C5EC2A2B5}" sibTransId="{E95C14FE-0A92-48D3-B237-8D2CE41A8F58}"/>
    <dgm:cxn modelId="{32AF5668-02F7-4921-8272-2AAE65E35E35}" srcId="{6C8BE5C3-5184-40D7-BBDA-2DBF097B0D8F}" destId="{4DE54566-FA8D-40C1-9656-374C8ABB165E}" srcOrd="1" destOrd="0" parTransId="{F2D9CFB5-3313-45B2-8DAD-52047DF6CDBA}" sibTransId="{92F613E2-3B1D-4781-A8EC-DB083B808F1A}"/>
    <dgm:cxn modelId="{63890F6A-81FE-449C-9438-EB87B36399D9}" srcId="{886C93F6-62F7-49E1-B5DF-78561DEC743E}" destId="{F4A91A39-68A8-43A2-90DC-C570A5B260C5}" srcOrd="1" destOrd="0" parTransId="{0ED61CAF-8628-4898-B020-D1025F0B0AC6}" sibTransId="{374FCE19-6D3A-4646-8876-D5B51B3C4C1C}"/>
    <dgm:cxn modelId="{E7673D6A-A414-4B71-B9F7-E68ED976268D}" type="presOf" srcId="{A016BC3C-C01F-4C1A-B0BE-DBA178EF1B32}" destId="{9EE1D9D3-C088-4EA5-AE21-62C6FF3D06C5}" srcOrd="0" destOrd="0" presId="urn:microsoft.com/office/officeart/2005/8/layout/hierarchy3"/>
    <dgm:cxn modelId="{B1EB644A-5961-4C21-81D0-9C520C51C36A}" type="presOf" srcId="{5D47BB7E-FD3D-4DD5-9164-813EA6727E60}" destId="{18105E12-1248-48F5-8D4B-431782FA236A}" srcOrd="0" destOrd="0" presId="urn:microsoft.com/office/officeart/2005/8/layout/hierarchy3"/>
    <dgm:cxn modelId="{CEAF5D6B-6D2C-49C4-B18B-989E079C9EB5}" srcId="{8BE8AE34-367D-423B-AF3A-2D338369DF19}" destId="{DA45CDC1-F6A3-4713-84E5-D2DE73244733}" srcOrd="2" destOrd="0" parTransId="{77AFB72D-072B-46E9-A74D-CE4472D9B8FD}" sibTransId="{C87FE0F6-07BE-47EB-BFF1-5B206FCDB4DA}"/>
    <dgm:cxn modelId="{5FABA66D-ECF4-4245-A29C-6E0387DC23E6}" type="presOf" srcId="{9D6029FB-844D-45D3-A18C-036D0A2397B3}" destId="{2F335628-9DA2-4115-9775-E01B33576291}" srcOrd="0" destOrd="0" presId="urn:microsoft.com/office/officeart/2005/8/layout/hierarchy3"/>
    <dgm:cxn modelId="{C4EB366E-65AA-44EA-9267-FB82DF8D0F71}" srcId="{0483F642-4128-45E9-97F4-F148051C0B36}" destId="{62A93E28-C495-4D20-9ADD-E7B02F010165}" srcOrd="2" destOrd="0" parTransId="{BF734179-0394-4186-BC2D-D04A8E1C76B1}" sibTransId="{63EDC8EE-AE33-446D-9E95-23E0874D2BD4}"/>
    <dgm:cxn modelId="{7C47914E-33FE-4172-B73D-54B55BD11728}" srcId="{F4A91A39-68A8-43A2-90DC-C570A5B260C5}" destId="{836F4768-4DB5-4F0A-B96D-041570FF6DB1}" srcOrd="2" destOrd="0" parTransId="{A9C5A05A-B83E-48BD-B939-1AC8436A82D5}" sibTransId="{5C35AF0A-2178-4222-B87E-2F5525E23970}"/>
    <dgm:cxn modelId="{F38EF44F-9CF4-4E03-ABDD-55BEEF85769E}" type="presOf" srcId="{3AE60341-8101-4B59-9910-D6B3C72A863A}" destId="{EE917E78-C377-46F7-AD0D-626C4DE0CF6B}" srcOrd="0" destOrd="0" presId="urn:microsoft.com/office/officeart/2005/8/layout/hierarchy3"/>
    <dgm:cxn modelId="{7C9D5450-F610-49BD-91EE-BEE0363DC120}" type="presOf" srcId="{886C93F6-62F7-49E1-B5DF-78561DEC743E}" destId="{14672AD1-1D9A-4F13-8B07-8BFFFF8E3B0A}" srcOrd="0" destOrd="0" presId="urn:microsoft.com/office/officeart/2005/8/layout/hierarchy3"/>
    <dgm:cxn modelId="{AF0BF951-AC5B-44A6-AFE1-C2BF78E7DA20}" type="presOf" srcId="{20A3E380-AE1B-4BAE-8CDD-03CBE526A059}" destId="{9353EFA6-21CE-4E6C-9527-D9EDDC8DA301}" srcOrd="0" destOrd="3" presId="urn:microsoft.com/office/officeart/2005/8/layout/hierarchy3"/>
    <dgm:cxn modelId="{914D2072-081E-41FA-A703-07EFBB21939C}" type="presOf" srcId="{6276ADBC-0171-4186-89E1-4EAFE7304F55}" destId="{12D3F18B-FF65-46CC-B23C-2EF564E6ECDC}" srcOrd="0" destOrd="0" presId="urn:microsoft.com/office/officeart/2005/8/layout/hierarchy3"/>
    <dgm:cxn modelId="{135F4B72-7083-4EF2-88B4-A3E4BA2EF109}" srcId="{2B9173FB-DAF7-4522-8FEC-8B5232E57586}" destId="{FEC9FBF6-92C9-4C8D-9141-B0A6EA9A2BE4}" srcOrd="1" destOrd="0" parTransId="{7BB4408F-625D-42DB-B3D1-5C193F4FCD07}" sibTransId="{EDFA24CA-4BAB-48FE-B9CE-7734FFAB579E}"/>
    <dgm:cxn modelId="{0174B257-9D15-4E7B-BF32-FF49BBDF3D35}" type="presOf" srcId="{2B8B7FFA-DF47-4A26-A5CF-492DD7F88486}" destId="{9353EFA6-21CE-4E6C-9527-D9EDDC8DA301}" srcOrd="0" destOrd="1" presId="urn:microsoft.com/office/officeart/2005/8/layout/hierarchy3"/>
    <dgm:cxn modelId="{3C5AED77-D58C-444C-A16F-87AC21B17E3E}" type="presOf" srcId="{C5F1FF60-FDFE-48CC-9428-A89E50575854}" destId="{27F8AAE5-3818-46AF-A968-6590255F3BB6}" srcOrd="0" destOrd="1" presId="urn:microsoft.com/office/officeart/2005/8/layout/hierarchy3"/>
    <dgm:cxn modelId="{2F80567A-6C6F-4F7A-B8E5-0F10FBC7B616}" srcId="{2CF484EE-9957-4AA4-84D3-6AAE3F8FA08A}" destId="{5C1D2D6B-3C09-4062-9298-FB9E1AF52C00}" srcOrd="1" destOrd="0" parTransId="{2D690C6B-D95C-4B4E-8CDF-D576FB478BC9}" sibTransId="{A978CF7B-5EE6-4C82-8D30-1B056D19DF95}"/>
    <dgm:cxn modelId="{DF65D37A-17AF-4236-B71C-D8B0B47BD127}" srcId="{8BE8AE34-367D-423B-AF3A-2D338369DF19}" destId="{2BBECA7E-3235-44BF-968A-2B24CA64364F}" srcOrd="3" destOrd="0" parTransId="{C26FC36A-38A3-426B-A2D7-2A5E317DDA6B}" sibTransId="{5EDA7D80-EFE5-4AE4-A985-4AA8968EC752}"/>
    <dgm:cxn modelId="{3EA48E7B-7002-4AEB-A11B-171CC735A45A}" type="presOf" srcId="{45E866DA-47B4-4BB2-8F22-092A5D5EC018}" destId="{6E4135F1-6C37-4F72-8845-9450E4AEE42D}" srcOrd="0" destOrd="0" presId="urn:microsoft.com/office/officeart/2005/8/layout/hierarchy3"/>
    <dgm:cxn modelId="{0B13AF7F-F38A-49C5-BE03-E3DBCE3E7B65}" type="presOf" srcId="{68D2F842-B7B3-42FF-BC79-23319A2688D3}" destId="{9353EFA6-21CE-4E6C-9527-D9EDDC8DA301}" srcOrd="0" destOrd="8" presId="urn:microsoft.com/office/officeart/2005/8/layout/hierarchy3"/>
    <dgm:cxn modelId="{D69FB185-ECD6-4D68-AE0A-1D80C1424F97}" type="presOf" srcId="{78EE1B78-5A6F-4781-8729-505F973027B1}" destId="{667EE822-4BBC-4737-A9B1-FF82B10DCEF3}" srcOrd="0" destOrd="0" presId="urn:microsoft.com/office/officeart/2005/8/layout/hierarchy3"/>
    <dgm:cxn modelId="{A6F66586-070B-45CD-8E7E-15583C011023}" type="presOf" srcId="{1DCDD540-3BD2-4199-8435-24781B934471}" destId="{453E647A-381B-4D94-9614-FDEEC97DBBEB}" srcOrd="0" destOrd="7" presId="urn:microsoft.com/office/officeart/2005/8/layout/hierarchy3"/>
    <dgm:cxn modelId="{775DA786-E3F0-4046-B4DB-54BF56B611C0}" srcId="{F4A91A39-68A8-43A2-90DC-C570A5B260C5}" destId="{50CADB50-5E8C-46E5-9C5A-B44C0E7C4D91}" srcOrd="3" destOrd="0" parTransId="{0FB16D1C-92F8-40E1-B648-74ADC657D877}" sibTransId="{637923AA-0463-4862-B562-49E31DD911BE}"/>
    <dgm:cxn modelId="{53758087-B6CE-4CC1-947C-52F91761351D}" srcId="{2CF484EE-9957-4AA4-84D3-6AAE3F8FA08A}" destId="{20A3E380-AE1B-4BAE-8CDD-03CBE526A059}" srcOrd="2" destOrd="0" parTransId="{3AD893CF-88FD-4CB3-9CA6-B68E3AB152A1}" sibTransId="{7CB3FF3A-644B-42BB-AF58-C38D2A5AE59D}"/>
    <dgm:cxn modelId="{AB4DF087-3E09-4329-A2AC-C9EDC5DD3CBD}" type="presOf" srcId="{A51D17FD-9BD0-4438-84BE-C730ACFEAAF5}" destId="{B86E2444-AE59-4FB4-AB0D-249E5421DD94}" srcOrd="0" destOrd="0" presId="urn:microsoft.com/office/officeart/2005/8/layout/hierarchy3"/>
    <dgm:cxn modelId="{6B5E218D-4A3E-43AC-98FF-64519D182BB5}" srcId="{A51D17FD-9BD0-4438-84BE-C730ACFEAAF5}" destId="{3EEE93BA-9352-4061-AC29-0DE97AB440B0}" srcOrd="0" destOrd="0" parTransId="{1B99604C-D5E0-4735-8E43-C50B61B3D7AF}" sibTransId="{397A9FBC-8107-4B01-83CD-8686DA719FAE}"/>
    <dgm:cxn modelId="{699A088F-7DE6-4354-B72F-5CBCD88D3905}" srcId="{886C93F6-62F7-49E1-B5DF-78561DEC743E}" destId="{A51D17FD-9BD0-4438-84BE-C730ACFEAAF5}" srcOrd="3" destOrd="0" parTransId="{DD3E0B77-55D7-4D0F-8B46-161AAC4FE5F6}" sibTransId="{20804197-4983-400D-BAE2-A8CE2437EEF7}"/>
    <dgm:cxn modelId="{F1B7B590-8B60-40B3-8D8B-C65348D89DE0}" type="presOf" srcId="{B1F5176B-E0AB-49C0-B07D-1D4FA689ABD4}" destId="{8788C051-7194-4FE8-83C7-413CFF1784E3}" srcOrd="0" destOrd="0" presId="urn:microsoft.com/office/officeart/2005/8/layout/hierarchy3"/>
    <dgm:cxn modelId="{14367E91-8340-469F-B7EC-0127DB5B2898}" type="presOf" srcId="{BF734179-0394-4186-BC2D-D04A8E1C76B1}" destId="{073F711B-8CD8-4DD2-AE84-005EDB83A9F5}" srcOrd="0" destOrd="0" presId="urn:microsoft.com/office/officeart/2005/8/layout/hierarchy3"/>
    <dgm:cxn modelId="{D59CC091-93AA-4EEA-A3EA-8088503A30D3}" srcId="{A51D17FD-9BD0-4438-84BE-C730ACFEAAF5}" destId="{FF810CDE-33CB-470F-B70E-609C1D2263DA}" srcOrd="1" destOrd="0" parTransId="{B3C8FD36-34C3-4197-A457-B797D3833BC5}" sibTransId="{35FA79DB-44BF-4A98-BF9E-52DE24168387}"/>
    <dgm:cxn modelId="{161BB492-1FB7-4AD2-B22E-9689958A8A24}" type="presOf" srcId="{3639DED4-3E6C-4A40-9398-E551A87EC84D}" destId="{5B9EA63D-BF72-4522-AFDA-9CC5D945E6EB}" srcOrd="0" destOrd="0" presId="urn:microsoft.com/office/officeart/2005/8/layout/hierarchy3"/>
    <dgm:cxn modelId="{59B89893-F21A-4AE4-A29E-281E5F3FF046}" type="presOf" srcId="{62A93E28-C495-4D20-9ADD-E7B02F010165}" destId="{6262406E-6E57-469A-9D00-C4979C60E5A4}" srcOrd="0" destOrd="0" presId="urn:microsoft.com/office/officeart/2005/8/layout/hierarchy3"/>
    <dgm:cxn modelId="{4B8DB394-FF1B-407A-A982-4C426D7C66E4}" type="presOf" srcId="{C939CABE-BF19-4668-8EB5-481C2296F6DA}" destId="{FC7D264D-51D4-4D60-8D6F-47BFE7E69348}" srcOrd="0" destOrd="0" presId="urn:microsoft.com/office/officeart/2005/8/layout/hierarchy3"/>
    <dgm:cxn modelId="{DCBEFA95-4891-49C8-BBCF-EDE98290E474}" type="presOf" srcId="{63BE91B8-CFE3-42A4-A6E6-429480461900}" destId="{5DD74401-0BC7-47B5-94A5-27CC8418BB9B}" srcOrd="0" destOrd="3" presId="urn:microsoft.com/office/officeart/2005/8/layout/hierarchy3"/>
    <dgm:cxn modelId="{AFA38996-9B85-4AE4-90A8-B0CEE6489655}" type="presOf" srcId="{50CADB50-5E8C-46E5-9C5A-B44C0E7C4D91}" destId="{794D1C4D-C4AD-457D-90BE-68C8423F4849}" srcOrd="0" destOrd="0" presId="urn:microsoft.com/office/officeart/2005/8/layout/hierarchy3"/>
    <dgm:cxn modelId="{2A063298-05D7-4B40-8F51-11E9F2F6E05C}" srcId="{E5301FD7-A038-40B0-A9CF-FEF6F4C8D205}" destId="{B9FCE55C-593E-4EBC-B63A-85FD0EC237A7}" srcOrd="1" destOrd="0" parTransId="{6F8C6D53-E7A7-450B-ABEA-3A8EA8AFE1F9}" sibTransId="{4C42CE99-F183-49AF-8D26-323AB3B3C85C}"/>
    <dgm:cxn modelId="{ACF1FD98-A5BF-49CB-A131-79995EEE0805}" srcId="{0483F642-4128-45E9-97F4-F148051C0B36}" destId="{6C8BE5C3-5184-40D7-BBDA-2DBF097B0D8F}" srcOrd="0" destOrd="0" parTransId="{5C4ADFC3-0FF3-4282-A1CD-B7891991B2A9}" sibTransId="{A6A7384B-EC52-491F-826A-EFF4468F656A}"/>
    <dgm:cxn modelId="{AA970D9A-0E51-4358-9BD8-F6BDAFBA6625}" srcId="{886C93F6-62F7-49E1-B5DF-78561DEC743E}" destId="{CC4B90CB-1857-4994-BB54-698D11547786}" srcOrd="4" destOrd="0" parTransId="{9AC0D69E-334C-4D65-A576-17473AB4532D}" sibTransId="{EE617401-ED7A-4E56-83C2-FEBEB5E5DB99}"/>
    <dgm:cxn modelId="{498B3D9B-2044-40A8-9253-45A855099B6D}" type="presOf" srcId="{5C4ADFC3-0FF3-4282-A1CD-B7891991B2A9}" destId="{D2D35BBB-E0B1-402C-BD33-00B171E41712}" srcOrd="0" destOrd="0" presId="urn:microsoft.com/office/officeart/2005/8/layout/hierarchy3"/>
    <dgm:cxn modelId="{A290559D-3ECF-4E80-8A27-52011F8A15BC}" srcId="{886C93F6-62F7-49E1-B5DF-78561DEC743E}" destId="{0483F642-4128-45E9-97F4-F148051C0B36}" srcOrd="2" destOrd="0" parTransId="{68A3402D-E17E-4C3C-AF8A-5256B97D8275}" sibTransId="{67273BFD-1EE5-4B65-BF8F-5684702D0B9F}"/>
    <dgm:cxn modelId="{015EA49F-1A83-4979-9DAF-11FE278C07ED}" srcId="{A51D17FD-9BD0-4438-84BE-C730ACFEAAF5}" destId="{7019C07A-88C2-4A80-BFB8-6877C5720AD6}" srcOrd="3" destOrd="0" parTransId="{6276ADBC-0171-4186-89E1-4EAFE7304F55}" sibTransId="{D35E7D06-21FE-4346-BEBF-407F63D90330}"/>
    <dgm:cxn modelId="{461427A0-3BA9-41D3-8414-EC4103D920D3}" srcId="{836F4768-4DB5-4F0A-B96D-041570FF6DB1}" destId="{9F72D186-BEDE-449E-B040-FE6EE167AF8B}" srcOrd="1" destOrd="0" parTransId="{9524EE8F-4302-4048-93A3-6C95E94DD524}" sibTransId="{27D58658-8514-472F-996F-EA396254A787}"/>
    <dgm:cxn modelId="{8AFED4A2-4384-4468-9749-3BC28AEDCEC4}" type="presOf" srcId="{589E1125-C3E7-4CA8-8AE9-84DFEE0655D5}" destId="{C560B845-9640-4773-817D-11EE03B0B13A}" srcOrd="0" destOrd="0" presId="urn:microsoft.com/office/officeart/2005/8/layout/hierarchy3"/>
    <dgm:cxn modelId="{7EFCBDA3-70D4-4152-8482-95BEBB732F2E}" type="presOf" srcId="{BEB59B65-0D50-4795-8289-A508DA840553}" destId="{5DD74401-0BC7-47B5-94A5-27CC8418BB9B}" srcOrd="0" destOrd="1" presId="urn:microsoft.com/office/officeart/2005/8/layout/hierarchy3"/>
    <dgm:cxn modelId="{341A10A4-A20D-4EBF-AB69-274E3C37C442}" srcId="{F4A91A39-68A8-43A2-90DC-C570A5B260C5}" destId="{9E681B3E-363E-40BC-BAE5-D2ACF6D9ACF1}" srcOrd="1" destOrd="0" parTransId="{B1F5176B-E0AB-49C0-B07D-1D4FA689ABD4}" sibTransId="{450DEDA3-CDC8-4410-A302-0EA4F602C07C}"/>
    <dgm:cxn modelId="{24DE1DA5-CBDE-4169-AEF6-A7998F199922}" srcId="{836F4768-4DB5-4F0A-B96D-041570FF6DB1}" destId="{BEB59B65-0D50-4795-8289-A508DA840553}" srcOrd="0" destOrd="0" parTransId="{3A94909B-0865-4E61-A85D-E13583E75FB5}" sibTransId="{0AA03709-9B89-4923-93B4-367690DE68CB}"/>
    <dgm:cxn modelId="{716650A5-D878-4810-A468-94025D2BE459}" type="presOf" srcId="{836F4768-4DB5-4F0A-B96D-041570FF6DB1}" destId="{5DD74401-0BC7-47B5-94A5-27CC8418BB9B}" srcOrd="0" destOrd="0" presId="urn:microsoft.com/office/officeart/2005/8/layout/hierarchy3"/>
    <dgm:cxn modelId="{5B9A92A6-9428-4D4E-9FF8-FA9560638B48}" srcId="{2CF484EE-9957-4AA4-84D3-6AAE3F8FA08A}" destId="{FF8D752E-76B6-42F4-9AA7-835105D805D7}" srcOrd="3" destOrd="0" parTransId="{B996211C-7AEB-434B-A946-A2CC2BB1F1DB}" sibTransId="{F68F4CA3-2524-438E-8A25-4CADD690A070}"/>
    <dgm:cxn modelId="{ED8F8EA8-0C09-4BFC-94AD-52BDE6C00442}" srcId="{CC4B90CB-1857-4994-BB54-698D11547786}" destId="{E0E04848-187C-4FB8-A750-5CEA4A661E76}" srcOrd="0" destOrd="0" parTransId="{589E1125-C3E7-4CA8-8AE9-84DFEE0655D5}" sibTransId="{D98CEE62-9A5B-4587-A79C-452E2DEEB904}"/>
    <dgm:cxn modelId="{A26042AC-6CEC-476E-BAE2-C40A06D32C07}" srcId="{8BE8AE34-367D-423B-AF3A-2D338369DF19}" destId="{43C6BA7F-21A0-4536-83B9-545EA7AC7FCC}" srcOrd="7" destOrd="0" parTransId="{D67A4775-1A0F-427A-93CC-DC455010FB01}" sibTransId="{304A159C-4429-44F0-B0E9-E7951F60F302}"/>
    <dgm:cxn modelId="{243D19AD-0071-4433-9095-1C3366D29BA9}" type="presOf" srcId="{E759590A-C1C4-47CC-9731-3C0FFE90CEAF}" destId="{114F77B0-7667-44EF-8FEB-98CDBE09B8E3}" srcOrd="0" destOrd="1" presId="urn:microsoft.com/office/officeart/2005/8/layout/hierarchy3"/>
    <dgm:cxn modelId="{14986EAD-C2B6-4F90-9B6A-C30C29FECC90}" type="presOf" srcId="{4A2367DD-51EC-4F80-A24C-1855A366348E}" destId="{DF819625-B1A9-4EC1-B1BA-C38E9426D913}" srcOrd="0" destOrd="0" presId="urn:microsoft.com/office/officeart/2005/8/layout/hierarchy3"/>
    <dgm:cxn modelId="{67C976AE-7B73-4680-A6BC-B7C98719D5D7}" type="presOf" srcId="{FEC9FBF6-92C9-4C8D-9141-B0A6EA9A2BE4}" destId="{27CB62DD-D922-4F9D-9153-0E7F3BF550B9}" srcOrd="0" destOrd="2" presId="urn:microsoft.com/office/officeart/2005/8/layout/hierarchy3"/>
    <dgm:cxn modelId="{02285FB4-1DFA-4C74-B4A6-E2504CED3465}" type="presOf" srcId="{CC4B90CB-1857-4994-BB54-698D11547786}" destId="{035F1FF2-67F2-46B5-AB50-A30589EBDD95}" srcOrd="1" destOrd="0" presId="urn:microsoft.com/office/officeart/2005/8/layout/hierarchy3"/>
    <dgm:cxn modelId="{48A9C9B6-BC34-464A-929C-B9C40E9833FE}" type="presOf" srcId="{E0E04848-187C-4FB8-A750-5CEA4A661E76}" destId="{21FC5255-B0B7-44EA-9502-00913E054241}" srcOrd="0" destOrd="0" presId="urn:microsoft.com/office/officeart/2005/8/layout/hierarchy3"/>
    <dgm:cxn modelId="{AEEBD7BB-D719-47E4-8993-B3CF7C3707F4}" type="presOf" srcId="{B3C8FD36-34C3-4197-A457-B797D3833BC5}" destId="{480E38F3-4DDA-4833-906D-058900E2A185}" srcOrd="0" destOrd="0" presId="urn:microsoft.com/office/officeart/2005/8/layout/hierarchy3"/>
    <dgm:cxn modelId="{4A036DBC-7F48-43FC-A673-ACDED6D20B3A}" srcId="{8BE8AE34-367D-423B-AF3A-2D338369DF19}" destId="{1DCDD540-3BD2-4199-8435-24781B934471}" srcOrd="6" destOrd="0" parTransId="{494035FE-6512-4C14-BD90-72BC3533EE21}" sibTransId="{AD79CE31-190D-42E2-AA19-998CE5D347E0}"/>
    <dgm:cxn modelId="{B442A3BC-E368-404B-AED8-77E98E4847B5}" srcId="{836F4768-4DB5-4F0A-B96D-041570FF6DB1}" destId="{63BE91B8-CFE3-42A4-A6E6-429480461900}" srcOrd="2" destOrd="0" parTransId="{611F4028-034F-4411-A2B1-C058E556CB95}" sibTransId="{2BCAFB31-D35E-46F6-898F-D0695D9279FB}"/>
    <dgm:cxn modelId="{5C86B7BD-23C1-4164-9DDD-3644EFB18A24}" srcId="{CC4B90CB-1857-4994-BB54-698D11547786}" destId="{3B2403A6-0023-47B0-9EFA-D5F27E22B6EE}" srcOrd="1" destOrd="0" parTransId="{C939CABE-BF19-4668-8EB5-481C2296F6DA}" sibTransId="{F2BCC6E7-6C7B-409C-8DDE-9DB6AF579680}"/>
    <dgm:cxn modelId="{5B0A05BE-5C19-4062-BF6E-5C8DFC093297}" type="presOf" srcId="{3EEE93BA-9352-4061-AC29-0DE97AB440B0}" destId="{27F8AAE5-3818-46AF-A968-6590255F3BB6}" srcOrd="0" destOrd="0" presId="urn:microsoft.com/office/officeart/2005/8/layout/hierarchy3"/>
    <dgm:cxn modelId="{976523BF-8C23-4538-9948-ACAC7D9C08C0}" srcId="{E5301FD7-A038-40B0-A9CF-FEF6F4C8D205}" destId="{5BA34D13-E7DF-4DF1-9D6F-D5896B6EF7D3}" srcOrd="2" destOrd="0" parTransId="{5DF9BBC2-CF34-47A4-B918-8F9D7696279B}" sibTransId="{68E51B8A-2A76-45BE-A49E-3C136D4125F4}"/>
    <dgm:cxn modelId="{C69F40BF-F297-43B9-9588-55481EB0B524}" type="presOf" srcId="{3B2403A6-0023-47B0-9EFA-D5F27E22B6EE}" destId="{A9458DDC-3504-4DD6-A864-84806C62F781}" srcOrd="0" destOrd="0" presId="urn:microsoft.com/office/officeart/2005/8/layout/hierarchy3"/>
    <dgm:cxn modelId="{866B41C0-3399-4013-91F1-46841FA20A9A}" srcId="{8BE8AE34-367D-423B-AF3A-2D338369DF19}" destId="{CA1EFCD2-F651-463D-A7D3-E43DAFB7B224}" srcOrd="1" destOrd="0" parTransId="{C7F3C06C-98E6-4650-8688-947A9D064121}" sibTransId="{52D9EE2B-36D4-4AC8-9912-E9CCBCD0825B}"/>
    <dgm:cxn modelId="{E8471BC1-1B42-4A5E-AF70-69F8593478A5}" srcId="{2CF484EE-9957-4AA4-84D3-6AAE3F8FA08A}" destId="{68D2F842-B7B3-42FF-BC79-23319A2688D3}" srcOrd="7" destOrd="0" parTransId="{C59658C1-02AF-4DAD-B1C3-2C6C0FD92E7E}" sibTransId="{9263A397-EFC2-4C0F-BE4F-7A7F82D21750}"/>
    <dgm:cxn modelId="{B8D16DC2-76A5-49DB-9221-DE1191EBE842}" type="presOf" srcId="{4DE54566-FA8D-40C1-9656-374C8ABB165E}" destId="{E3BEAB2F-8E3A-48A4-86B9-10CA88470235}" srcOrd="0" destOrd="2" presId="urn:microsoft.com/office/officeart/2005/8/layout/hierarchy3"/>
    <dgm:cxn modelId="{BB7C62C4-230B-436B-A97A-DB08975BF77D}" type="presOf" srcId="{AB61D529-BF36-4E42-A31D-51C64022CC44}" destId="{453E647A-381B-4D94-9614-FDEEC97DBBEB}" srcOrd="0" destOrd="5" presId="urn:microsoft.com/office/officeart/2005/8/layout/hierarchy3"/>
    <dgm:cxn modelId="{74B4D6C4-7EE1-41B4-98D7-EDBFE285BA44}" type="presOf" srcId="{0557805F-CD3F-4A51-BE5F-B8B758F22434}" destId="{9353EFA6-21CE-4E6C-9527-D9EDDC8DA301}" srcOrd="0" destOrd="7" presId="urn:microsoft.com/office/officeart/2005/8/layout/hierarchy3"/>
    <dgm:cxn modelId="{376785C5-8CB6-4121-AF94-EF160695111B}" type="presOf" srcId="{8A8517EC-33C1-4544-B0E5-BBED1D4C1DF2}" destId="{453E647A-381B-4D94-9614-FDEEC97DBBEB}" srcOrd="0" destOrd="1" presId="urn:microsoft.com/office/officeart/2005/8/layout/hierarchy3"/>
    <dgm:cxn modelId="{735360C6-E240-4204-A7B2-0E31FEF6EEB9}" type="presOf" srcId="{F4A91A39-68A8-43A2-90DC-C570A5B260C5}" destId="{67B7E5DB-12CD-48F7-B2B1-DD2BAEA75AB6}" srcOrd="0" destOrd="0" presId="urn:microsoft.com/office/officeart/2005/8/layout/hierarchy3"/>
    <dgm:cxn modelId="{F2E288C7-84CE-437A-9EAC-8969E4F53447}" srcId="{2CF484EE-9957-4AA4-84D3-6AAE3F8FA08A}" destId="{C5F484F6-95D6-4607-8C12-56778E516F71}" srcOrd="5" destOrd="0" parTransId="{B62654F2-7D43-48E0-A2E8-4397200EF862}" sibTransId="{8D25E95C-696D-4FCD-9656-DFED227855FC}"/>
    <dgm:cxn modelId="{4130DFCA-F9F8-45BF-8D0E-5EE8C8B62E1D}" type="presOf" srcId="{D37BBF0F-D3E1-4091-AB50-DAA56798A2F4}" destId="{E3BEAB2F-8E3A-48A4-86B9-10CA88470235}" srcOrd="0" destOrd="1" presId="urn:microsoft.com/office/officeart/2005/8/layout/hierarchy3"/>
    <dgm:cxn modelId="{372026CC-1A1A-4C3B-A49C-6C99AB0063EF}" type="presOf" srcId="{AADFDC1D-BA69-43E5-835C-D882B8528EC5}" destId="{27CB62DD-D922-4F9D-9153-0E7F3BF550B9}" srcOrd="0" destOrd="1" presId="urn:microsoft.com/office/officeart/2005/8/layout/hierarchy3"/>
    <dgm:cxn modelId="{0F5707CD-87C4-4855-B5BE-BE339656DFDD}" type="presOf" srcId="{C724E8E6-99D3-40EB-BC98-6E21DB5AB9F4}" destId="{638D242F-D07F-4171-A4F8-C45E06B59CBD}" srcOrd="0" destOrd="0" presId="urn:microsoft.com/office/officeart/2005/8/layout/hierarchy3"/>
    <dgm:cxn modelId="{9DE214D0-6323-406E-A119-D0B3273F5236}" srcId="{A51D17FD-9BD0-4438-84BE-C730ACFEAAF5}" destId="{2B9173FB-DAF7-4522-8FEC-8B5232E57586}" srcOrd="2" destOrd="0" parTransId="{3639DED4-3E6C-4A40-9398-E551A87EC84D}" sibTransId="{BF2DE689-8733-4BEC-AEE1-4EA82D77D37E}"/>
    <dgm:cxn modelId="{0D79F7D1-06EA-47EA-A563-5B321D387FF9}" type="presOf" srcId="{9E681B3E-363E-40BC-BAE5-D2ACF6D9ACF1}" destId="{AB30C157-5012-446C-AD2E-7399100A6EC8}" srcOrd="0" destOrd="0" presId="urn:microsoft.com/office/officeart/2005/8/layout/hierarchy3"/>
    <dgm:cxn modelId="{7DC317D6-4BE9-4CCA-84CE-E62B33E51240}" type="presOf" srcId="{2B9173FB-DAF7-4522-8FEC-8B5232E57586}" destId="{27CB62DD-D922-4F9D-9153-0E7F3BF550B9}" srcOrd="0" destOrd="0" presId="urn:microsoft.com/office/officeart/2005/8/layout/hierarchy3"/>
    <dgm:cxn modelId="{53681ADB-078E-48FA-99CA-05E028A1378F}" srcId="{2CF484EE-9957-4AA4-84D3-6AAE3F8FA08A}" destId="{0557805F-CD3F-4A51-BE5F-B8B758F22434}" srcOrd="6" destOrd="0" parTransId="{809A0C4C-CD47-46F8-B734-294EE1D8C035}" sibTransId="{FA7C364C-04DC-4FD0-A2DF-125108F0FEAA}"/>
    <dgm:cxn modelId="{566AF9DD-DF7A-403D-85F3-336B65A78E57}" srcId="{0483F642-4128-45E9-97F4-F148051C0B36}" destId="{4A2367DD-51EC-4F80-A24C-1855A366348E}" srcOrd="1" destOrd="0" parTransId="{78EE1B78-5A6F-4781-8729-505F973027B1}" sibTransId="{60B08FFB-8B0D-4306-858D-FA7E4989189D}"/>
    <dgm:cxn modelId="{11154BDE-8AD9-4E1D-BDF1-E1EE334F4AE3}" srcId="{6C8BE5C3-5184-40D7-BBDA-2DBF097B0D8F}" destId="{D37BBF0F-D3E1-4091-AB50-DAA56798A2F4}" srcOrd="0" destOrd="0" parTransId="{10539DF3-BAED-4DA8-A697-E30B1F85B962}" sibTransId="{69A71E06-747B-4473-97D5-A0EA5205F7BC}"/>
    <dgm:cxn modelId="{41583FE1-479A-4FFB-8B97-D45912253E1C}" type="presOf" srcId="{A9C5A05A-B83E-48BD-B939-1AC8436A82D5}" destId="{2FDB4373-0C9D-4A89-9C4B-1FE018088401}" srcOrd="0" destOrd="0" presId="urn:microsoft.com/office/officeart/2005/8/layout/hierarchy3"/>
    <dgm:cxn modelId="{743043E4-F90B-4384-BBA3-40A11A5A7C6D}" type="presOf" srcId="{9F72D186-BEDE-449E-B040-FE6EE167AF8B}" destId="{5DD74401-0BC7-47B5-94A5-27CC8418BB9B}" srcOrd="0" destOrd="2" presId="urn:microsoft.com/office/officeart/2005/8/layout/hierarchy3"/>
    <dgm:cxn modelId="{239CE6E4-C83F-48EC-9792-C5FAE1ED72B1}" srcId="{F4A91A39-68A8-43A2-90DC-C570A5B260C5}" destId="{2CF484EE-9957-4AA4-84D3-6AAE3F8FA08A}" srcOrd="0" destOrd="0" parTransId="{C724E8E6-99D3-40EB-BC98-6E21DB5AB9F4}" sibTransId="{287083AD-ECB4-499B-AE79-90E58EDF4A2F}"/>
    <dgm:cxn modelId="{3DEC6BE5-8CED-47BB-8C9D-B2FF8B38A54C}" srcId="{886C93F6-62F7-49E1-B5DF-78561DEC743E}" destId="{5D47BB7E-FD3D-4DD5-9164-813EA6727E60}" srcOrd="0" destOrd="0" parTransId="{412A9F12-3857-41D9-8616-9140ABB75869}" sibTransId="{A2AFDB53-5A2D-48DC-B0F4-B819302F6654}"/>
    <dgm:cxn modelId="{3906ECE5-3E52-4A10-A9F5-E5D7CF657256}" srcId="{5D47BB7E-FD3D-4DD5-9164-813EA6727E60}" destId="{8BE8AE34-367D-423B-AF3A-2D338369DF19}" srcOrd="1" destOrd="0" parTransId="{9D6029FB-844D-45D3-A18C-036D0A2397B3}" sibTransId="{C29C4EA9-C9AD-4ACC-849E-21D557E115FC}"/>
    <dgm:cxn modelId="{D95CFDEC-B778-4F1A-806E-7753841EA882}" type="presOf" srcId="{8BE8AE34-367D-423B-AF3A-2D338369DF19}" destId="{453E647A-381B-4D94-9614-FDEEC97DBBEB}" srcOrd="0" destOrd="0" presId="urn:microsoft.com/office/officeart/2005/8/layout/hierarchy3"/>
    <dgm:cxn modelId="{8532FBED-C91A-42F3-AB09-6926297FC045}" srcId="{A51D17FD-9BD0-4438-84BE-C730ACFEAAF5}" destId="{45E866DA-47B4-4BB2-8F22-092A5D5EC018}" srcOrd="4" destOrd="0" parTransId="{3AE60341-8101-4B59-9910-D6B3C72A863A}" sibTransId="{97A285C1-4D62-4AD7-97E3-6F30F8296918}"/>
    <dgm:cxn modelId="{9D174CEF-1560-4C4D-8CC8-DEDD087D5A09}" type="presOf" srcId="{A51D17FD-9BD0-4438-84BE-C730ACFEAAF5}" destId="{E30AD683-01E2-40D1-8D0B-F3507234E398}" srcOrd="1" destOrd="0" presId="urn:microsoft.com/office/officeart/2005/8/layout/hierarchy3"/>
    <dgm:cxn modelId="{1BC0BFF1-DD55-40FE-BC85-5B6622CAF0C1}" type="presOf" srcId="{5D47BB7E-FD3D-4DD5-9164-813EA6727E60}" destId="{800B111D-12AD-44E6-9A57-150AECB89A03}" srcOrd="1" destOrd="0" presId="urn:microsoft.com/office/officeart/2005/8/layout/hierarchy3"/>
    <dgm:cxn modelId="{B20B05F3-91B6-4983-AE23-BCC962E3DFD0}" type="presOf" srcId="{1809BB0D-E259-4CB8-9E8C-32169B0C259A}" destId="{794D1C4D-C4AD-457D-90BE-68C8423F4849}" srcOrd="0" destOrd="1" presId="urn:microsoft.com/office/officeart/2005/8/layout/hierarchy3"/>
    <dgm:cxn modelId="{ABEDB6F5-D829-4B43-8E18-79BBF5AB300A}" type="presOf" srcId="{5C1D2D6B-3C09-4062-9298-FB9E1AF52C00}" destId="{9353EFA6-21CE-4E6C-9527-D9EDDC8DA301}" srcOrd="0" destOrd="2" presId="urn:microsoft.com/office/officeart/2005/8/layout/hierarchy3"/>
    <dgm:cxn modelId="{AA1721F7-29C1-4F64-9DD5-50BA0A5167EA}" srcId="{3EEE93BA-9352-4061-AC29-0DE97AB440B0}" destId="{C5F1FF60-FDFE-48CC-9428-A89E50575854}" srcOrd="0" destOrd="0" parTransId="{04DFDA08-FA89-4FCF-9826-A48C3BC3FAA0}" sibTransId="{59DAFAE5-55B3-4945-B93E-F411C383CA0E}"/>
    <dgm:cxn modelId="{78E3A1FA-B4E4-46DC-BA89-61B85C54DBC4}" type="presOf" srcId="{0483F642-4128-45E9-97F4-F148051C0B36}" destId="{AF321968-442D-4AF8-A879-574C43059460}" srcOrd="1" destOrd="0" presId="urn:microsoft.com/office/officeart/2005/8/layout/hierarchy3"/>
    <dgm:cxn modelId="{2F50EAFE-756C-450C-A4F0-556BEE7E968C}" type="presOf" srcId="{7019C07A-88C2-4A80-BFB8-6877C5720AD6}" destId="{8B0322EE-7268-438B-9334-A4B129030272}" srcOrd="0" destOrd="0" presId="urn:microsoft.com/office/officeart/2005/8/layout/hierarchy3"/>
    <dgm:cxn modelId="{7C01873B-3AF1-4355-BDE6-CBB04B7F92DD}" type="presParOf" srcId="{14672AD1-1D9A-4F13-8B07-8BFFFF8E3B0A}" destId="{F58508B6-B1BD-402A-9AFB-B461B9B9594E}" srcOrd="0" destOrd="0" presId="urn:microsoft.com/office/officeart/2005/8/layout/hierarchy3"/>
    <dgm:cxn modelId="{6E47D2FD-CD4C-4C95-B86B-2001FC252407}" type="presParOf" srcId="{F58508B6-B1BD-402A-9AFB-B461B9B9594E}" destId="{A8494E8A-804B-4D33-B45E-4BF73796C5ED}" srcOrd="0" destOrd="0" presId="urn:microsoft.com/office/officeart/2005/8/layout/hierarchy3"/>
    <dgm:cxn modelId="{10A4A71E-A4F2-4B44-83C6-CAEE5299A1C5}" type="presParOf" srcId="{A8494E8A-804B-4D33-B45E-4BF73796C5ED}" destId="{18105E12-1248-48F5-8D4B-431782FA236A}" srcOrd="0" destOrd="0" presId="urn:microsoft.com/office/officeart/2005/8/layout/hierarchy3"/>
    <dgm:cxn modelId="{55F5B739-DDB3-43E8-928D-798EB9D82FAB}" type="presParOf" srcId="{A8494E8A-804B-4D33-B45E-4BF73796C5ED}" destId="{800B111D-12AD-44E6-9A57-150AECB89A03}" srcOrd="1" destOrd="0" presId="urn:microsoft.com/office/officeart/2005/8/layout/hierarchy3"/>
    <dgm:cxn modelId="{7BA9C9FD-C603-48B2-AD03-DAF79A8BA8B9}" type="presParOf" srcId="{F58508B6-B1BD-402A-9AFB-B461B9B9594E}" destId="{51947961-979C-4B5C-8B7E-4E76757167C6}" srcOrd="1" destOrd="0" presId="urn:microsoft.com/office/officeart/2005/8/layout/hierarchy3"/>
    <dgm:cxn modelId="{4905832E-D158-46ED-BFF1-46CCCC0DFC4C}" type="presParOf" srcId="{51947961-979C-4B5C-8B7E-4E76757167C6}" destId="{9EE1D9D3-C088-4EA5-AE21-62C6FF3D06C5}" srcOrd="0" destOrd="0" presId="urn:microsoft.com/office/officeart/2005/8/layout/hierarchy3"/>
    <dgm:cxn modelId="{AE431449-1575-4EE4-B081-CC817C0B22C3}" type="presParOf" srcId="{51947961-979C-4B5C-8B7E-4E76757167C6}" destId="{114F77B0-7667-44EF-8FEB-98CDBE09B8E3}" srcOrd="1" destOrd="0" presId="urn:microsoft.com/office/officeart/2005/8/layout/hierarchy3"/>
    <dgm:cxn modelId="{57DC61E4-0B20-4E09-B585-C1453A078FE4}" type="presParOf" srcId="{51947961-979C-4B5C-8B7E-4E76757167C6}" destId="{2F335628-9DA2-4115-9775-E01B33576291}" srcOrd="2" destOrd="0" presId="urn:microsoft.com/office/officeart/2005/8/layout/hierarchy3"/>
    <dgm:cxn modelId="{A4613B10-0CEE-40CE-9C06-D476168A4C3F}" type="presParOf" srcId="{51947961-979C-4B5C-8B7E-4E76757167C6}" destId="{453E647A-381B-4D94-9614-FDEEC97DBBEB}" srcOrd="3" destOrd="0" presId="urn:microsoft.com/office/officeart/2005/8/layout/hierarchy3"/>
    <dgm:cxn modelId="{01CF08C3-66FE-47CC-AA7E-68151181DFB2}" type="presParOf" srcId="{14672AD1-1D9A-4F13-8B07-8BFFFF8E3B0A}" destId="{45C41142-AD70-4B28-B5DF-C097A68056EE}" srcOrd="1" destOrd="0" presId="urn:microsoft.com/office/officeart/2005/8/layout/hierarchy3"/>
    <dgm:cxn modelId="{81B50B2F-78B5-40B4-9373-AFE0891386AE}" type="presParOf" srcId="{45C41142-AD70-4B28-B5DF-C097A68056EE}" destId="{C171DCF7-4718-48F7-B868-0FDD0F07E2E4}" srcOrd="0" destOrd="0" presId="urn:microsoft.com/office/officeart/2005/8/layout/hierarchy3"/>
    <dgm:cxn modelId="{EF5A6183-4EF5-4EC1-A4A1-2CC4356C84B0}" type="presParOf" srcId="{C171DCF7-4718-48F7-B868-0FDD0F07E2E4}" destId="{67B7E5DB-12CD-48F7-B2B1-DD2BAEA75AB6}" srcOrd="0" destOrd="0" presId="urn:microsoft.com/office/officeart/2005/8/layout/hierarchy3"/>
    <dgm:cxn modelId="{CB288110-2565-447E-B5FB-BC88DB07D7A3}" type="presParOf" srcId="{C171DCF7-4718-48F7-B868-0FDD0F07E2E4}" destId="{D398C249-3844-422A-B98F-F30029B78508}" srcOrd="1" destOrd="0" presId="urn:microsoft.com/office/officeart/2005/8/layout/hierarchy3"/>
    <dgm:cxn modelId="{6E95BA9F-94DC-4221-8905-D5F5B2EA8F6B}" type="presParOf" srcId="{45C41142-AD70-4B28-B5DF-C097A68056EE}" destId="{2755F394-866C-4898-9950-CB2F2B59BCF1}" srcOrd="1" destOrd="0" presId="urn:microsoft.com/office/officeart/2005/8/layout/hierarchy3"/>
    <dgm:cxn modelId="{84E30787-44DC-4F84-8261-70BBBB892221}" type="presParOf" srcId="{2755F394-866C-4898-9950-CB2F2B59BCF1}" destId="{638D242F-D07F-4171-A4F8-C45E06B59CBD}" srcOrd="0" destOrd="0" presId="urn:microsoft.com/office/officeart/2005/8/layout/hierarchy3"/>
    <dgm:cxn modelId="{336E2A6C-5557-4B5D-B29E-293C6CB99DE6}" type="presParOf" srcId="{2755F394-866C-4898-9950-CB2F2B59BCF1}" destId="{9353EFA6-21CE-4E6C-9527-D9EDDC8DA301}" srcOrd="1" destOrd="0" presId="urn:microsoft.com/office/officeart/2005/8/layout/hierarchy3"/>
    <dgm:cxn modelId="{900BBE19-8D5B-4BBE-98AC-482BF191A433}" type="presParOf" srcId="{2755F394-866C-4898-9950-CB2F2B59BCF1}" destId="{8788C051-7194-4FE8-83C7-413CFF1784E3}" srcOrd="2" destOrd="0" presId="urn:microsoft.com/office/officeart/2005/8/layout/hierarchy3"/>
    <dgm:cxn modelId="{9D5E1FA9-00D4-4704-BAA2-2C632D3D2E45}" type="presParOf" srcId="{2755F394-866C-4898-9950-CB2F2B59BCF1}" destId="{AB30C157-5012-446C-AD2E-7399100A6EC8}" srcOrd="3" destOrd="0" presId="urn:microsoft.com/office/officeart/2005/8/layout/hierarchy3"/>
    <dgm:cxn modelId="{7BB37357-739F-45CF-B571-0C2BD9FBFD7C}" type="presParOf" srcId="{2755F394-866C-4898-9950-CB2F2B59BCF1}" destId="{2FDB4373-0C9D-4A89-9C4B-1FE018088401}" srcOrd="4" destOrd="0" presId="urn:microsoft.com/office/officeart/2005/8/layout/hierarchy3"/>
    <dgm:cxn modelId="{4F57AB8A-3569-44C1-9ADD-EC3030921068}" type="presParOf" srcId="{2755F394-866C-4898-9950-CB2F2B59BCF1}" destId="{5DD74401-0BC7-47B5-94A5-27CC8418BB9B}" srcOrd="5" destOrd="0" presId="urn:microsoft.com/office/officeart/2005/8/layout/hierarchy3"/>
    <dgm:cxn modelId="{14FCA9F3-DCDB-4544-808E-68CDD6B98BBC}" type="presParOf" srcId="{2755F394-866C-4898-9950-CB2F2B59BCF1}" destId="{B8DC1253-DC93-428A-B489-CD6371E7DFA5}" srcOrd="6" destOrd="0" presId="urn:microsoft.com/office/officeart/2005/8/layout/hierarchy3"/>
    <dgm:cxn modelId="{B580454A-D073-4F71-93C8-B95364427601}" type="presParOf" srcId="{2755F394-866C-4898-9950-CB2F2B59BCF1}" destId="{794D1C4D-C4AD-457D-90BE-68C8423F4849}" srcOrd="7" destOrd="0" presId="urn:microsoft.com/office/officeart/2005/8/layout/hierarchy3"/>
    <dgm:cxn modelId="{77DEDBFF-E3A7-49D2-84B4-C5AC76576799}" type="presParOf" srcId="{14672AD1-1D9A-4F13-8B07-8BFFFF8E3B0A}" destId="{B6AF2A1F-AB2C-4930-AFDF-3D137592452D}" srcOrd="2" destOrd="0" presId="urn:microsoft.com/office/officeart/2005/8/layout/hierarchy3"/>
    <dgm:cxn modelId="{53F28A45-2378-49C7-8275-88FC852EE0F7}" type="presParOf" srcId="{B6AF2A1F-AB2C-4930-AFDF-3D137592452D}" destId="{F533E136-47D5-4835-BD27-04C70CA19ECF}" srcOrd="0" destOrd="0" presId="urn:microsoft.com/office/officeart/2005/8/layout/hierarchy3"/>
    <dgm:cxn modelId="{D0844DBA-6399-4E20-B3C1-047434B54A10}" type="presParOf" srcId="{F533E136-47D5-4835-BD27-04C70CA19ECF}" destId="{1A2777A3-428A-4D15-9073-7AE18AFECD7E}" srcOrd="0" destOrd="0" presId="urn:microsoft.com/office/officeart/2005/8/layout/hierarchy3"/>
    <dgm:cxn modelId="{FA3AB1EE-53A1-40B5-BBFE-58EAE57FCF97}" type="presParOf" srcId="{F533E136-47D5-4835-BD27-04C70CA19ECF}" destId="{AF321968-442D-4AF8-A879-574C43059460}" srcOrd="1" destOrd="0" presId="urn:microsoft.com/office/officeart/2005/8/layout/hierarchy3"/>
    <dgm:cxn modelId="{7C9184F5-9E87-4945-B31F-7CB957C17305}" type="presParOf" srcId="{B6AF2A1F-AB2C-4930-AFDF-3D137592452D}" destId="{93D7F4BC-0FA6-4611-9DC6-2A4C32EDB60D}" srcOrd="1" destOrd="0" presId="urn:microsoft.com/office/officeart/2005/8/layout/hierarchy3"/>
    <dgm:cxn modelId="{1B3C654F-CAD7-4513-A92C-9A01CE73D090}" type="presParOf" srcId="{93D7F4BC-0FA6-4611-9DC6-2A4C32EDB60D}" destId="{D2D35BBB-E0B1-402C-BD33-00B171E41712}" srcOrd="0" destOrd="0" presId="urn:microsoft.com/office/officeart/2005/8/layout/hierarchy3"/>
    <dgm:cxn modelId="{001AA306-8331-43B6-92B3-239153901094}" type="presParOf" srcId="{93D7F4BC-0FA6-4611-9DC6-2A4C32EDB60D}" destId="{E3BEAB2F-8E3A-48A4-86B9-10CA88470235}" srcOrd="1" destOrd="0" presId="urn:microsoft.com/office/officeart/2005/8/layout/hierarchy3"/>
    <dgm:cxn modelId="{9C3D0158-2715-469A-B776-A992806E3F82}" type="presParOf" srcId="{93D7F4BC-0FA6-4611-9DC6-2A4C32EDB60D}" destId="{667EE822-4BBC-4737-A9B1-FF82B10DCEF3}" srcOrd="2" destOrd="0" presId="urn:microsoft.com/office/officeart/2005/8/layout/hierarchy3"/>
    <dgm:cxn modelId="{B34A3090-F81F-43A6-BF50-EDD61A25D826}" type="presParOf" srcId="{93D7F4BC-0FA6-4611-9DC6-2A4C32EDB60D}" destId="{DF819625-B1A9-4EC1-B1BA-C38E9426D913}" srcOrd="3" destOrd="0" presId="urn:microsoft.com/office/officeart/2005/8/layout/hierarchy3"/>
    <dgm:cxn modelId="{47F4A514-F827-43EA-ADF2-DAADDA062D6A}" type="presParOf" srcId="{93D7F4BC-0FA6-4611-9DC6-2A4C32EDB60D}" destId="{073F711B-8CD8-4DD2-AE84-005EDB83A9F5}" srcOrd="4" destOrd="0" presId="urn:microsoft.com/office/officeart/2005/8/layout/hierarchy3"/>
    <dgm:cxn modelId="{8E0B81F8-9A8C-48AE-ADDD-5B14C72D92E8}" type="presParOf" srcId="{93D7F4BC-0FA6-4611-9DC6-2A4C32EDB60D}" destId="{6262406E-6E57-469A-9D00-C4979C60E5A4}" srcOrd="5" destOrd="0" presId="urn:microsoft.com/office/officeart/2005/8/layout/hierarchy3"/>
    <dgm:cxn modelId="{8BCBF5BA-3325-4646-89F0-96B724056B42}" type="presParOf" srcId="{14672AD1-1D9A-4F13-8B07-8BFFFF8E3B0A}" destId="{1695C100-F1F4-459F-B444-E8D1482BC4B7}" srcOrd="3" destOrd="0" presId="urn:microsoft.com/office/officeart/2005/8/layout/hierarchy3"/>
    <dgm:cxn modelId="{D7D95712-1687-4C6D-B16F-894AE3CEF81E}" type="presParOf" srcId="{1695C100-F1F4-459F-B444-E8D1482BC4B7}" destId="{C58A11F7-A5F9-434C-AAB8-090CAEDE3874}" srcOrd="0" destOrd="0" presId="urn:microsoft.com/office/officeart/2005/8/layout/hierarchy3"/>
    <dgm:cxn modelId="{0AE1DF2A-58F8-442B-86B3-03056F4EBD23}" type="presParOf" srcId="{C58A11F7-A5F9-434C-AAB8-090CAEDE3874}" destId="{B86E2444-AE59-4FB4-AB0D-249E5421DD94}" srcOrd="0" destOrd="0" presId="urn:microsoft.com/office/officeart/2005/8/layout/hierarchy3"/>
    <dgm:cxn modelId="{AF3C5D8D-79DB-4D2D-90D4-C8960B38BC3C}" type="presParOf" srcId="{C58A11F7-A5F9-434C-AAB8-090CAEDE3874}" destId="{E30AD683-01E2-40D1-8D0B-F3507234E398}" srcOrd="1" destOrd="0" presId="urn:microsoft.com/office/officeart/2005/8/layout/hierarchy3"/>
    <dgm:cxn modelId="{4918E5BA-9024-4F85-8415-96F71A256EEF}" type="presParOf" srcId="{1695C100-F1F4-459F-B444-E8D1482BC4B7}" destId="{1393ABA1-1FB3-4D8B-9839-8B3B0CD8416F}" srcOrd="1" destOrd="0" presId="urn:microsoft.com/office/officeart/2005/8/layout/hierarchy3"/>
    <dgm:cxn modelId="{EAF982B8-CB34-4BE8-8871-15B75655133A}" type="presParOf" srcId="{1393ABA1-1FB3-4D8B-9839-8B3B0CD8416F}" destId="{5F3E19FB-0CE0-438E-80E2-91606943A850}" srcOrd="0" destOrd="0" presId="urn:microsoft.com/office/officeart/2005/8/layout/hierarchy3"/>
    <dgm:cxn modelId="{CA4D915B-1D9F-4BA2-BB1B-38ECCB5F8479}" type="presParOf" srcId="{1393ABA1-1FB3-4D8B-9839-8B3B0CD8416F}" destId="{27F8AAE5-3818-46AF-A968-6590255F3BB6}" srcOrd="1" destOrd="0" presId="urn:microsoft.com/office/officeart/2005/8/layout/hierarchy3"/>
    <dgm:cxn modelId="{1B8ABE5E-8319-4408-86F5-86696F3095E6}" type="presParOf" srcId="{1393ABA1-1FB3-4D8B-9839-8B3B0CD8416F}" destId="{480E38F3-4DDA-4833-906D-058900E2A185}" srcOrd="2" destOrd="0" presId="urn:microsoft.com/office/officeart/2005/8/layout/hierarchy3"/>
    <dgm:cxn modelId="{DB1BDD32-0564-4DE7-A32E-0A22092BE6FA}" type="presParOf" srcId="{1393ABA1-1FB3-4D8B-9839-8B3B0CD8416F}" destId="{0BE2ABBE-125B-4667-BC9C-A70BB53F168A}" srcOrd="3" destOrd="0" presId="urn:microsoft.com/office/officeart/2005/8/layout/hierarchy3"/>
    <dgm:cxn modelId="{9DDA93AB-2FA3-4CC0-A5C4-508AADED9B04}" type="presParOf" srcId="{1393ABA1-1FB3-4D8B-9839-8B3B0CD8416F}" destId="{5B9EA63D-BF72-4522-AFDA-9CC5D945E6EB}" srcOrd="4" destOrd="0" presId="urn:microsoft.com/office/officeart/2005/8/layout/hierarchy3"/>
    <dgm:cxn modelId="{FFF0159F-9275-4399-96EF-0FDBE19EDD43}" type="presParOf" srcId="{1393ABA1-1FB3-4D8B-9839-8B3B0CD8416F}" destId="{27CB62DD-D922-4F9D-9153-0E7F3BF550B9}" srcOrd="5" destOrd="0" presId="urn:microsoft.com/office/officeart/2005/8/layout/hierarchy3"/>
    <dgm:cxn modelId="{0B2907D0-F354-41BA-AEBB-DCA3C75F5D14}" type="presParOf" srcId="{1393ABA1-1FB3-4D8B-9839-8B3B0CD8416F}" destId="{12D3F18B-FF65-46CC-B23C-2EF564E6ECDC}" srcOrd="6" destOrd="0" presId="urn:microsoft.com/office/officeart/2005/8/layout/hierarchy3"/>
    <dgm:cxn modelId="{B63B9E72-9811-461C-B44E-874CAFF53E04}" type="presParOf" srcId="{1393ABA1-1FB3-4D8B-9839-8B3B0CD8416F}" destId="{8B0322EE-7268-438B-9334-A4B129030272}" srcOrd="7" destOrd="0" presId="urn:microsoft.com/office/officeart/2005/8/layout/hierarchy3"/>
    <dgm:cxn modelId="{CF73651B-7DD5-409A-A255-F6882B670985}" type="presParOf" srcId="{1393ABA1-1FB3-4D8B-9839-8B3B0CD8416F}" destId="{EE917E78-C377-46F7-AD0D-626C4DE0CF6B}" srcOrd="8" destOrd="0" presId="urn:microsoft.com/office/officeart/2005/8/layout/hierarchy3"/>
    <dgm:cxn modelId="{F671324D-E9DB-4F28-A743-42F725469FCD}" type="presParOf" srcId="{1393ABA1-1FB3-4D8B-9839-8B3B0CD8416F}" destId="{6E4135F1-6C37-4F72-8845-9450E4AEE42D}" srcOrd="9" destOrd="0" presId="urn:microsoft.com/office/officeart/2005/8/layout/hierarchy3"/>
    <dgm:cxn modelId="{683ACD58-E123-4DF6-BEDD-01A05B652A67}" type="presParOf" srcId="{14672AD1-1D9A-4F13-8B07-8BFFFF8E3B0A}" destId="{E4086DFE-4B3C-431C-9CDA-57C8918A0480}" srcOrd="4" destOrd="0" presId="urn:microsoft.com/office/officeart/2005/8/layout/hierarchy3"/>
    <dgm:cxn modelId="{76491200-990C-4EC5-8CA2-2BEEF6BF0AD8}" type="presParOf" srcId="{E4086DFE-4B3C-431C-9CDA-57C8918A0480}" destId="{2471F631-76C9-4DA1-8495-81C286CA26BA}" srcOrd="0" destOrd="0" presId="urn:microsoft.com/office/officeart/2005/8/layout/hierarchy3"/>
    <dgm:cxn modelId="{08D80B90-E849-4969-9F7E-AC6AAECC26DB}" type="presParOf" srcId="{2471F631-76C9-4DA1-8495-81C286CA26BA}" destId="{1722C38D-D615-4D78-9D22-9555D2AEC17D}" srcOrd="0" destOrd="0" presId="urn:microsoft.com/office/officeart/2005/8/layout/hierarchy3"/>
    <dgm:cxn modelId="{19F36E83-0E62-4D32-B493-C8E81BD23916}" type="presParOf" srcId="{2471F631-76C9-4DA1-8495-81C286CA26BA}" destId="{035F1FF2-67F2-46B5-AB50-A30589EBDD95}" srcOrd="1" destOrd="0" presId="urn:microsoft.com/office/officeart/2005/8/layout/hierarchy3"/>
    <dgm:cxn modelId="{EA04E5C3-6A7B-442C-B934-A105FA948B27}" type="presParOf" srcId="{E4086DFE-4B3C-431C-9CDA-57C8918A0480}" destId="{F9DE586B-B83D-40E8-8AF0-56980FBB3EC8}" srcOrd="1" destOrd="0" presId="urn:microsoft.com/office/officeart/2005/8/layout/hierarchy3"/>
    <dgm:cxn modelId="{F69F477E-BCD1-4CC9-B8FA-5982C1D863F4}" type="presParOf" srcId="{F9DE586B-B83D-40E8-8AF0-56980FBB3EC8}" destId="{C560B845-9640-4773-817D-11EE03B0B13A}" srcOrd="0" destOrd="0" presId="urn:microsoft.com/office/officeart/2005/8/layout/hierarchy3"/>
    <dgm:cxn modelId="{A4230951-72F6-4FCC-A22D-E07118A1E5BD}" type="presParOf" srcId="{F9DE586B-B83D-40E8-8AF0-56980FBB3EC8}" destId="{21FC5255-B0B7-44EA-9502-00913E054241}" srcOrd="1" destOrd="0" presId="urn:microsoft.com/office/officeart/2005/8/layout/hierarchy3"/>
    <dgm:cxn modelId="{525C18EE-0E40-4632-9DB5-66A816F691DF}" type="presParOf" srcId="{F9DE586B-B83D-40E8-8AF0-56980FBB3EC8}" destId="{FC7D264D-51D4-4D60-8D6F-47BFE7E69348}" srcOrd="2" destOrd="0" presId="urn:microsoft.com/office/officeart/2005/8/layout/hierarchy3"/>
    <dgm:cxn modelId="{309F9704-AB6B-40E1-A43E-D0DA1BF8F4FD}" type="presParOf" srcId="{F9DE586B-B83D-40E8-8AF0-56980FBB3EC8}" destId="{A9458DDC-3504-4DD6-A864-84806C62F781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86C93F6-62F7-49E1-B5DF-78561DEC743E}" type="doc">
      <dgm:prSet loTypeId="urn:microsoft.com/office/officeart/2005/8/layout/hierarchy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D47BB7E-FD3D-4DD5-9164-813EA6727E60}">
      <dgm:prSet phldrT="[Text]" custT="1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sz="1800" noProof="0" dirty="0"/>
            <a:t>Pipeline</a:t>
          </a:r>
          <a:endParaRPr lang="en-US" sz="2600" noProof="0" dirty="0"/>
        </a:p>
      </dgm:t>
    </dgm:pt>
    <dgm:pt modelId="{412A9F12-3857-41D9-8616-9140ABB75869}" type="parTrans" cxnId="{3DEC6BE5-8CED-47BB-8C9D-B2FF8B38A54C}">
      <dgm:prSet/>
      <dgm:spPr/>
      <dgm:t>
        <a:bodyPr/>
        <a:lstStyle/>
        <a:p>
          <a:endParaRPr lang="en-US"/>
        </a:p>
      </dgm:t>
    </dgm:pt>
    <dgm:pt modelId="{A2AFDB53-5A2D-48DC-B0F4-B819302F6654}" type="sibTrans" cxnId="{3DEC6BE5-8CED-47BB-8C9D-B2FF8B38A54C}">
      <dgm:prSet/>
      <dgm:spPr/>
      <dgm:t>
        <a:bodyPr/>
        <a:lstStyle/>
        <a:p>
          <a:endParaRPr lang="en-US"/>
        </a:p>
      </dgm:t>
    </dgm:pt>
    <dgm:pt modelId="{E5301FD7-A038-40B0-A9CF-FEF6F4C8D205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DepthTestType</a:t>
          </a:r>
          <a:br>
            <a:rPr lang="en-US" sz="1400" noProof="0" dirty="0"/>
          </a:br>
          <a:r>
            <a:rPr lang="en-US" sz="1100" noProof="0" dirty="0"/>
            <a:t>(enum)</a:t>
          </a:r>
          <a:endParaRPr lang="en-US" sz="1400" noProof="0" dirty="0"/>
        </a:p>
      </dgm:t>
    </dgm:pt>
    <dgm:pt modelId="{A016BC3C-C01F-4C1A-B0BE-DBA178EF1B32}" type="parTrans" cxnId="{5060F600-612A-4952-A8D2-F7041B70D51F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8A8A3FAA-160D-4D0F-9652-09573AD4E43E}" type="sibTrans" cxnId="{5060F600-612A-4952-A8D2-F7041B70D51F}">
      <dgm:prSet/>
      <dgm:spPr/>
      <dgm:t>
        <a:bodyPr/>
        <a:lstStyle/>
        <a:p>
          <a:endParaRPr lang="en-US"/>
        </a:p>
      </dgm:t>
    </dgm:pt>
    <dgm:pt modelId="{8BE8AE34-367D-423B-AF3A-2D338369DF19}">
      <dgm:prSet phldrT="[Text]" custT="1">
        <dgm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400" noProof="0" dirty="0"/>
            <a:t>BlendFunction</a:t>
          </a:r>
          <a:br>
            <a:rPr lang="en-US" sz="1200" noProof="0" dirty="0"/>
          </a:br>
          <a:r>
            <a:rPr lang="en-US" sz="1200" noProof="0" dirty="0"/>
            <a:t>(</a:t>
          </a:r>
          <a:r>
            <a:rPr lang="en-US" sz="1100" noProof="0" dirty="0"/>
            <a:t>enum</a:t>
          </a:r>
          <a:r>
            <a:rPr lang="en-US" sz="1200" noProof="0" dirty="0"/>
            <a:t>)</a:t>
          </a:r>
        </a:p>
      </dgm:t>
    </dgm:pt>
    <dgm:pt modelId="{9D6029FB-844D-45D3-A18C-036D0A2397B3}" type="parTrans" cxnId="{3906ECE5-3E52-4A10-A9F5-E5D7CF657256}">
      <dgm:prSet>
        <dgm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C29C4EA9-C9AD-4ACC-849E-21D557E115FC}" type="sibTrans" cxnId="{3906ECE5-3E52-4A10-A9F5-E5D7CF657256}">
      <dgm:prSet/>
      <dgm:spPr/>
      <dgm:t>
        <a:bodyPr/>
        <a:lstStyle/>
        <a:p>
          <a:endParaRPr lang="en-US"/>
        </a:p>
      </dgm:t>
    </dgm:pt>
    <dgm:pt modelId="{14672AD1-1D9A-4F13-8B07-8BFFFF8E3B0A}" type="pres">
      <dgm:prSet presAssocID="{886C93F6-62F7-49E1-B5DF-78561DEC743E}" presName="diagram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58508B6-B1BD-402A-9AFB-B461B9B9594E}" type="pres">
      <dgm:prSet presAssocID="{5D47BB7E-FD3D-4DD5-9164-813EA6727E60}" presName="root" presStyleCnt="0"/>
      <dgm:spPr/>
    </dgm:pt>
    <dgm:pt modelId="{A8494E8A-804B-4D33-B45E-4BF73796C5ED}" type="pres">
      <dgm:prSet presAssocID="{5D47BB7E-FD3D-4DD5-9164-813EA6727E60}" presName="rootComposite" presStyleCnt="0"/>
      <dgm:spPr/>
    </dgm:pt>
    <dgm:pt modelId="{18105E12-1248-48F5-8D4B-431782FA236A}" type="pres">
      <dgm:prSet presAssocID="{5D47BB7E-FD3D-4DD5-9164-813EA6727E60}" presName="rootText" presStyleLbl="node1" presStyleIdx="0" presStyleCnt="1" custScaleX="100032" custScaleY="108871"/>
      <dgm:spPr/>
    </dgm:pt>
    <dgm:pt modelId="{800B111D-12AD-44E6-9A57-150AECB89A03}" type="pres">
      <dgm:prSet presAssocID="{5D47BB7E-FD3D-4DD5-9164-813EA6727E60}" presName="rootConnector" presStyleLbl="node1" presStyleIdx="0" presStyleCnt="1"/>
      <dgm:spPr/>
    </dgm:pt>
    <dgm:pt modelId="{51947961-979C-4B5C-8B7E-4E76757167C6}" type="pres">
      <dgm:prSet presAssocID="{5D47BB7E-FD3D-4DD5-9164-813EA6727E60}" presName="childShape" presStyleCnt="0"/>
      <dgm:spPr/>
    </dgm:pt>
    <dgm:pt modelId="{9EE1D9D3-C088-4EA5-AE21-62C6FF3D06C5}" type="pres">
      <dgm:prSet presAssocID="{A016BC3C-C01F-4C1A-B0BE-DBA178EF1B32}" presName="Name13" presStyleLbl="parChTrans1D2" presStyleIdx="0" presStyleCnt="2"/>
      <dgm:spPr/>
    </dgm:pt>
    <dgm:pt modelId="{114F77B0-7667-44EF-8FEB-98CDBE09B8E3}" type="pres">
      <dgm:prSet presAssocID="{E5301FD7-A038-40B0-A9CF-FEF6F4C8D205}" presName="childText" presStyleLbl="bgAcc1" presStyleIdx="0" presStyleCnt="2" custScaleX="114323" custScaleY="81476">
        <dgm:presLayoutVars>
          <dgm:bulletEnabled val="1"/>
        </dgm:presLayoutVars>
      </dgm:prSet>
      <dgm:spPr/>
    </dgm:pt>
    <dgm:pt modelId="{2F335628-9DA2-4115-9775-E01B33576291}" type="pres">
      <dgm:prSet presAssocID="{9D6029FB-844D-45D3-A18C-036D0A2397B3}" presName="Name13" presStyleLbl="parChTrans1D2" presStyleIdx="1" presStyleCnt="2"/>
      <dgm:spPr/>
    </dgm:pt>
    <dgm:pt modelId="{453E647A-381B-4D94-9614-FDEEC97DBBEB}" type="pres">
      <dgm:prSet presAssocID="{8BE8AE34-367D-423B-AF3A-2D338369DF19}" presName="childText" presStyleLbl="bgAcc1" presStyleIdx="1" presStyleCnt="2" custScaleX="115241" custScaleY="81324">
        <dgm:presLayoutVars>
          <dgm:bulletEnabled val="1"/>
        </dgm:presLayoutVars>
      </dgm:prSet>
      <dgm:spPr/>
    </dgm:pt>
  </dgm:ptLst>
  <dgm:cxnLst>
    <dgm:cxn modelId="{5060F600-612A-4952-A8D2-F7041B70D51F}" srcId="{5D47BB7E-FD3D-4DD5-9164-813EA6727E60}" destId="{E5301FD7-A038-40B0-A9CF-FEF6F4C8D205}" srcOrd="0" destOrd="0" parTransId="{A016BC3C-C01F-4C1A-B0BE-DBA178EF1B32}" sibTransId="{8A8A3FAA-160D-4D0F-9652-09573AD4E43E}"/>
    <dgm:cxn modelId="{18DF7928-37FD-464D-9DCE-957D60A64400}" type="presOf" srcId="{E5301FD7-A038-40B0-A9CF-FEF6F4C8D205}" destId="{114F77B0-7667-44EF-8FEB-98CDBE09B8E3}" srcOrd="0" destOrd="0" presId="urn:microsoft.com/office/officeart/2005/8/layout/hierarchy3"/>
    <dgm:cxn modelId="{F150664B-6157-46E4-A615-AA120534EB0F}" type="presOf" srcId="{5D47BB7E-FD3D-4DD5-9164-813EA6727E60}" destId="{18105E12-1248-48F5-8D4B-431782FA236A}" srcOrd="0" destOrd="0" presId="urn:microsoft.com/office/officeart/2005/8/layout/hierarchy3"/>
    <dgm:cxn modelId="{7C9D5450-F610-49BD-91EE-BEE0363DC120}" type="presOf" srcId="{886C93F6-62F7-49E1-B5DF-78561DEC743E}" destId="{14672AD1-1D9A-4F13-8B07-8BFFFF8E3B0A}" srcOrd="0" destOrd="0" presId="urn:microsoft.com/office/officeart/2005/8/layout/hierarchy3"/>
    <dgm:cxn modelId="{DD52D68F-D4F3-4A60-9CCE-FEFFCAC22DC9}" type="presOf" srcId="{A016BC3C-C01F-4C1A-B0BE-DBA178EF1B32}" destId="{9EE1D9D3-C088-4EA5-AE21-62C6FF3D06C5}" srcOrd="0" destOrd="0" presId="urn:microsoft.com/office/officeart/2005/8/layout/hierarchy3"/>
    <dgm:cxn modelId="{234354C7-6ACF-4D3A-A11F-29930C63544E}" type="presOf" srcId="{9D6029FB-844D-45D3-A18C-036D0A2397B3}" destId="{2F335628-9DA2-4115-9775-E01B33576291}" srcOrd="0" destOrd="0" presId="urn:microsoft.com/office/officeart/2005/8/layout/hierarchy3"/>
    <dgm:cxn modelId="{3DEC6BE5-8CED-47BB-8C9D-B2FF8B38A54C}" srcId="{886C93F6-62F7-49E1-B5DF-78561DEC743E}" destId="{5D47BB7E-FD3D-4DD5-9164-813EA6727E60}" srcOrd="0" destOrd="0" parTransId="{412A9F12-3857-41D9-8616-9140ABB75869}" sibTransId="{A2AFDB53-5A2D-48DC-B0F4-B819302F6654}"/>
    <dgm:cxn modelId="{3906ECE5-3E52-4A10-A9F5-E5D7CF657256}" srcId="{5D47BB7E-FD3D-4DD5-9164-813EA6727E60}" destId="{8BE8AE34-367D-423B-AF3A-2D338369DF19}" srcOrd="1" destOrd="0" parTransId="{9D6029FB-844D-45D3-A18C-036D0A2397B3}" sibTransId="{C29C4EA9-C9AD-4ACC-849E-21D557E115FC}"/>
    <dgm:cxn modelId="{D27C54FA-E0E2-454F-83F9-A440183C4E5C}" type="presOf" srcId="{5D47BB7E-FD3D-4DD5-9164-813EA6727E60}" destId="{800B111D-12AD-44E6-9A57-150AECB89A03}" srcOrd="1" destOrd="0" presId="urn:microsoft.com/office/officeart/2005/8/layout/hierarchy3"/>
    <dgm:cxn modelId="{616ABCFD-5F65-4B9F-B323-DABB17679E2C}" type="presOf" srcId="{8BE8AE34-367D-423B-AF3A-2D338369DF19}" destId="{453E647A-381B-4D94-9614-FDEEC97DBBEB}" srcOrd="0" destOrd="0" presId="urn:microsoft.com/office/officeart/2005/8/layout/hierarchy3"/>
    <dgm:cxn modelId="{6203B1D0-1129-4EBB-8D92-737A57371858}" type="presParOf" srcId="{14672AD1-1D9A-4F13-8B07-8BFFFF8E3B0A}" destId="{F58508B6-B1BD-402A-9AFB-B461B9B9594E}" srcOrd="0" destOrd="0" presId="urn:microsoft.com/office/officeart/2005/8/layout/hierarchy3"/>
    <dgm:cxn modelId="{7DEA1AF2-02E8-4936-B96C-D6D0B68BCAF8}" type="presParOf" srcId="{F58508B6-B1BD-402A-9AFB-B461B9B9594E}" destId="{A8494E8A-804B-4D33-B45E-4BF73796C5ED}" srcOrd="0" destOrd="0" presId="urn:microsoft.com/office/officeart/2005/8/layout/hierarchy3"/>
    <dgm:cxn modelId="{F78186A8-3F03-4715-8D31-CD77479E9AB2}" type="presParOf" srcId="{A8494E8A-804B-4D33-B45E-4BF73796C5ED}" destId="{18105E12-1248-48F5-8D4B-431782FA236A}" srcOrd="0" destOrd="0" presId="urn:microsoft.com/office/officeart/2005/8/layout/hierarchy3"/>
    <dgm:cxn modelId="{8E678671-357C-4BBB-A421-E4EAAD20ECE2}" type="presParOf" srcId="{A8494E8A-804B-4D33-B45E-4BF73796C5ED}" destId="{800B111D-12AD-44E6-9A57-150AECB89A03}" srcOrd="1" destOrd="0" presId="urn:microsoft.com/office/officeart/2005/8/layout/hierarchy3"/>
    <dgm:cxn modelId="{A744B824-8430-47C6-A61B-4A909F1972A7}" type="presParOf" srcId="{F58508B6-B1BD-402A-9AFB-B461B9B9594E}" destId="{51947961-979C-4B5C-8B7E-4E76757167C6}" srcOrd="1" destOrd="0" presId="urn:microsoft.com/office/officeart/2005/8/layout/hierarchy3"/>
    <dgm:cxn modelId="{61315B4D-0090-4C72-8CDA-4465BD45602E}" type="presParOf" srcId="{51947961-979C-4B5C-8B7E-4E76757167C6}" destId="{9EE1D9D3-C088-4EA5-AE21-62C6FF3D06C5}" srcOrd="0" destOrd="0" presId="urn:microsoft.com/office/officeart/2005/8/layout/hierarchy3"/>
    <dgm:cxn modelId="{2B3D6366-3ED1-49E4-B3B2-1B34E55D4D9D}" type="presParOf" srcId="{51947961-979C-4B5C-8B7E-4E76757167C6}" destId="{114F77B0-7667-44EF-8FEB-98CDBE09B8E3}" srcOrd="1" destOrd="0" presId="urn:microsoft.com/office/officeart/2005/8/layout/hierarchy3"/>
    <dgm:cxn modelId="{5E6EE1D6-A572-4A4A-AC2C-507F052EBEA7}" type="presParOf" srcId="{51947961-979C-4B5C-8B7E-4E76757167C6}" destId="{2F335628-9DA2-4115-9775-E01B33576291}" srcOrd="2" destOrd="0" presId="urn:microsoft.com/office/officeart/2005/8/layout/hierarchy3"/>
    <dgm:cxn modelId="{70BF3B02-CC86-4DCD-94D8-6090E8ED4C33}" type="presParOf" srcId="{51947961-979C-4B5C-8B7E-4E76757167C6}" destId="{453E647A-381B-4D94-9614-FDEEC97DBBEB}" srcOrd="3" destOrd="0" presId="urn:microsoft.com/office/officeart/2005/8/layout/hierarchy3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92A7F8C-4384-4FED-90C3-C50AD51CD4D0}" type="doc">
      <dgm:prSet loTypeId="urn:microsoft.com/office/officeart/2005/8/layout/process4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3A02E57-572D-44F5-91FF-202C06473274}">
      <dgm:prSet phldrT="[Text]" custT="1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6</a:t>
          </a:r>
          <a:r>
            <a:rPr lang="en-US" sz="1600" b="0" noProof="0" dirty="0"/>
            <a:t> – Render Layer</a:t>
          </a:r>
        </a:p>
      </dgm:t>
    </dgm:pt>
    <dgm:pt modelId="{A887982E-FA99-4ED5-B0D1-A85FC179005A}" type="parTrans" cxnId="{32BA3519-49B9-47F1-887B-39C2C3D9A386}">
      <dgm:prSet/>
      <dgm:spPr/>
      <dgm:t>
        <a:bodyPr/>
        <a:lstStyle/>
        <a:p>
          <a:endParaRPr lang="en-US"/>
        </a:p>
      </dgm:t>
    </dgm:pt>
    <dgm:pt modelId="{953D941F-2ECA-4B33-8BC5-716661B312A2}" type="sibTrans" cxnId="{32BA3519-49B9-47F1-887B-39C2C3D9A386}">
      <dgm:prSet/>
      <dgm:spPr/>
      <dgm:t>
        <a:bodyPr/>
        <a:lstStyle/>
        <a:p>
          <a:endParaRPr lang="en-US"/>
        </a:p>
      </dgm:t>
    </dgm:pt>
    <dgm:pt modelId="{15D27807-574C-49D4-AAE8-60C386DD610E}">
      <dgm:prSet phldrT="[Text]" custT="1">
        <dgm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5 – Representation Layer</a:t>
          </a:r>
        </a:p>
      </dgm:t>
    </dgm:pt>
    <dgm:pt modelId="{12794ECD-87A3-4EB4-B8FB-778740C225A6}" type="parTrans" cxnId="{A8F79E71-435F-40AC-9C75-ACDA74F128AC}">
      <dgm:prSet/>
      <dgm:spPr/>
      <dgm:t>
        <a:bodyPr/>
        <a:lstStyle/>
        <a:p>
          <a:endParaRPr lang="en-US"/>
        </a:p>
      </dgm:t>
    </dgm:pt>
    <dgm:pt modelId="{6206A475-1A0B-4810-89EF-DE321E2667A1}" type="sibTrans" cxnId="{A8F79E71-435F-40AC-9C75-ACDA74F128AC}">
      <dgm:prSet/>
      <dgm:spPr/>
      <dgm:t>
        <a:bodyPr/>
        <a:lstStyle/>
        <a:p>
          <a:endParaRPr lang="en-US"/>
        </a:p>
      </dgm:t>
    </dgm:pt>
    <dgm:pt modelId="{425CD942-2779-41D0-914F-F640AB7E3C5D}">
      <dgm:prSet phldrT="[Text]" custT="1">
        <dgm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3 – Command Layer</a:t>
          </a:r>
        </a:p>
      </dgm:t>
    </dgm:pt>
    <dgm:pt modelId="{26726183-1047-4D19-B9C9-AFA9DCE3BFF1}" type="parTrans" cxnId="{0784F12C-A432-4EA0-B448-B797BA8E04F8}">
      <dgm:prSet/>
      <dgm:spPr/>
      <dgm:t>
        <a:bodyPr/>
        <a:lstStyle/>
        <a:p>
          <a:endParaRPr lang="en-US"/>
        </a:p>
      </dgm:t>
    </dgm:pt>
    <dgm:pt modelId="{BC1C9FDF-FF4F-4C1B-8990-DC00A0EA6773}" type="sibTrans" cxnId="{0784F12C-A432-4EA0-B448-B797BA8E04F8}">
      <dgm:prSet/>
      <dgm:spPr/>
      <dgm:t>
        <a:bodyPr/>
        <a:lstStyle/>
        <a:p>
          <a:endParaRPr lang="en-US"/>
        </a:p>
      </dgm:t>
    </dgm:pt>
    <dgm:pt modelId="{67180261-FA11-4C70-99B6-208D22A34225}">
      <dgm:prSet phldrT="[Text]" custT="1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1" noProof="0" dirty="0">
              <a:solidFill>
                <a:srgbClr val="FF0000"/>
              </a:solidFill>
            </a:rPr>
            <a:t>&gt; 2 – Resource Layer &lt;</a:t>
          </a:r>
        </a:p>
      </dgm:t>
    </dgm:pt>
    <dgm:pt modelId="{59464F09-C52D-4303-BCD3-E1A86FD40B46}" type="parTrans" cxnId="{3E7F8416-6E5A-4FB7-8B5D-7E6552DB9137}">
      <dgm:prSet/>
      <dgm:spPr/>
      <dgm:t>
        <a:bodyPr/>
        <a:lstStyle/>
        <a:p>
          <a:endParaRPr lang="en-US"/>
        </a:p>
      </dgm:t>
    </dgm:pt>
    <dgm:pt modelId="{EFC46B28-C8E4-4492-89C7-7481CD0F35E9}" type="sibTrans" cxnId="{3E7F8416-6E5A-4FB7-8B5D-7E6552DB9137}">
      <dgm:prSet/>
      <dgm:spPr/>
      <dgm:t>
        <a:bodyPr/>
        <a:lstStyle/>
        <a:p>
          <a:endParaRPr lang="en-US"/>
        </a:p>
      </dgm:t>
    </dgm:pt>
    <dgm:pt modelId="{432AFB55-08FE-4212-9DC7-D14ED2A025FB}">
      <dgm:prSet phldrT="[Text]" custT="1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>
              <a:solidFill>
                <a:schemeClr val="bg1"/>
              </a:solidFill>
            </a:rPr>
            <a:t>1 – Description Layer</a:t>
          </a:r>
        </a:p>
      </dgm:t>
    </dgm:pt>
    <dgm:pt modelId="{05D130B0-583C-42EF-A013-EBA84E5F5145}" type="parTrans" cxnId="{56130A09-99EE-4BE9-B402-62BA4482F777}">
      <dgm:prSet/>
      <dgm:spPr/>
      <dgm:t>
        <a:bodyPr/>
        <a:lstStyle/>
        <a:p>
          <a:endParaRPr lang="en-US"/>
        </a:p>
      </dgm:t>
    </dgm:pt>
    <dgm:pt modelId="{C810953B-BB37-4D99-95A3-2A0E2B593AD3}" type="sibTrans" cxnId="{56130A09-99EE-4BE9-B402-62BA4482F777}">
      <dgm:prSet/>
      <dgm:spPr/>
      <dgm:t>
        <a:bodyPr/>
        <a:lstStyle/>
        <a:p>
          <a:endParaRPr lang="en-US"/>
        </a:p>
      </dgm:t>
    </dgm:pt>
    <dgm:pt modelId="{42BCD4A9-A9CF-4288-8C26-147300DFC46C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0 – Graphics API Layer</a:t>
          </a:r>
        </a:p>
      </dgm:t>
    </dgm:pt>
    <dgm:pt modelId="{2EC818B6-7EF7-49B2-8071-9F139B646C3D}" type="parTrans" cxnId="{69E0F8E1-8528-47CB-81D2-7A5C3269F765}">
      <dgm:prSet/>
      <dgm:spPr/>
      <dgm:t>
        <a:bodyPr/>
        <a:lstStyle/>
        <a:p>
          <a:endParaRPr lang="en-US"/>
        </a:p>
      </dgm:t>
    </dgm:pt>
    <dgm:pt modelId="{AC7342C8-5124-4DD3-A2EE-25BE180D55FB}" type="sibTrans" cxnId="{69E0F8E1-8528-47CB-81D2-7A5C3269F765}">
      <dgm:prSet/>
      <dgm:spPr/>
      <dgm:t>
        <a:bodyPr/>
        <a:lstStyle/>
        <a:p>
          <a:endParaRPr lang="en-US"/>
        </a:p>
      </dgm:t>
    </dgm:pt>
    <dgm:pt modelId="{C616C108-B7C7-48F6-8927-297071625E4C}">
      <dgm:prSet phldrT="[Text]" custT="1">
        <dgm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en-US" sz="1600" b="0" noProof="0" dirty="0"/>
            <a:t>4 – Render Context Layer</a:t>
          </a:r>
        </a:p>
      </dgm:t>
    </dgm:pt>
    <dgm:pt modelId="{ADA804D4-279F-4CAA-A98F-8F94F344AFBC}" type="parTrans" cxnId="{86812C0E-FADC-4C3E-819E-498D8148424B}">
      <dgm:prSet/>
      <dgm:spPr/>
      <dgm:t>
        <a:bodyPr/>
        <a:lstStyle/>
        <a:p>
          <a:endParaRPr lang="en-US"/>
        </a:p>
      </dgm:t>
    </dgm:pt>
    <dgm:pt modelId="{20C51BFB-A17D-482C-8A24-3C7B538AFAD5}" type="sibTrans" cxnId="{86812C0E-FADC-4C3E-819E-498D8148424B}">
      <dgm:prSet/>
      <dgm:spPr/>
      <dgm:t>
        <a:bodyPr/>
        <a:lstStyle/>
        <a:p>
          <a:endParaRPr lang="en-US"/>
        </a:p>
      </dgm:t>
    </dgm:pt>
    <dgm:pt modelId="{409AF4A9-954C-4DBA-AD54-B8C01FAFB96B}">
      <dgm:prSet phldrT="[Text]" custT="1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pPr algn="l"/>
          <a:r>
            <a:rPr lang="pl-PL" sz="1600" b="0" noProof="0" dirty="0"/>
            <a:t>7 </a:t>
          </a:r>
          <a:r>
            <a:rPr lang="en-US" sz="1600" b="0" noProof="0" dirty="0"/>
            <a:t>– Integration Layer</a:t>
          </a:r>
        </a:p>
      </dgm:t>
    </dgm:pt>
    <dgm:pt modelId="{446793BA-E1E5-4BFF-8B57-401A2EC8D6F9}" type="parTrans" cxnId="{790DD5CD-3F70-4ED3-9D20-1B8E281FFB5F}">
      <dgm:prSet/>
      <dgm:spPr/>
      <dgm:t>
        <a:bodyPr/>
        <a:lstStyle/>
        <a:p>
          <a:endParaRPr lang="en-US"/>
        </a:p>
      </dgm:t>
    </dgm:pt>
    <dgm:pt modelId="{36B1A9A3-E2F4-43F9-BD9A-410B4D6CF563}" type="sibTrans" cxnId="{790DD5CD-3F70-4ED3-9D20-1B8E281FFB5F}">
      <dgm:prSet/>
      <dgm:spPr/>
      <dgm:t>
        <a:bodyPr/>
        <a:lstStyle/>
        <a:p>
          <a:endParaRPr lang="en-US"/>
        </a:p>
      </dgm:t>
    </dgm:pt>
    <dgm:pt modelId="{0A2B100A-873D-4378-B06C-7D278D8A2DC0}" type="pres">
      <dgm:prSet presAssocID="{492A7F8C-4384-4FED-90C3-C50AD51CD4D0}" presName="Name0" presStyleCnt="0">
        <dgm:presLayoutVars>
          <dgm:dir/>
          <dgm:animLvl val="lvl"/>
          <dgm:resizeHandles val="exact"/>
        </dgm:presLayoutVars>
      </dgm:prSet>
      <dgm:spPr/>
    </dgm:pt>
    <dgm:pt modelId="{B6CBF893-1455-4C12-8976-948FAD51EFB8}" type="pres">
      <dgm:prSet presAssocID="{42BCD4A9-A9CF-4288-8C26-147300DFC46C}" presName="boxAndChildren" presStyleCnt="0"/>
      <dgm:spPr/>
    </dgm:pt>
    <dgm:pt modelId="{A42A819C-0492-415D-93BA-8DABF228CA62}" type="pres">
      <dgm:prSet presAssocID="{42BCD4A9-A9CF-4288-8C26-147300DFC46C}" presName="parentTextBox" presStyleLbl="node1" presStyleIdx="0" presStyleCnt="8"/>
      <dgm:spPr/>
    </dgm:pt>
    <dgm:pt modelId="{4F51C2B6-C1A6-47C4-B565-5F8B72D7AD5F}" type="pres">
      <dgm:prSet presAssocID="{C810953B-BB37-4D99-95A3-2A0E2B593AD3}" presName="sp" presStyleCnt="0"/>
      <dgm:spPr/>
    </dgm:pt>
    <dgm:pt modelId="{B490842A-F1B0-46F8-9AEB-309D9BCE7375}" type="pres">
      <dgm:prSet presAssocID="{432AFB55-08FE-4212-9DC7-D14ED2A025FB}" presName="arrowAndChildren" presStyleCnt="0"/>
      <dgm:spPr/>
    </dgm:pt>
    <dgm:pt modelId="{F44D84BB-4D82-4D22-AB84-931EDDB52237}" type="pres">
      <dgm:prSet presAssocID="{432AFB55-08FE-4212-9DC7-D14ED2A025FB}" presName="parentTextArrow" presStyleLbl="node1" presStyleIdx="1" presStyleCnt="8"/>
      <dgm:spPr/>
    </dgm:pt>
    <dgm:pt modelId="{DA7568B8-794F-43D8-9339-5CB2AB9878DC}" type="pres">
      <dgm:prSet presAssocID="{EFC46B28-C8E4-4492-89C7-7481CD0F35E9}" presName="sp" presStyleCnt="0"/>
      <dgm:spPr/>
    </dgm:pt>
    <dgm:pt modelId="{1C82E6B6-E336-490B-ADE8-0634C5F59BF2}" type="pres">
      <dgm:prSet presAssocID="{67180261-FA11-4C70-99B6-208D22A34225}" presName="arrowAndChildren" presStyleCnt="0"/>
      <dgm:spPr/>
    </dgm:pt>
    <dgm:pt modelId="{EAC5A75C-3ABE-44A2-8907-E4140A97C1E0}" type="pres">
      <dgm:prSet presAssocID="{67180261-FA11-4C70-99B6-208D22A34225}" presName="parentTextArrow" presStyleLbl="node1" presStyleIdx="2" presStyleCnt="8"/>
      <dgm:spPr/>
    </dgm:pt>
    <dgm:pt modelId="{657CDD7F-6D79-4D2A-BB77-EEE71BDB82FD}" type="pres">
      <dgm:prSet presAssocID="{BC1C9FDF-FF4F-4C1B-8990-DC00A0EA6773}" presName="sp" presStyleCnt="0"/>
      <dgm:spPr/>
    </dgm:pt>
    <dgm:pt modelId="{F659EBA3-79D2-4471-81B8-468732250214}" type="pres">
      <dgm:prSet presAssocID="{425CD942-2779-41D0-914F-F640AB7E3C5D}" presName="arrowAndChildren" presStyleCnt="0"/>
      <dgm:spPr/>
    </dgm:pt>
    <dgm:pt modelId="{CC90F8F4-F48D-4DB1-9179-26CCF2BFE1A2}" type="pres">
      <dgm:prSet presAssocID="{425CD942-2779-41D0-914F-F640AB7E3C5D}" presName="parentTextArrow" presStyleLbl="node1" presStyleIdx="3" presStyleCnt="8"/>
      <dgm:spPr/>
    </dgm:pt>
    <dgm:pt modelId="{3AD5307F-D61B-4F32-9552-0CEA92EAC762}" type="pres">
      <dgm:prSet presAssocID="{20C51BFB-A17D-482C-8A24-3C7B538AFAD5}" presName="sp" presStyleCnt="0"/>
      <dgm:spPr/>
    </dgm:pt>
    <dgm:pt modelId="{6A5FB491-9AA2-4565-AF02-E3D19F660042}" type="pres">
      <dgm:prSet presAssocID="{C616C108-B7C7-48F6-8927-297071625E4C}" presName="arrowAndChildren" presStyleCnt="0"/>
      <dgm:spPr/>
    </dgm:pt>
    <dgm:pt modelId="{24D0BC81-A687-4ECE-A51B-5DFE2CF771EA}" type="pres">
      <dgm:prSet presAssocID="{C616C108-B7C7-48F6-8927-297071625E4C}" presName="parentTextArrow" presStyleLbl="node1" presStyleIdx="4" presStyleCnt="8"/>
      <dgm:spPr/>
    </dgm:pt>
    <dgm:pt modelId="{3947E3FC-0A0C-4D50-932D-8EE29FACF341}" type="pres">
      <dgm:prSet presAssocID="{6206A475-1A0B-4810-89EF-DE321E2667A1}" presName="sp" presStyleCnt="0"/>
      <dgm:spPr/>
    </dgm:pt>
    <dgm:pt modelId="{AD82154D-4B85-4EB7-855E-B00FA2A927C1}" type="pres">
      <dgm:prSet presAssocID="{15D27807-574C-49D4-AAE8-60C386DD610E}" presName="arrowAndChildren" presStyleCnt="0"/>
      <dgm:spPr/>
    </dgm:pt>
    <dgm:pt modelId="{E7721F18-C2E7-40DB-A6DF-077F19E12852}" type="pres">
      <dgm:prSet presAssocID="{15D27807-574C-49D4-AAE8-60C386DD610E}" presName="parentTextArrow" presStyleLbl="node1" presStyleIdx="5" presStyleCnt="8"/>
      <dgm:spPr/>
    </dgm:pt>
    <dgm:pt modelId="{A912EC36-A5DC-4F45-9894-0E94BA2152B2}" type="pres">
      <dgm:prSet presAssocID="{953D941F-2ECA-4B33-8BC5-716661B312A2}" presName="sp" presStyleCnt="0"/>
      <dgm:spPr/>
    </dgm:pt>
    <dgm:pt modelId="{10F6218F-587E-4371-A510-FC30BAB3186E}" type="pres">
      <dgm:prSet presAssocID="{73A02E57-572D-44F5-91FF-202C06473274}" presName="arrowAndChildren" presStyleCnt="0"/>
      <dgm:spPr/>
    </dgm:pt>
    <dgm:pt modelId="{EB973E16-5EFD-451A-8BC2-5210A9069A5F}" type="pres">
      <dgm:prSet presAssocID="{73A02E57-572D-44F5-91FF-202C06473274}" presName="parentTextArrow" presStyleLbl="node1" presStyleIdx="6" presStyleCnt="8"/>
      <dgm:spPr/>
    </dgm:pt>
    <dgm:pt modelId="{A47B2150-AB66-4391-AEB1-FE0DBD7BEB53}" type="pres">
      <dgm:prSet presAssocID="{36B1A9A3-E2F4-43F9-BD9A-410B4D6CF563}" presName="sp" presStyleCnt="0"/>
      <dgm:spPr/>
    </dgm:pt>
    <dgm:pt modelId="{EA55E29A-7091-401C-9A0C-39594222445D}" type="pres">
      <dgm:prSet presAssocID="{409AF4A9-954C-4DBA-AD54-B8C01FAFB96B}" presName="arrowAndChildren" presStyleCnt="0"/>
      <dgm:spPr/>
    </dgm:pt>
    <dgm:pt modelId="{3DF89B0C-C280-49DB-91D6-BFC9CDC132DA}" type="pres">
      <dgm:prSet presAssocID="{409AF4A9-954C-4DBA-AD54-B8C01FAFB96B}" presName="parentTextArrow" presStyleLbl="node1" presStyleIdx="7" presStyleCnt="8"/>
      <dgm:spPr/>
    </dgm:pt>
  </dgm:ptLst>
  <dgm:cxnLst>
    <dgm:cxn modelId="{56130A09-99EE-4BE9-B402-62BA4482F777}" srcId="{492A7F8C-4384-4FED-90C3-C50AD51CD4D0}" destId="{432AFB55-08FE-4212-9DC7-D14ED2A025FB}" srcOrd="6" destOrd="0" parTransId="{05D130B0-583C-42EF-A013-EBA84E5F5145}" sibTransId="{C810953B-BB37-4D99-95A3-2A0E2B593AD3}"/>
    <dgm:cxn modelId="{86812C0E-FADC-4C3E-819E-498D8148424B}" srcId="{492A7F8C-4384-4FED-90C3-C50AD51CD4D0}" destId="{C616C108-B7C7-48F6-8927-297071625E4C}" srcOrd="3" destOrd="0" parTransId="{ADA804D4-279F-4CAA-A98F-8F94F344AFBC}" sibTransId="{20C51BFB-A17D-482C-8A24-3C7B538AFAD5}"/>
    <dgm:cxn modelId="{3A55D715-D7A3-4BA5-82FE-3238DA18CABF}" type="presOf" srcId="{409AF4A9-954C-4DBA-AD54-B8C01FAFB96B}" destId="{3DF89B0C-C280-49DB-91D6-BFC9CDC132DA}" srcOrd="0" destOrd="0" presId="urn:microsoft.com/office/officeart/2005/8/layout/process4"/>
    <dgm:cxn modelId="{3E7F8416-6E5A-4FB7-8B5D-7E6552DB9137}" srcId="{492A7F8C-4384-4FED-90C3-C50AD51CD4D0}" destId="{67180261-FA11-4C70-99B6-208D22A34225}" srcOrd="5" destOrd="0" parTransId="{59464F09-C52D-4303-BCD3-E1A86FD40B46}" sibTransId="{EFC46B28-C8E4-4492-89C7-7481CD0F35E9}"/>
    <dgm:cxn modelId="{32BA3519-49B9-47F1-887B-39C2C3D9A386}" srcId="{492A7F8C-4384-4FED-90C3-C50AD51CD4D0}" destId="{73A02E57-572D-44F5-91FF-202C06473274}" srcOrd="1" destOrd="0" parTransId="{A887982E-FA99-4ED5-B0D1-A85FC179005A}" sibTransId="{953D941F-2ECA-4B33-8BC5-716661B312A2}"/>
    <dgm:cxn modelId="{0784F12C-A432-4EA0-B448-B797BA8E04F8}" srcId="{492A7F8C-4384-4FED-90C3-C50AD51CD4D0}" destId="{425CD942-2779-41D0-914F-F640AB7E3C5D}" srcOrd="4" destOrd="0" parTransId="{26726183-1047-4D19-B9C9-AFA9DCE3BFF1}" sibTransId="{BC1C9FDF-FF4F-4C1B-8990-DC00A0EA6773}"/>
    <dgm:cxn modelId="{40F9453C-80CC-4465-9163-9CF766BA861D}" type="presOf" srcId="{C616C108-B7C7-48F6-8927-297071625E4C}" destId="{24D0BC81-A687-4ECE-A51B-5DFE2CF771EA}" srcOrd="0" destOrd="0" presId="urn:microsoft.com/office/officeart/2005/8/layout/process4"/>
    <dgm:cxn modelId="{E7E5C442-CCB1-4A35-AE8E-C894547FE8D8}" type="presOf" srcId="{67180261-FA11-4C70-99B6-208D22A34225}" destId="{EAC5A75C-3ABE-44A2-8907-E4140A97C1E0}" srcOrd="0" destOrd="0" presId="urn:microsoft.com/office/officeart/2005/8/layout/process4"/>
    <dgm:cxn modelId="{1D3C1763-ABDA-4C99-99B6-73D9F1A2BDAD}" type="presOf" srcId="{15D27807-574C-49D4-AAE8-60C386DD610E}" destId="{E7721F18-C2E7-40DB-A6DF-077F19E12852}" srcOrd="0" destOrd="0" presId="urn:microsoft.com/office/officeart/2005/8/layout/process4"/>
    <dgm:cxn modelId="{7C4AD066-E14C-4C89-BEF5-9ACF434EB4D9}" type="presOf" srcId="{492A7F8C-4384-4FED-90C3-C50AD51CD4D0}" destId="{0A2B100A-873D-4378-B06C-7D278D8A2DC0}" srcOrd="0" destOrd="0" presId="urn:microsoft.com/office/officeart/2005/8/layout/process4"/>
    <dgm:cxn modelId="{A8F79E71-435F-40AC-9C75-ACDA74F128AC}" srcId="{492A7F8C-4384-4FED-90C3-C50AD51CD4D0}" destId="{15D27807-574C-49D4-AAE8-60C386DD610E}" srcOrd="2" destOrd="0" parTransId="{12794ECD-87A3-4EB4-B8FB-778740C225A6}" sibTransId="{6206A475-1A0B-4810-89EF-DE321E2667A1}"/>
    <dgm:cxn modelId="{A2824D91-DCBA-46E7-8AD6-E073456A6C43}" type="presOf" srcId="{73A02E57-572D-44F5-91FF-202C06473274}" destId="{EB973E16-5EFD-451A-8BC2-5210A9069A5F}" srcOrd="0" destOrd="0" presId="urn:microsoft.com/office/officeart/2005/8/layout/process4"/>
    <dgm:cxn modelId="{60CC57BD-7C11-4579-8FA3-E8A8D84CCDB7}" type="presOf" srcId="{425CD942-2779-41D0-914F-F640AB7E3C5D}" destId="{CC90F8F4-F48D-4DB1-9179-26CCF2BFE1A2}" srcOrd="0" destOrd="0" presId="urn:microsoft.com/office/officeart/2005/8/layout/process4"/>
    <dgm:cxn modelId="{790DD5CD-3F70-4ED3-9D20-1B8E281FFB5F}" srcId="{492A7F8C-4384-4FED-90C3-C50AD51CD4D0}" destId="{409AF4A9-954C-4DBA-AD54-B8C01FAFB96B}" srcOrd="0" destOrd="0" parTransId="{446793BA-E1E5-4BFF-8B57-401A2EC8D6F9}" sibTransId="{36B1A9A3-E2F4-43F9-BD9A-410B4D6CF563}"/>
    <dgm:cxn modelId="{7F4549D0-4F92-48A3-ADEA-3E0DD3C6BE91}" type="presOf" srcId="{432AFB55-08FE-4212-9DC7-D14ED2A025FB}" destId="{F44D84BB-4D82-4D22-AB84-931EDDB52237}" srcOrd="0" destOrd="0" presId="urn:microsoft.com/office/officeart/2005/8/layout/process4"/>
    <dgm:cxn modelId="{C3F52AE0-9571-44BC-994A-3E38C7334213}" type="presOf" srcId="{42BCD4A9-A9CF-4288-8C26-147300DFC46C}" destId="{A42A819C-0492-415D-93BA-8DABF228CA62}" srcOrd="0" destOrd="0" presId="urn:microsoft.com/office/officeart/2005/8/layout/process4"/>
    <dgm:cxn modelId="{69E0F8E1-8528-47CB-81D2-7A5C3269F765}" srcId="{492A7F8C-4384-4FED-90C3-C50AD51CD4D0}" destId="{42BCD4A9-A9CF-4288-8C26-147300DFC46C}" srcOrd="7" destOrd="0" parTransId="{2EC818B6-7EF7-49B2-8071-9F139B646C3D}" sibTransId="{AC7342C8-5124-4DD3-A2EE-25BE180D55FB}"/>
    <dgm:cxn modelId="{835D6DE4-DE41-458A-BD0A-5F86A845C2F5}" type="presParOf" srcId="{0A2B100A-873D-4378-B06C-7D278D8A2DC0}" destId="{B6CBF893-1455-4C12-8976-948FAD51EFB8}" srcOrd="0" destOrd="0" presId="urn:microsoft.com/office/officeart/2005/8/layout/process4"/>
    <dgm:cxn modelId="{341A1051-9F16-4EFC-B2EE-8CBAED3916D4}" type="presParOf" srcId="{B6CBF893-1455-4C12-8976-948FAD51EFB8}" destId="{A42A819C-0492-415D-93BA-8DABF228CA62}" srcOrd="0" destOrd="0" presId="urn:microsoft.com/office/officeart/2005/8/layout/process4"/>
    <dgm:cxn modelId="{82D065DA-47EA-4386-93CB-83D8BB5AADFC}" type="presParOf" srcId="{0A2B100A-873D-4378-B06C-7D278D8A2DC0}" destId="{4F51C2B6-C1A6-47C4-B565-5F8B72D7AD5F}" srcOrd="1" destOrd="0" presId="urn:microsoft.com/office/officeart/2005/8/layout/process4"/>
    <dgm:cxn modelId="{531E0F1A-36E8-4062-ACBC-EA75308EAE95}" type="presParOf" srcId="{0A2B100A-873D-4378-B06C-7D278D8A2DC0}" destId="{B490842A-F1B0-46F8-9AEB-309D9BCE7375}" srcOrd="2" destOrd="0" presId="urn:microsoft.com/office/officeart/2005/8/layout/process4"/>
    <dgm:cxn modelId="{07B6682D-4C99-4986-9356-27B313422581}" type="presParOf" srcId="{B490842A-F1B0-46F8-9AEB-309D9BCE7375}" destId="{F44D84BB-4D82-4D22-AB84-931EDDB52237}" srcOrd="0" destOrd="0" presId="urn:microsoft.com/office/officeart/2005/8/layout/process4"/>
    <dgm:cxn modelId="{46CFFCD6-2BD0-4562-BF8E-CCD8AB6C0B39}" type="presParOf" srcId="{0A2B100A-873D-4378-B06C-7D278D8A2DC0}" destId="{DA7568B8-794F-43D8-9339-5CB2AB9878DC}" srcOrd="3" destOrd="0" presId="urn:microsoft.com/office/officeart/2005/8/layout/process4"/>
    <dgm:cxn modelId="{1997BFBC-1113-4449-A244-FA9A9D45760C}" type="presParOf" srcId="{0A2B100A-873D-4378-B06C-7D278D8A2DC0}" destId="{1C82E6B6-E336-490B-ADE8-0634C5F59BF2}" srcOrd="4" destOrd="0" presId="urn:microsoft.com/office/officeart/2005/8/layout/process4"/>
    <dgm:cxn modelId="{8669089A-2245-400F-91C0-DFE4C4032EA9}" type="presParOf" srcId="{1C82E6B6-E336-490B-ADE8-0634C5F59BF2}" destId="{EAC5A75C-3ABE-44A2-8907-E4140A97C1E0}" srcOrd="0" destOrd="0" presId="urn:microsoft.com/office/officeart/2005/8/layout/process4"/>
    <dgm:cxn modelId="{79C84663-D93D-4383-8CD2-E8E456086C67}" type="presParOf" srcId="{0A2B100A-873D-4378-B06C-7D278D8A2DC0}" destId="{657CDD7F-6D79-4D2A-BB77-EEE71BDB82FD}" srcOrd="5" destOrd="0" presId="urn:microsoft.com/office/officeart/2005/8/layout/process4"/>
    <dgm:cxn modelId="{9C8AF549-EED3-4EF3-BB88-4B727A0242CF}" type="presParOf" srcId="{0A2B100A-873D-4378-B06C-7D278D8A2DC0}" destId="{F659EBA3-79D2-4471-81B8-468732250214}" srcOrd="6" destOrd="0" presId="urn:microsoft.com/office/officeart/2005/8/layout/process4"/>
    <dgm:cxn modelId="{95969611-51D9-4501-A5B9-4F378D357CA7}" type="presParOf" srcId="{F659EBA3-79D2-4471-81B8-468732250214}" destId="{CC90F8F4-F48D-4DB1-9179-26CCF2BFE1A2}" srcOrd="0" destOrd="0" presId="urn:microsoft.com/office/officeart/2005/8/layout/process4"/>
    <dgm:cxn modelId="{A2058D8E-8F14-4BB3-8820-0F7AE196C439}" type="presParOf" srcId="{0A2B100A-873D-4378-B06C-7D278D8A2DC0}" destId="{3AD5307F-D61B-4F32-9552-0CEA92EAC762}" srcOrd="7" destOrd="0" presId="urn:microsoft.com/office/officeart/2005/8/layout/process4"/>
    <dgm:cxn modelId="{649639AA-52E9-4370-A238-DEBC6D79DD4C}" type="presParOf" srcId="{0A2B100A-873D-4378-B06C-7D278D8A2DC0}" destId="{6A5FB491-9AA2-4565-AF02-E3D19F660042}" srcOrd="8" destOrd="0" presId="urn:microsoft.com/office/officeart/2005/8/layout/process4"/>
    <dgm:cxn modelId="{79EC268A-D918-4D83-B529-EAB484660686}" type="presParOf" srcId="{6A5FB491-9AA2-4565-AF02-E3D19F660042}" destId="{24D0BC81-A687-4ECE-A51B-5DFE2CF771EA}" srcOrd="0" destOrd="0" presId="urn:microsoft.com/office/officeart/2005/8/layout/process4"/>
    <dgm:cxn modelId="{5DF68820-D0F3-4EC3-8655-69F6BF85806F}" type="presParOf" srcId="{0A2B100A-873D-4378-B06C-7D278D8A2DC0}" destId="{3947E3FC-0A0C-4D50-932D-8EE29FACF341}" srcOrd="9" destOrd="0" presId="urn:microsoft.com/office/officeart/2005/8/layout/process4"/>
    <dgm:cxn modelId="{C9145179-E79D-4389-B628-941F682FE043}" type="presParOf" srcId="{0A2B100A-873D-4378-B06C-7D278D8A2DC0}" destId="{AD82154D-4B85-4EB7-855E-B00FA2A927C1}" srcOrd="10" destOrd="0" presId="urn:microsoft.com/office/officeart/2005/8/layout/process4"/>
    <dgm:cxn modelId="{55B58455-39B5-49B2-9BF9-A779EEA392DE}" type="presParOf" srcId="{AD82154D-4B85-4EB7-855E-B00FA2A927C1}" destId="{E7721F18-C2E7-40DB-A6DF-077F19E12852}" srcOrd="0" destOrd="0" presId="urn:microsoft.com/office/officeart/2005/8/layout/process4"/>
    <dgm:cxn modelId="{B0500116-1811-4137-A9DF-3E9C44A92F76}" type="presParOf" srcId="{0A2B100A-873D-4378-B06C-7D278D8A2DC0}" destId="{A912EC36-A5DC-4F45-9894-0E94BA2152B2}" srcOrd="11" destOrd="0" presId="urn:microsoft.com/office/officeart/2005/8/layout/process4"/>
    <dgm:cxn modelId="{2D225CAB-3304-4606-B62B-3F57D737E2FA}" type="presParOf" srcId="{0A2B100A-873D-4378-B06C-7D278D8A2DC0}" destId="{10F6218F-587E-4371-A510-FC30BAB3186E}" srcOrd="12" destOrd="0" presId="urn:microsoft.com/office/officeart/2005/8/layout/process4"/>
    <dgm:cxn modelId="{1CF71B0C-1B3C-42E6-B784-090387C2D32A}" type="presParOf" srcId="{10F6218F-587E-4371-A510-FC30BAB3186E}" destId="{EB973E16-5EFD-451A-8BC2-5210A9069A5F}" srcOrd="0" destOrd="0" presId="urn:microsoft.com/office/officeart/2005/8/layout/process4"/>
    <dgm:cxn modelId="{8F7AA846-8173-44C5-B41B-555A4C56CFE2}" type="presParOf" srcId="{0A2B100A-873D-4378-B06C-7D278D8A2DC0}" destId="{A47B2150-AB66-4391-AEB1-FE0DBD7BEB53}" srcOrd="13" destOrd="0" presId="urn:microsoft.com/office/officeart/2005/8/layout/process4"/>
    <dgm:cxn modelId="{083CC97F-8C9C-4176-A8A3-BC2297D30167}" type="presParOf" srcId="{0A2B100A-873D-4378-B06C-7D278D8A2DC0}" destId="{EA55E29A-7091-401C-9A0C-39594222445D}" srcOrd="14" destOrd="0" presId="urn:microsoft.com/office/officeart/2005/8/layout/process4"/>
    <dgm:cxn modelId="{1B7DA07E-2525-4A4F-B854-897A11131D3C}" type="presParOf" srcId="{EA55E29A-7091-401C-9A0C-39594222445D}" destId="{3DF89B0C-C280-49DB-91D6-BFC9CDC132DA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86C93F6-62F7-49E1-B5DF-78561DEC743E}" type="doc">
      <dgm:prSet loTypeId="urn:microsoft.com/office/officeart/2005/8/layout/default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5D47BB7E-FD3D-4DD5-9164-813EA6727E60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Shader</a:t>
          </a:r>
        </a:p>
      </dgm:t>
    </dgm:pt>
    <dgm:pt modelId="{412A9F12-3857-41D9-8616-9140ABB75869}" type="parTrans" cxnId="{3DEC6BE5-8CED-47BB-8C9D-B2FF8B38A54C}">
      <dgm:prSet/>
      <dgm:spPr/>
      <dgm:t>
        <a:bodyPr/>
        <a:lstStyle/>
        <a:p>
          <a:endParaRPr lang="en-US"/>
        </a:p>
      </dgm:t>
    </dgm:pt>
    <dgm:pt modelId="{A2AFDB53-5A2D-48DC-B0F4-B819302F6654}" type="sibTrans" cxnId="{3DEC6BE5-8CED-47BB-8C9D-B2FF8B38A54C}">
      <dgm:prSet/>
      <dgm:spPr/>
      <dgm:t>
        <a:bodyPr/>
        <a:lstStyle/>
        <a:p>
          <a:endParaRPr lang="en-US"/>
        </a:p>
      </dgm:t>
    </dgm:pt>
    <dgm:pt modelId="{5F7DC959-E2EA-4F63-A2C9-D96070AA3470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Program</a:t>
          </a:r>
        </a:p>
      </dgm:t>
    </dgm:pt>
    <dgm:pt modelId="{5A4D5F46-EF91-41E3-9EE7-50C255129EA2}" type="parTrans" cxnId="{C4377299-0E18-433E-AE75-4466CF4CFF02}">
      <dgm:prSet/>
      <dgm:spPr/>
      <dgm:t>
        <a:bodyPr/>
        <a:lstStyle/>
        <a:p>
          <a:endParaRPr lang="en-US"/>
        </a:p>
      </dgm:t>
    </dgm:pt>
    <dgm:pt modelId="{79C18040-AACE-4EB6-AD64-DAB77B83798F}" type="sibTrans" cxnId="{C4377299-0E18-433E-AE75-4466CF4CFF02}">
      <dgm:prSet/>
      <dgm:spPr/>
      <dgm:t>
        <a:bodyPr/>
        <a:lstStyle/>
        <a:p>
          <a:endParaRPr lang="en-US"/>
        </a:p>
      </dgm:t>
    </dgm:pt>
    <dgm:pt modelId="{0EAFCAC4-4D42-4C2F-8169-DF4E016A9A3F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Texture</a:t>
          </a:r>
        </a:p>
      </dgm:t>
    </dgm:pt>
    <dgm:pt modelId="{15C68749-19C1-49B0-885C-B32645026A50}" type="parTrans" cxnId="{D20DD5C4-A094-45EC-A54A-92B51B392B93}">
      <dgm:prSet/>
      <dgm:spPr/>
      <dgm:t>
        <a:bodyPr/>
        <a:lstStyle/>
        <a:p>
          <a:endParaRPr lang="en-US"/>
        </a:p>
      </dgm:t>
    </dgm:pt>
    <dgm:pt modelId="{584C098B-A52C-4CA1-B43E-9133E158D0FB}" type="sibTrans" cxnId="{D20DD5C4-A094-45EC-A54A-92B51B392B93}">
      <dgm:prSet/>
      <dgm:spPr/>
      <dgm:t>
        <a:bodyPr/>
        <a:lstStyle/>
        <a:p>
          <a:endParaRPr lang="en-US"/>
        </a:p>
      </dgm:t>
    </dgm:pt>
    <dgm:pt modelId="{D847C003-4756-417C-A079-3AE370D73E29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UpStream</a:t>
          </a:r>
        </a:p>
      </dgm:t>
    </dgm:pt>
    <dgm:pt modelId="{E02FFCD4-F18D-43C2-83B6-3844C2493CD2}" type="parTrans" cxnId="{C4FBEE84-67A3-4C53-99B7-2E3073B9E9EB}">
      <dgm:prSet/>
      <dgm:spPr/>
      <dgm:t>
        <a:bodyPr/>
        <a:lstStyle/>
        <a:p>
          <a:endParaRPr lang="en-US"/>
        </a:p>
      </dgm:t>
    </dgm:pt>
    <dgm:pt modelId="{3F0D52C2-F1AA-4307-90D7-1D50E4FD88C5}" type="sibTrans" cxnId="{C4FBEE84-67A3-4C53-99B7-2E3073B9E9EB}">
      <dgm:prSet/>
      <dgm:spPr/>
      <dgm:t>
        <a:bodyPr/>
        <a:lstStyle/>
        <a:p>
          <a:endParaRPr lang="en-US"/>
        </a:p>
      </dgm:t>
    </dgm:pt>
    <dgm:pt modelId="{4FA60F01-7E64-476F-85EB-2A86F31DD765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Static Buffer</a:t>
          </a:r>
        </a:p>
      </dgm:t>
    </dgm:pt>
    <dgm:pt modelId="{B65A1C15-C494-44FE-9D5A-778CED61C328}" type="parTrans" cxnId="{F41CFEBB-5B2F-421C-90DF-B30A583A2037}">
      <dgm:prSet/>
      <dgm:spPr/>
      <dgm:t>
        <a:bodyPr/>
        <a:lstStyle/>
        <a:p>
          <a:endParaRPr lang="en-US"/>
        </a:p>
      </dgm:t>
    </dgm:pt>
    <dgm:pt modelId="{9810B7B8-9C35-4FB4-AA89-2EEFE22AF8E1}" type="sibTrans" cxnId="{F41CFEBB-5B2F-421C-90DF-B30A583A2037}">
      <dgm:prSet/>
      <dgm:spPr/>
      <dgm:t>
        <a:bodyPr/>
        <a:lstStyle/>
        <a:p>
          <a:endParaRPr lang="en-US"/>
        </a:p>
      </dgm:t>
    </dgm:pt>
    <dgm:pt modelId="{519AF743-8670-4744-AE7B-454F097015EE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Dynamic Buffer</a:t>
          </a:r>
        </a:p>
      </dgm:t>
    </dgm:pt>
    <dgm:pt modelId="{D85A0277-088E-458E-A6F1-9416673B999C}" type="parTrans" cxnId="{D835240E-452C-4670-89AE-01E0DA162C7F}">
      <dgm:prSet/>
      <dgm:spPr/>
      <dgm:t>
        <a:bodyPr/>
        <a:lstStyle/>
        <a:p>
          <a:endParaRPr lang="en-US"/>
        </a:p>
      </dgm:t>
    </dgm:pt>
    <dgm:pt modelId="{425DF4A7-408F-4A57-B8D3-72D51624AAAB}" type="sibTrans" cxnId="{D835240E-452C-4670-89AE-01E0DA162C7F}">
      <dgm:prSet/>
      <dgm:spPr/>
      <dgm:t>
        <a:bodyPr/>
        <a:lstStyle/>
        <a:p>
          <a:endParaRPr lang="en-US"/>
        </a:p>
      </dgm:t>
    </dgm:pt>
    <dgm:pt modelId="{51424B97-1BC9-4669-89BD-0DF0073A191F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Mesh Bindings</a:t>
          </a:r>
        </a:p>
      </dgm:t>
    </dgm:pt>
    <dgm:pt modelId="{7D020C84-2B23-4921-9824-AF1AB5073C27}" type="parTrans" cxnId="{C72E53E5-F46B-4186-8A23-8015F643507A}">
      <dgm:prSet/>
      <dgm:spPr/>
      <dgm:t>
        <a:bodyPr/>
        <a:lstStyle/>
        <a:p>
          <a:endParaRPr lang="en-US"/>
        </a:p>
      </dgm:t>
    </dgm:pt>
    <dgm:pt modelId="{B167B3D5-D964-476F-BABC-D03CBC8BC1D8}" type="sibTrans" cxnId="{C72E53E5-F46B-4186-8A23-8015F643507A}">
      <dgm:prSet/>
      <dgm:spPr/>
      <dgm:t>
        <a:bodyPr/>
        <a:lstStyle/>
        <a:p>
          <a:endParaRPr lang="en-US"/>
        </a:p>
      </dgm:t>
    </dgm:pt>
    <dgm:pt modelId="{CCED7F88-4B20-4300-9112-78ACABDFB6F3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Frame Buffer</a:t>
          </a:r>
        </a:p>
      </dgm:t>
    </dgm:pt>
    <dgm:pt modelId="{6D950807-B21E-4BB5-ADD7-F290382263FD}" type="parTrans" cxnId="{34F658BC-356D-447D-AB08-3F39A7CE0098}">
      <dgm:prSet/>
      <dgm:spPr/>
      <dgm:t>
        <a:bodyPr/>
        <a:lstStyle/>
        <a:p>
          <a:endParaRPr lang="en-US"/>
        </a:p>
      </dgm:t>
    </dgm:pt>
    <dgm:pt modelId="{732FC4B4-6404-4934-808A-8E0CD0D2BAA3}" type="sibTrans" cxnId="{34F658BC-356D-447D-AB08-3F39A7CE0098}">
      <dgm:prSet/>
      <dgm:spPr/>
      <dgm:t>
        <a:bodyPr/>
        <a:lstStyle/>
        <a:p>
          <a:endParaRPr lang="en-US"/>
        </a:p>
      </dgm:t>
    </dgm:pt>
    <dgm:pt modelId="{75142D9B-FF90-4C37-AC95-28F8AB62CEB5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VertexArray in OpenGL</a:t>
          </a:r>
        </a:p>
      </dgm:t>
    </dgm:pt>
    <dgm:pt modelId="{39744C10-94E7-49CF-B70E-AA568171F544}" type="parTrans" cxnId="{742D6325-2368-4C71-800C-CC7AF2ECD236}">
      <dgm:prSet/>
      <dgm:spPr/>
      <dgm:t>
        <a:bodyPr/>
        <a:lstStyle/>
        <a:p>
          <a:endParaRPr lang="en-US"/>
        </a:p>
      </dgm:t>
    </dgm:pt>
    <dgm:pt modelId="{8818D7A4-E2C8-4FCA-923A-4453D3C6DD6E}" type="sibTrans" cxnId="{742D6325-2368-4C71-800C-CC7AF2ECD236}">
      <dgm:prSet/>
      <dgm:spPr/>
      <dgm:t>
        <a:bodyPr/>
        <a:lstStyle/>
        <a:p>
          <a:endParaRPr lang="en-US"/>
        </a:p>
      </dgm:t>
    </dgm:pt>
    <dgm:pt modelId="{29B0CB86-F995-48E4-9579-A90B334FA3B7}" type="pres">
      <dgm:prSet presAssocID="{886C93F6-62F7-49E1-B5DF-78561DEC743E}" presName="diagram" presStyleCnt="0">
        <dgm:presLayoutVars>
          <dgm:dir/>
          <dgm:resizeHandles val="exact"/>
        </dgm:presLayoutVars>
      </dgm:prSet>
      <dgm:spPr/>
    </dgm:pt>
    <dgm:pt modelId="{03FB269A-7E70-4E0E-8258-8DCBDEEAE9E6}" type="pres">
      <dgm:prSet presAssocID="{5D47BB7E-FD3D-4DD5-9164-813EA6727E60}" presName="node" presStyleLbl="node1" presStyleIdx="0" presStyleCnt="8">
        <dgm:presLayoutVars>
          <dgm:bulletEnabled val="1"/>
        </dgm:presLayoutVars>
      </dgm:prSet>
      <dgm:spPr/>
    </dgm:pt>
    <dgm:pt modelId="{3DB84C05-A61B-4775-B0F5-E5747B8E78C6}" type="pres">
      <dgm:prSet presAssocID="{A2AFDB53-5A2D-48DC-B0F4-B819302F6654}" presName="sibTrans" presStyleCnt="0"/>
      <dgm:spPr/>
    </dgm:pt>
    <dgm:pt modelId="{956840C9-F630-4243-8C92-334AD3D2DC93}" type="pres">
      <dgm:prSet presAssocID="{5F7DC959-E2EA-4F63-A2C9-D96070AA3470}" presName="node" presStyleLbl="node1" presStyleIdx="1" presStyleCnt="8">
        <dgm:presLayoutVars>
          <dgm:bulletEnabled val="1"/>
        </dgm:presLayoutVars>
      </dgm:prSet>
      <dgm:spPr/>
    </dgm:pt>
    <dgm:pt modelId="{2B080362-4C8D-4BC0-A2FD-DDAC7F1A56F1}" type="pres">
      <dgm:prSet presAssocID="{79C18040-AACE-4EB6-AD64-DAB77B83798F}" presName="sibTrans" presStyleCnt="0"/>
      <dgm:spPr/>
    </dgm:pt>
    <dgm:pt modelId="{27CDE6DB-DBDA-43E8-9E49-E448CBB52D8F}" type="pres">
      <dgm:prSet presAssocID="{0EAFCAC4-4D42-4C2F-8169-DF4E016A9A3F}" presName="node" presStyleLbl="node1" presStyleIdx="2" presStyleCnt="8">
        <dgm:presLayoutVars>
          <dgm:bulletEnabled val="1"/>
        </dgm:presLayoutVars>
      </dgm:prSet>
      <dgm:spPr/>
    </dgm:pt>
    <dgm:pt modelId="{6E3C0E1B-422E-4A64-AFD9-02CE163B96B8}" type="pres">
      <dgm:prSet presAssocID="{584C098B-A52C-4CA1-B43E-9133E158D0FB}" presName="sibTrans" presStyleCnt="0"/>
      <dgm:spPr/>
    </dgm:pt>
    <dgm:pt modelId="{4ADE4CC2-D34C-4043-9EE7-E90A0F7DBA3B}" type="pres">
      <dgm:prSet presAssocID="{D847C003-4756-417C-A079-3AE370D73E29}" presName="node" presStyleLbl="node1" presStyleIdx="3" presStyleCnt="8">
        <dgm:presLayoutVars>
          <dgm:bulletEnabled val="1"/>
        </dgm:presLayoutVars>
      </dgm:prSet>
      <dgm:spPr/>
    </dgm:pt>
    <dgm:pt modelId="{1A6EFB80-ECDD-4058-A059-403C8D3521BC}" type="pres">
      <dgm:prSet presAssocID="{3F0D52C2-F1AA-4307-90D7-1D50E4FD88C5}" presName="sibTrans" presStyleCnt="0"/>
      <dgm:spPr/>
    </dgm:pt>
    <dgm:pt modelId="{A36F6397-AD26-478D-94F5-5DC0887E1A06}" type="pres">
      <dgm:prSet presAssocID="{4FA60F01-7E64-476F-85EB-2A86F31DD765}" presName="node" presStyleLbl="node1" presStyleIdx="4" presStyleCnt="8">
        <dgm:presLayoutVars>
          <dgm:bulletEnabled val="1"/>
        </dgm:presLayoutVars>
      </dgm:prSet>
      <dgm:spPr/>
    </dgm:pt>
    <dgm:pt modelId="{F1E07D6D-5346-4279-BCA0-E4D360002B2E}" type="pres">
      <dgm:prSet presAssocID="{9810B7B8-9C35-4FB4-AA89-2EEFE22AF8E1}" presName="sibTrans" presStyleCnt="0"/>
      <dgm:spPr/>
    </dgm:pt>
    <dgm:pt modelId="{4339DEB4-D4E4-46D5-B9B7-72F5A5782C7F}" type="pres">
      <dgm:prSet presAssocID="{519AF743-8670-4744-AE7B-454F097015EE}" presName="node" presStyleLbl="node1" presStyleIdx="5" presStyleCnt="8">
        <dgm:presLayoutVars>
          <dgm:bulletEnabled val="1"/>
        </dgm:presLayoutVars>
      </dgm:prSet>
      <dgm:spPr/>
    </dgm:pt>
    <dgm:pt modelId="{3611DC63-85A9-422D-B9D5-58579591DAF3}" type="pres">
      <dgm:prSet presAssocID="{425DF4A7-408F-4A57-B8D3-72D51624AAAB}" presName="sibTrans" presStyleCnt="0"/>
      <dgm:spPr/>
    </dgm:pt>
    <dgm:pt modelId="{74BE5079-642C-4533-BCED-8CCAECD5F8FD}" type="pres">
      <dgm:prSet presAssocID="{51424B97-1BC9-4669-89BD-0DF0073A191F}" presName="node" presStyleLbl="node1" presStyleIdx="6" presStyleCnt="8">
        <dgm:presLayoutVars>
          <dgm:bulletEnabled val="1"/>
        </dgm:presLayoutVars>
      </dgm:prSet>
      <dgm:spPr/>
    </dgm:pt>
    <dgm:pt modelId="{E039A01B-430F-4B14-B17B-BF4822D660A3}" type="pres">
      <dgm:prSet presAssocID="{B167B3D5-D964-476F-BABC-D03CBC8BC1D8}" presName="sibTrans" presStyleCnt="0"/>
      <dgm:spPr/>
    </dgm:pt>
    <dgm:pt modelId="{A292EA0F-4871-4505-9AA1-4B05AA34E838}" type="pres">
      <dgm:prSet presAssocID="{CCED7F88-4B20-4300-9112-78ACABDFB6F3}" presName="node" presStyleLbl="node1" presStyleIdx="7" presStyleCnt="8">
        <dgm:presLayoutVars>
          <dgm:bulletEnabled val="1"/>
        </dgm:presLayoutVars>
      </dgm:prSet>
      <dgm:spPr/>
    </dgm:pt>
  </dgm:ptLst>
  <dgm:cxnLst>
    <dgm:cxn modelId="{D835240E-452C-4670-89AE-01E0DA162C7F}" srcId="{886C93F6-62F7-49E1-B5DF-78561DEC743E}" destId="{519AF743-8670-4744-AE7B-454F097015EE}" srcOrd="5" destOrd="0" parTransId="{D85A0277-088E-458E-A6F1-9416673B999C}" sibTransId="{425DF4A7-408F-4A57-B8D3-72D51624AAAB}"/>
    <dgm:cxn modelId="{895E3514-DEAA-4649-A5A4-B10CA1D51DF3}" type="presOf" srcId="{75142D9B-FF90-4C37-AC95-28F8AB62CEB5}" destId="{74BE5079-642C-4533-BCED-8CCAECD5F8FD}" srcOrd="0" destOrd="1" presId="urn:microsoft.com/office/officeart/2005/8/layout/default"/>
    <dgm:cxn modelId="{3F462E21-2C65-48B9-B9A8-AF64B5C02B95}" type="presOf" srcId="{886C93F6-62F7-49E1-B5DF-78561DEC743E}" destId="{29B0CB86-F995-48E4-9579-A90B334FA3B7}" srcOrd="0" destOrd="0" presId="urn:microsoft.com/office/officeart/2005/8/layout/default"/>
    <dgm:cxn modelId="{742D6325-2368-4C71-800C-CC7AF2ECD236}" srcId="{51424B97-1BC9-4669-89BD-0DF0073A191F}" destId="{75142D9B-FF90-4C37-AC95-28F8AB62CEB5}" srcOrd="0" destOrd="0" parTransId="{39744C10-94E7-49CF-B70E-AA568171F544}" sibTransId="{8818D7A4-E2C8-4FCA-923A-4453D3C6DD6E}"/>
    <dgm:cxn modelId="{45051969-3B60-4274-AA51-F3CE3AECE396}" type="presOf" srcId="{D847C003-4756-417C-A079-3AE370D73E29}" destId="{4ADE4CC2-D34C-4043-9EE7-E90A0F7DBA3B}" srcOrd="0" destOrd="0" presId="urn:microsoft.com/office/officeart/2005/8/layout/default"/>
    <dgm:cxn modelId="{212FF359-892C-4983-A2D5-2FE58433F9A8}" type="presOf" srcId="{5F7DC959-E2EA-4F63-A2C9-D96070AA3470}" destId="{956840C9-F630-4243-8C92-334AD3D2DC93}" srcOrd="0" destOrd="0" presId="urn:microsoft.com/office/officeart/2005/8/layout/default"/>
    <dgm:cxn modelId="{E1A26D80-1C89-42AD-AB28-EEE23ACDBDAA}" type="presOf" srcId="{5D47BB7E-FD3D-4DD5-9164-813EA6727E60}" destId="{03FB269A-7E70-4E0E-8258-8DCBDEEAE9E6}" srcOrd="0" destOrd="0" presId="urn:microsoft.com/office/officeart/2005/8/layout/default"/>
    <dgm:cxn modelId="{C4FBEE84-67A3-4C53-99B7-2E3073B9E9EB}" srcId="{886C93F6-62F7-49E1-B5DF-78561DEC743E}" destId="{D847C003-4756-417C-A079-3AE370D73E29}" srcOrd="3" destOrd="0" parTransId="{E02FFCD4-F18D-43C2-83B6-3844C2493CD2}" sibTransId="{3F0D52C2-F1AA-4307-90D7-1D50E4FD88C5}"/>
    <dgm:cxn modelId="{C4377299-0E18-433E-AE75-4466CF4CFF02}" srcId="{886C93F6-62F7-49E1-B5DF-78561DEC743E}" destId="{5F7DC959-E2EA-4F63-A2C9-D96070AA3470}" srcOrd="1" destOrd="0" parTransId="{5A4D5F46-EF91-41E3-9EE7-50C255129EA2}" sibTransId="{79C18040-AACE-4EB6-AD64-DAB77B83798F}"/>
    <dgm:cxn modelId="{9888E6A2-4983-495E-AC6A-25526A057185}" type="presOf" srcId="{4FA60F01-7E64-476F-85EB-2A86F31DD765}" destId="{A36F6397-AD26-478D-94F5-5DC0887E1A06}" srcOrd="0" destOrd="0" presId="urn:microsoft.com/office/officeart/2005/8/layout/default"/>
    <dgm:cxn modelId="{F41CFEBB-5B2F-421C-90DF-B30A583A2037}" srcId="{886C93F6-62F7-49E1-B5DF-78561DEC743E}" destId="{4FA60F01-7E64-476F-85EB-2A86F31DD765}" srcOrd="4" destOrd="0" parTransId="{B65A1C15-C494-44FE-9D5A-778CED61C328}" sibTransId="{9810B7B8-9C35-4FB4-AA89-2EEFE22AF8E1}"/>
    <dgm:cxn modelId="{34F658BC-356D-447D-AB08-3F39A7CE0098}" srcId="{886C93F6-62F7-49E1-B5DF-78561DEC743E}" destId="{CCED7F88-4B20-4300-9112-78ACABDFB6F3}" srcOrd="7" destOrd="0" parTransId="{6D950807-B21E-4BB5-ADD7-F290382263FD}" sibTransId="{732FC4B4-6404-4934-808A-8E0CD0D2BAA3}"/>
    <dgm:cxn modelId="{DC81F0BF-5E8C-4B09-8513-21F8F81251ED}" type="presOf" srcId="{519AF743-8670-4744-AE7B-454F097015EE}" destId="{4339DEB4-D4E4-46D5-B9B7-72F5A5782C7F}" srcOrd="0" destOrd="0" presId="urn:microsoft.com/office/officeart/2005/8/layout/default"/>
    <dgm:cxn modelId="{388CB6C2-2BA9-4424-B701-4289D98E3E7F}" type="presOf" srcId="{CCED7F88-4B20-4300-9112-78ACABDFB6F3}" destId="{A292EA0F-4871-4505-9AA1-4B05AA34E838}" srcOrd="0" destOrd="0" presId="urn:microsoft.com/office/officeart/2005/8/layout/default"/>
    <dgm:cxn modelId="{D20DD5C4-A094-45EC-A54A-92B51B392B93}" srcId="{886C93F6-62F7-49E1-B5DF-78561DEC743E}" destId="{0EAFCAC4-4D42-4C2F-8169-DF4E016A9A3F}" srcOrd="2" destOrd="0" parTransId="{15C68749-19C1-49B0-885C-B32645026A50}" sibTransId="{584C098B-A52C-4CA1-B43E-9133E158D0FB}"/>
    <dgm:cxn modelId="{99332ACD-B535-4AA4-A4C2-F670CD9C9834}" type="presOf" srcId="{0EAFCAC4-4D42-4C2F-8169-DF4E016A9A3F}" destId="{27CDE6DB-DBDA-43E8-9E49-E448CBB52D8F}" srcOrd="0" destOrd="0" presId="urn:microsoft.com/office/officeart/2005/8/layout/default"/>
    <dgm:cxn modelId="{DD050CD6-F0A3-4E24-9F6D-F4005E38106E}" type="presOf" srcId="{51424B97-1BC9-4669-89BD-0DF0073A191F}" destId="{74BE5079-642C-4533-BCED-8CCAECD5F8FD}" srcOrd="0" destOrd="0" presId="urn:microsoft.com/office/officeart/2005/8/layout/default"/>
    <dgm:cxn modelId="{3DEC6BE5-8CED-47BB-8C9D-B2FF8B38A54C}" srcId="{886C93F6-62F7-49E1-B5DF-78561DEC743E}" destId="{5D47BB7E-FD3D-4DD5-9164-813EA6727E60}" srcOrd="0" destOrd="0" parTransId="{412A9F12-3857-41D9-8616-9140ABB75869}" sibTransId="{A2AFDB53-5A2D-48DC-B0F4-B819302F6654}"/>
    <dgm:cxn modelId="{C72E53E5-F46B-4186-8A23-8015F643507A}" srcId="{886C93F6-62F7-49E1-B5DF-78561DEC743E}" destId="{51424B97-1BC9-4669-89BD-0DF0073A191F}" srcOrd="6" destOrd="0" parTransId="{7D020C84-2B23-4921-9824-AF1AB5073C27}" sibTransId="{B167B3D5-D964-476F-BABC-D03CBC8BC1D8}"/>
    <dgm:cxn modelId="{8402D56E-2224-453F-9C51-EE2A611FBC8D}" type="presParOf" srcId="{29B0CB86-F995-48E4-9579-A90B334FA3B7}" destId="{03FB269A-7E70-4E0E-8258-8DCBDEEAE9E6}" srcOrd="0" destOrd="0" presId="urn:microsoft.com/office/officeart/2005/8/layout/default"/>
    <dgm:cxn modelId="{B822F507-EFA9-474B-88E5-FA0DAA98D724}" type="presParOf" srcId="{29B0CB86-F995-48E4-9579-A90B334FA3B7}" destId="{3DB84C05-A61B-4775-B0F5-E5747B8E78C6}" srcOrd="1" destOrd="0" presId="urn:microsoft.com/office/officeart/2005/8/layout/default"/>
    <dgm:cxn modelId="{64DA1BA8-8D5D-4B43-BFAE-23AA26616532}" type="presParOf" srcId="{29B0CB86-F995-48E4-9579-A90B334FA3B7}" destId="{956840C9-F630-4243-8C92-334AD3D2DC93}" srcOrd="2" destOrd="0" presId="urn:microsoft.com/office/officeart/2005/8/layout/default"/>
    <dgm:cxn modelId="{03FD0CD8-7599-4EF1-A5AD-15B73D39C330}" type="presParOf" srcId="{29B0CB86-F995-48E4-9579-A90B334FA3B7}" destId="{2B080362-4C8D-4BC0-A2FD-DDAC7F1A56F1}" srcOrd="3" destOrd="0" presId="urn:microsoft.com/office/officeart/2005/8/layout/default"/>
    <dgm:cxn modelId="{15CC7702-B655-4EF6-BFB1-B9EEDC338503}" type="presParOf" srcId="{29B0CB86-F995-48E4-9579-A90B334FA3B7}" destId="{27CDE6DB-DBDA-43E8-9E49-E448CBB52D8F}" srcOrd="4" destOrd="0" presId="urn:microsoft.com/office/officeart/2005/8/layout/default"/>
    <dgm:cxn modelId="{4A0C8CEB-B74C-41C1-8B53-588D2429C0E4}" type="presParOf" srcId="{29B0CB86-F995-48E4-9579-A90B334FA3B7}" destId="{6E3C0E1B-422E-4A64-AFD9-02CE163B96B8}" srcOrd="5" destOrd="0" presId="urn:microsoft.com/office/officeart/2005/8/layout/default"/>
    <dgm:cxn modelId="{FEB5320A-2C5D-4BEA-AA5F-19562EC32C12}" type="presParOf" srcId="{29B0CB86-F995-48E4-9579-A90B334FA3B7}" destId="{4ADE4CC2-D34C-4043-9EE7-E90A0F7DBA3B}" srcOrd="6" destOrd="0" presId="urn:microsoft.com/office/officeart/2005/8/layout/default"/>
    <dgm:cxn modelId="{70A35D7A-EC43-412D-A68C-E74BC40A8E18}" type="presParOf" srcId="{29B0CB86-F995-48E4-9579-A90B334FA3B7}" destId="{1A6EFB80-ECDD-4058-A059-403C8D3521BC}" srcOrd="7" destOrd="0" presId="urn:microsoft.com/office/officeart/2005/8/layout/default"/>
    <dgm:cxn modelId="{6731920F-A593-452A-9FA5-887CD673674D}" type="presParOf" srcId="{29B0CB86-F995-48E4-9579-A90B334FA3B7}" destId="{A36F6397-AD26-478D-94F5-5DC0887E1A06}" srcOrd="8" destOrd="0" presId="urn:microsoft.com/office/officeart/2005/8/layout/default"/>
    <dgm:cxn modelId="{E7168B8C-A117-4083-A940-4DCFFF5A0B58}" type="presParOf" srcId="{29B0CB86-F995-48E4-9579-A90B334FA3B7}" destId="{F1E07D6D-5346-4279-BCA0-E4D360002B2E}" srcOrd="9" destOrd="0" presId="urn:microsoft.com/office/officeart/2005/8/layout/default"/>
    <dgm:cxn modelId="{23684BD3-CE45-4599-AC7E-FBF95D5BAF2B}" type="presParOf" srcId="{29B0CB86-F995-48E4-9579-A90B334FA3B7}" destId="{4339DEB4-D4E4-46D5-B9B7-72F5A5782C7F}" srcOrd="10" destOrd="0" presId="urn:microsoft.com/office/officeart/2005/8/layout/default"/>
    <dgm:cxn modelId="{585C8E2F-7148-4C12-BF1D-53DE68C5E03D}" type="presParOf" srcId="{29B0CB86-F995-48E4-9579-A90B334FA3B7}" destId="{3611DC63-85A9-422D-B9D5-58579591DAF3}" srcOrd="11" destOrd="0" presId="urn:microsoft.com/office/officeart/2005/8/layout/default"/>
    <dgm:cxn modelId="{63DF1A53-EE5B-422B-A8A0-4A733EA01600}" type="presParOf" srcId="{29B0CB86-F995-48E4-9579-A90B334FA3B7}" destId="{74BE5079-642C-4533-BCED-8CCAECD5F8FD}" srcOrd="12" destOrd="0" presId="urn:microsoft.com/office/officeart/2005/8/layout/default"/>
    <dgm:cxn modelId="{B8D20CA1-EBC0-4701-BD08-283DE7268EB3}" type="presParOf" srcId="{29B0CB86-F995-48E4-9579-A90B334FA3B7}" destId="{E039A01B-430F-4B14-B17B-BF4822D660A3}" srcOrd="13" destOrd="0" presId="urn:microsoft.com/office/officeart/2005/8/layout/default"/>
    <dgm:cxn modelId="{0C5C040F-2572-4EBA-B4DD-0738695E1950}" type="presParOf" srcId="{29B0CB86-F995-48E4-9579-A90B334FA3B7}" destId="{A292EA0F-4871-4505-9AA1-4B05AA34E838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86C93F6-62F7-49E1-B5DF-78561DEC743E}" type="doc">
      <dgm:prSet loTypeId="urn:microsoft.com/office/officeart/2005/8/layout/hierarchy4" loCatId="list" qsTypeId="urn:microsoft.com/office/officeart/2005/8/quickstyle/simple1" qsCatId="simple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234DE083-043C-4E2D-A7CD-5093474D083B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DownStream</a:t>
          </a:r>
        </a:p>
      </dgm:t>
    </dgm:pt>
    <dgm:pt modelId="{F12D5102-41F3-4C09-A613-2E4C97B07B2A}" type="parTrans" cxnId="{4E8DE053-24AD-400A-9860-DE84E68E3272}">
      <dgm:prSet/>
      <dgm:spPr/>
      <dgm:t>
        <a:bodyPr/>
        <a:lstStyle/>
        <a:p>
          <a:endParaRPr lang="en-US"/>
        </a:p>
      </dgm:t>
    </dgm:pt>
    <dgm:pt modelId="{5ED75BC9-1848-4BE6-81F4-D0CDE4C8A592}" type="sibTrans" cxnId="{4E8DE053-24AD-400A-9860-DE84E68E3272}">
      <dgm:prSet/>
      <dgm:spPr/>
      <dgm:t>
        <a:bodyPr/>
        <a:lstStyle/>
        <a:p>
          <a:endParaRPr lang="en-US"/>
        </a:p>
      </dgm:t>
    </dgm:pt>
    <dgm:pt modelId="{733A8082-9522-47C1-B005-65638C7F3A48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BeginRegion()</a:t>
          </a:r>
        </a:p>
      </dgm:t>
    </dgm:pt>
    <dgm:pt modelId="{914F9625-EC9A-4C55-9D82-8983091F343D}" type="parTrans" cxnId="{D05CB5F3-9710-4609-8380-02D796D49467}">
      <dgm:prSet/>
      <dgm:spPr/>
      <dgm:t>
        <a:bodyPr/>
        <a:lstStyle/>
        <a:p>
          <a:endParaRPr lang="en-US"/>
        </a:p>
      </dgm:t>
    </dgm:pt>
    <dgm:pt modelId="{AF0E5361-16BC-455D-AE91-07C830E465CC}" type="sibTrans" cxnId="{D05CB5F3-9710-4609-8380-02D796D49467}">
      <dgm:prSet/>
      <dgm:spPr/>
      <dgm:t>
        <a:bodyPr/>
        <a:lstStyle/>
        <a:p>
          <a:endParaRPr lang="en-US"/>
        </a:p>
      </dgm:t>
    </dgm:pt>
    <dgm:pt modelId="{2A104868-7A22-4FF1-8898-78A36DA6CB33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PushData()</a:t>
          </a:r>
        </a:p>
      </dgm:t>
    </dgm:pt>
    <dgm:pt modelId="{18AD99FC-9015-43AE-8262-DCAB9BCF38A7}" type="parTrans" cxnId="{32AC7A74-337C-4413-963E-91191B5B17C8}">
      <dgm:prSet/>
      <dgm:spPr/>
      <dgm:t>
        <a:bodyPr/>
        <a:lstStyle/>
        <a:p>
          <a:endParaRPr lang="en-US"/>
        </a:p>
      </dgm:t>
    </dgm:pt>
    <dgm:pt modelId="{E4A8E8E7-24EA-4D60-9FDE-DE21393F5393}" type="sibTrans" cxnId="{32AC7A74-337C-4413-963E-91191B5B17C8}">
      <dgm:prSet/>
      <dgm:spPr/>
      <dgm:t>
        <a:bodyPr/>
        <a:lstStyle/>
        <a:p>
          <a:endParaRPr lang="en-US"/>
        </a:p>
      </dgm:t>
    </dgm:pt>
    <dgm:pt modelId="{A92E6D8D-1C1C-4420-900E-5C0086AA707D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EndRegion()</a:t>
          </a:r>
        </a:p>
      </dgm:t>
    </dgm:pt>
    <dgm:pt modelId="{580330D1-9F31-4AF8-8296-EF842288FD27}" type="parTrans" cxnId="{58FA7EC1-AEE8-4C3C-B0EB-D1BF5268E52E}">
      <dgm:prSet/>
      <dgm:spPr/>
      <dgm:t>
        <a:bodyPr/>
        <a:lstStyle/>
        <a:p>
          <a:endParaRPr lang="en-US"/>
        </a:p>
      </dgm:t>
    </dgm:pt>
    <dgm:pt modelId="{1A9827EF-798E-4424-BA8B-4A2BECED29D9}" type="sibTrans" cxnId="{58FA7EC1-AEE8-4C3C-B0EB-D1BF5268E52E}">
      <dgm:prSet/>
      <dgm:spPr/>
      <dgm:t>
        <a:bodyPr/>
        <a:lstStyle/>
        <a:p>
          <a:endParaRPr lang="en-US"/>
        </a:p>
      </dgm:t>
    </dgm:pt>
    <dgm:pt modelId="{5096BDC2-D50C-407B-BCBB-DDA0BF6E481E}">
      <dgm:prSet phldrT="[Text]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Deferred (parallel)</a:t>
          </a:r>
        </a:p>
      </dgm:t>
    </dgm:pt>
    <dgm:pt modelId="{936354E1-FF64-4313-96C3-BA78686703C6}" type="parTrans" cxnId="{547F2AFA-EF83-410D-9A09-578FB276CAD4}">
      <dgm:prSet/>
      <dgm:spPr/>
      <dgm:t>
        <a:bodyPr/>
        <a:lstStyle/>
        <a:p>
          <a:endParaRPr lang="en-US"/>
        </a:p>
      </dgm:t>
    </dgm:pt>
    <dgm:pt modelId="{7FE9F846-8F41-427D-87F1-8795F16EB566}" type="sibTrans" cxnId="{547F2AFA-EF83-410D-9A09-578FB276CAD4}">
      <dgm:prSet/>
      <dgm:spPr/>
      <dgm:t>
        <a:bodyPr/>
        <a:lstStyle/>
        <a:p>
          <a:endParaRPr lang="en-US"/>
        </a:p>
      </dgm:t>
    </dgm:pt>
    <dgm:pt modelId="{4137D4A0-4C99-4070-9F80-90E06C18FFB2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ReserveRegion()</a:t>
          </a:r>
        </a:p>
      </dgm:t>
    </dgm:pt>
    <dgm:pt modelId="{99090269-BC3E-412F-A6D7-F48E0C6D6DF4}" type="parTrans" cxnId="{0FE887C6-C709-409C-8247-6FEDC0006AC4}">
      <dgm:prSet/>
      <dgm:spPr/>
      <dgm:t>
        <a:bodyPr/>
        <a:lstStyle/>
        <a:p>
          <a:endParaRPr lang="en-US"/>
        </a:p>
      </dgm:t>
    </dgm:pt>
    <dgm:pt modelId="{195C72B7-D25F-4DE6-A763-181C0FAFECFD}" type="sibTrans" cxnId="{0FE887C6-C709-409C-8247-6FEDC0006AC4}">
      <dgm:prSet/>
      <dgm:spPr/>
      <dgm:t>
        <a:bodyPr/>
        <a:lstStyle/>
        <a:p>
          <a:endParaRPr lang="en-US"/>
        </a:p>
      </dgm:t>
    </dgm:pt>
    <dgm:pt modelId="{632E8C36-66BD-477A-A996-D6D4E3EEF6AC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 dirty="0"/>
            <a:t>CommitRegion()</a:t>
          </a:r>
        </a:p>
      </dgm:t>
    </dgm:pt>
    <dgm:pt modelId="{16ADCB85-22BF-4C0B-A90E-BF1AD7CC81AB}" type="parTrans" cxnId="{C705BBE8-551A-4221-83B3-C0A6510D995C}">
      <dgm:prSet/>
      <dgm:spPr/>
      <dgm:t>
        <a:bodyPr/>
        <a:lstStyle/>
        <a:p>
          <a:endParaRPr lang="en-US"/>
        </a:p>
      </dgm:t>
    </dgm:pt>
    <dgm:pt modelId="{F810BFD5-FA16-48E4-B73F-D05AFF94E879}" type="sibTrans" cxnId="{C705BBE8-551A-4221-83B3-C0A6510D995C}">
      <dgm:prSet/>
      <dgm:spPr/>
      <dgm:t>
        <a:bodyPr/>
        <a:lstStyle/>
        <a:p>
          <a:endParaRPr lang="en-US"/>
        </a:p>
      </dgm:t>
    </dgm:pt>
    <dgm:pt modelId="{2371948A-797A-49CF-A49C-38A3F74DB355}">
      <dgm:prSet phldrT="[Text]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noProof="0"/>
            <a:t>RetireRegion()</a:t>
          </a:r>
          <a:endParaRPr lang="en-US" noProof="0" dirty="0"/>
        </a:p>
      </dgm:t>
    </dgm:pt>
    <dgm:pt modelId="{036AF463-E0D5-4888-9633-B8CA9A16A76A}" type="parTrans" cxnId="{969BF9AC-052A-48FF-B0A1-3473232C1DC5}">
      <dgm:prSet/>
      <dgm:spPr/>
      <dgm:t>
        <a:bodyPr/>
        <a:lstStyle/>
        <a:p>
          <a:endParaRPr lang="en-US"/>
        </a:p>
      </dgm:t>
    </dgm:pt>
    <dgm:pt modelId="{C347DE58-3EE9-4C25-9139-88B6A93F5ADA}" type="sibTrans" cxnId="{969BF9AC-052A-48FF-B0A1-3473232C1DC5}">
      <dgm:prSet/>
      <dgm:spPr/>
      <dgm:t>
        <a:bodyPr/>
        <a:lstStyle/>
        <a:p>
          <a:endParaRPr lang="en-US"/>
        </a:p>
      </dgm:t>
    </dgm:pt>
    <dgm:pt modelId="{07A37FA2-D8D7-4EB2-9570-3621F9C167F9}">
      <dgm:prSet phldrT="[Text]" custT="1">
        <dgm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sz="1100" noProof="0" dirty="0"/>
            <a:t>EndFrame()</a:t>
          </a:r>
          <a:br>
            <a:rPr lang="en-US" sz="1100" noProof="0" dirty="0"/>
          </a:br>
          <a:r>
            <a:rPr lang="en-US" sz="1000" noProof="0" dirty="0"/>
            <a:t>(debug checks)</a:t>
          </a:r>
          <a:endParaRPr lang="en-US" sz="1100" noProof="0" dirty="0"/>
        </a:p>
      </dgm:t>
    </dgm:pt>
    <dgm:pt modelId="{A0D2EF42-52DA-4903-B7FE-C6DB512F8476}" type="parTrans" cxnId="{BE85CB81-12A7-4C2C-A13F-470D99954986}">
      <dgm:prSet/>
      <dgm:spPr/>
      <dgm:t>
        <a:bodyPr/>
        <a:lstStyle/>
        <a:p>
          <a:endParaRPr lang="en-US"/>
        </a:p>
      </dgm:t>
    </dgm:pt>
    <dgm:pt modelId="{C92350D3-1D09-4DB3-BB7C-E8313D9C5E51}" type="sibTrans" cxnId="{BE85CB81-12A7-4C2C-A13F-470D99954986}">
      <dgm:prSet/>
      <dgm:spPr/>
      <dgm:t>
        <a:bodyPr/>
        <a:lstStyle/>
        <a:p>
          <a:endParaRPr lang="en-US"/>
        </a:p>
      </dgm:t>
    </dgm:pt>
    <dgm:pt modelId="{B50B15CF-07D1-4CF9-BEDE-435FCAEEB40E}">
      <dgm:prSet phldrT="[Text]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Frame</a:t>
          </a:r>
        </a:p>
      </dgm:t>
    </dgm:pt>
    <dgm:pt modelId="{F50F5012-15CD-4080-9518-8847922A5A45}" type="parTrans" cxnId="{7F613949-1356-4B9C-8824-66C624F98999}">
      <dgm:prSet/>
      <dgm:spPr/>
      <dgm:t>
        <a:bodyPr/>
        <a:lstStyle/>
        <a:p>
          <a:endParaRPr lang="en-US"/>
        </a:p>
      </dgm:t>
    </dgm:pt>
    <dgm:pt modelId="{077341EB-34D9-4ED2-917E-57571423D7FA}" type="sibTrans" cxnId="{7F613949-1356-4B9C-8824-66C624F98999}">
      <dgm:prSet/>
      <dgm:spPr/>
      <dgm:t>
        <a:bodyPr/>
        <a:lstStyle/>
        <a:p>
          <a:endParaRPr lang="en-US"/>
        </a:p>
      </dgm:t>
    </dgm:pt>
    <dgm:pt modelId="{FCC3A6D2-5E83-40A5-9942-F52F8BDEE483}">
      <dgm:prSet phldrT="[Text]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 dirty="0"/>
            <a:t>Up Front</a:t>
          </a:r>
        </a:p>
      </dgm:t>
    </dgm:pt>
    <dgm:pt modelId="{3C98CEEA-11E0-4E9E-9F99-498E62CCA8E2}" type="parTrans" cxnId="{9617AA45-2B84-4EC0-9A85-5374894F7322}">
      <dgm:prSet/>
      <dgm:spPr/>
      <dgm:t>
        <a:bodyPr/>
        <a:lstStyle/>
        <a:p>
          <a:endParaRPr lang="en-US"/>
        </a:p>
      </dgm:t>
    </dgm:pt>
    <dgm:pt modelId="{9F5FF45D-6C97-4515-9F7B-A1973A07F2F8}" type="sibTrans" cxnId="{9617AA45-2B84-4EC0-9A85-5374894F7322}">
      <dgm:prSet/>
      <dgm:spPr/>
      <dgm:t>
        <a:bodyPr/>
        <a:lstStyle/>
        <a:p>
          <a:endParaRPr lang="en-US"/>
        </a:p>
      </dgm:t>
    </dgm:pt>
    <dgm:pt modelId="{0782FD0F-5C2C-48C2-9B4D-6BB9F4325A4E}">
      <dgm:prSet phldrT="[Text]">
        <dgm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noProof="0"/>
            <a:t>Region Creation</a:t>
          </a:r>
          <a:endParaRPr lang="en-US" noProof="0" dirty="0"/>
        </a:p>
      </dgm:t>
    </dgm:pt>
    <dgm:pt modelId="{491EC927-4523-48BA-B59F-2031B5514FF9}" type="parTrans" cxnId="{BDFA84B0-A403-475B-983A-C8CE4671C964}">
      <dgm:prSet/>
      <dgm:spPr/>
      <dgm:t>
        <a:bodyPr/>
        <a:lstStyle/>
        <a:p>
          <a:endParaRPr lang="en-US"/>
        </a:p>
      </dgm:t>
    </dgm:pt>
    <dgm:pt modelId="{D1E3110A-4878-4686-8C3B-6DA1DD7F34B6}" type="sibTrans" cxnId="{BDFA84B0-A403-475B-983A-C8CE4671C964}">
      <dgm:prSet/>
      <dgm:spPr/>
      <dgm:t>
        <a:bodyPr/>
        <a:lstStyle/>
        <a:p>
          <a:endParaRPr lang="en-US"/>
        </a:p>
      </dgm:t>
    </dgm:pt>
    <dgm:pt modelId="{935A3B81-A8C4-4848-BE8B-53CC313A622E}" type="pres">
      <dgm:prSet presAssocID="{886C93F6-62F7-49E1-B5DF-78561DEC743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8D0D436B-21B6-4CF8-87F8-F1B9EE3ABDC0}" type="pres">
      <dgm:prSet presAssocID="{234DE083-043C-4E2D-A7CD-5093474D083B}" presName="vertOne" presStyleCnt="0"/>
      <dgm:spPr/>
    </dgm:pt>
    <dgm:pt modelId="{8CE98597-D4B3-46AE-89D9-97FF617AC7E5}" type="pres">
      <dgm:prSet presAssocID="{234DE083-043C-4E2D-A7CD-5093474D083B}" presName="txOne" presStyleLbl="node0" presStyleIdx="0" presStyleCnt="1">
        <dgm:presLayoutVars>
          <dgm:chPref val="3"/>
        </dgm:presLayoutVars>
      </dgm:prSet>
      <dgm:spPr/>
    </dgm:pt>
    <dgm:pt modelId="{49238326-BA2B-4910-AF0E-F16125BC1317}" type="pres">
      <dgm:prSet presAssocID="{234DE083-043C-4E2D-A7CD-5093474D083B}" presName="parTransOne" presStyleCnt="0"/>
      <dgm:spPr/>
    </dgm:pt>
    <dgm:pt modelId="{B552BE7D-7E0D-473D-9D89-A7A5A0A1319F}" type="pres">
      <dgm:prSet presAssocID="{234DE083-043C-4E2D-A7CD-5093474D083B}" presName="horzOne" presStyleCnt="0"/>
      <dgm:spPr/>
    </dgm:pt>
    <dgm:pt modelId="{1B6E37AB-3A65-40EE-8B7D-CE85073E2AC9}" type="pres">
      <dgm:prSet presAssocID="{B50B15CF-07D1-4CF9-BEDE-435FCAEEB40E}" presName="vertTwo" presStyleCnt="0"/>
      <dgm:spPr/>
    </dgm:pt>
    <dgm:pt modelId="{7293E992-A40E-4304-B958-CB51E79EAA24}" type="pres">
      <dgm:prSet presAssocID="{B50B15CF-07D1-4CF9-BEDE-435FCAEEB40E}" presName="txTwo" presStyleLbl="node2" presStyleIdx="0" presStyleCnt="2" custScaleY="39350">
        <dgm:presLayoutVars>
          <dgm:chPref val="3"/>
        </dgm:presLayoutVars>
      </dgm:prSet>
      <dgm:spPr/>
    </dgm:pt>
    <dgm:pt modelId="{BEA68686-2F40-4715-B509-B97AEB3F283E}" type="pres">
      <dgm:prSet presAssocID="{B50B15CF-07D1-4CF9-BEDE-435FCAEEB40E}" presName="parTransTwo" presStyleCnt="0"/>
      <dgm:spPr/>
    </dgm:pt>
    <dgm:pt modelId="{AA07CF35-5AB9-4458-9AE5-990BD23CBFA1}" type="pres">
      <dgm:prSet presAssocID="{B50B15CF-07D1-4CF9-BEDE-435FCAEEB40E}" presName="horzTwo" presStyleCnt="0"/>
      <dgm:spPr/>
    </dgm:pt>
    <dgm:pt modelId="{CBC4B3C4-6C51-455D-A288-062A3F651EAD}" type="pres">
      <dgm:prSet presAssocID="{0782FD0F-5C2C-48C2-9B4D-6BB9F4325A4E}" presName="vertThree" presStyleCnt="0"/>
      <dgm:spPr/>
    </dgm:pt>
    <dgm:pt modelId="{0F0BF013-536C-4089-8ACF-7C58C133FF53}" type="pres">
      <dgm:prSet presAssocID="{0782FD0F-5C2C-48C2-9B4D-6BB9F4325A4E}" presName="txThree" presStyleLbl="node3" presStyleIdx="0" presStyleCnt="2" custScaleY="39350">
        <dgm:presLayoutVars>
          <dgm:chPref val="3"/>
        </dgm:presLayoutVars>
      </dgm:prSet>
      <dgm:spPr/>
    </dgm:pt>
    <dgm:pt modelId="{4DECAB7D-EE78-4195-9A5E-4CB617FBF5B9}" type="pres">
      <dgm:prSet presAssocID="{0782FD0F-5C2C-48C2-9B4D-6BB9F4325A4E}" presName="parTransThree" presStyleCnt="0"/>
      <dgm:spPr/>
    </dgm:pt>
    <dgm:pt modelId="{F3516604-8EE8-40D6-85B6-C87C2D8A90CE}" type="pres">
      <dgm:prSet presAssocID="{0782FD0F-5C2C-48C2-9B4D-6BB9F4325A4E}" presName="horzThree" presStyleCnt="0"/>
      <dgm:spPr/>
    </dgm:pt>
    <dgm:pt modelId="{1496678A-8368-4DF6-A8B0-A22B7993062A}" type="pres">
      <dgm:prSet presAssocID="{FCC3A6D2-5E83-40A5-9942-F52F8BDEE483}" presName="vertFour" presStyleCnt="0">
        <dgm:presLayoutVars>
          <dgm:chPref val="3"/>
        </dgm:presLayoutVars>
      </dgm:prSet>
      <dgm:spPr/>
    </dgm:pt>
    <dgm:pt modelId="{88C05558-E0D5-4604-B95A-4E4951BC5E62}" type="pres">
      <dgm:prSet presAssocID="{FCC3A6D2-5E83-40A5-9942-F52F8BDEE483}" presName="txFour" presStyleLbl="node4" presStyleIdx="0" presStyleCnt="7" custScaleY="39350">
        <dgm:presLayoutVars>
          <dgm:chPref val="3"/>
        </dgm:presLayoutVars>
      </dgm:prSet>
      <dgm:spPr/>
    </dgm:pt>
    <dgm:pt modelId="{33E1F81C-F504-4C10-B915-D4338C78B593}" type="pres">
      <dgm:prSet presAssocID="{FCC3A6D2-5E83-40A5-9942-F52F8BDEE483}" presName="parTransFour" presStyleCnt="0"/>
      <dgm:spPr/>
    </dgm:pt>
    <dgm:pt modelId="{B9B4A686-6546-4C6A-8D4F-638DE622BA4F}" type="pres">
      <dgm:prSet presAssocID="{FCC3A6D2-5E83-40A5-9942-F52F8BDEE483}" presName="horzFour" presStyleCnt="0"/>
      <dgm:spPr/>
    </dgm:pt>
    <dgm:pt modelId="{419778C3-48FE-4ED5-8B12-45CCA92C097A}" type="pres">
      <dgm:prSet presAssocID="{733A8082-9522-47C1-B005-65638C7F3A48}" presName="vertFour" presStyleCnt="0">
        <dgm:presLayoutVars>
          <dgm:chPref val="3"/>
        </dgm:presLayoutVars>
      </dgm:prSet>
      <dgm:spPr/>
    </dgm:pt>
    <dgm:pt modelId="{07451E05-541F-4CEE-B4BC-D61C7BE5FF67}" type="pres">
      <dgm:prSet presAssocID="{733A8082-9522-47C1-B005-65638C7F3A48}" presName="txFour" presStyleLbl="node4" presStyleIdx="1" presStyleCnt="7">
        <dgm:presLayoutVars>
          <dgm:chPref val="3"/>
        </dgm:presLayoutVars>
      </dgm:prSet>
      <dgm:spPr/>
    </dgm:pt>
    <dgm:pt modelId="{1DF7F1AA-4EA1-498B-AF2C-41F547E858EF}" type="pres">
      <dgm:prSet presAssocID="{733A8082-9522-47C1-B005-65638C7F3A48}" presName="horzFour" presStyleCnt="0"/>
      <dgm:spPr/>
    </dgm:pt>
    <dgm:pt modelId="{AA3310E1-29DB-4D8C-9FAE-21229852FD4D}" type="pres">
      <dgm:prSet presAssocID="{AF0E5361-16BC-455D-AE91-07C830E465CC}" presName="sibSpaceFour" presStyleCnt="0"/>
      <dgm:spPr/>
    </dgm:pt>
    <dgm:pt modelId="{944CF92A-AF97-4B6B-9740-092DF9D7206D}" type="pres">
      <dgm:prSet presAssocID="{2A104868-7A22-4FF1-8898-78A36DA6CB33}" presName="vertFour" presStyleCnt="0">
        <dgm:presLayoutVars>
          <dgm:chPref val="3"/>
        </dgm:presLayoutVars>
      </dgm:prSet>
      <dgm:spPr/>
    </dgm:pt>
    <dgm:pt modelId="{E6ABB909-210C-4024-8DAA-E5F29FE0FBAA}" type="pres">
      <dgm:prSet presAssocID="{2A104868-7A22-4FF1-8898-78A36DA6CB33}" presName="txFour" presStyleLbl="node4" presStyleIdx="2" presStyleCnt="7">
        <dgm:presLayoutVars>
          <dgm:chPref val="3"/>
        </dgm:presLayoutVars>
      </dgm:prSet>
      <dgm:spPr/>
    </dgm:pt>
    <dgm:pt modelId="{5B6AAA0D-E291-4B73-99CC-731A5AE3BC15}" type="pres">
      <dgm:prSet presAssocID="{2A104868-7A22-4FF1-8898-78A36DA6CB33}" presName="horzFour" presStyleCnt="0"/>
      <dgm:spPr/>
    </dgm:pt>
    <dgm:pt modelId="{3D94685E-E49F-4537-8C5E-72BD8E09BE32}" type="pres">
      <dgm:prSet presAssocID="{E4A8E8E7-24EA-4D60-9FDE-DE21393F5393}" presName="sibSpaceFour" presStyleCnt="0"/>
      <dgm:spPr/>
    </dgm:pt>
    <dgm:pt modelId="{5BBB5E10-53EA-4D40-B644-7F5957170444}" type="pres">
      <dgm:prSet presAssocID="{A92E6D8D-1C1C-4420-900E-5C0086AA707D}" presName="vertFour" presStyleCnt="0">
        <dgm:presLayoutVars>
          <dgm:chPref val="3"/>
        </dgm:presLayoutVars>
      </dgm:prSet>
      <dgm:spPr/>
    </dgm:pt>
    <dgm:pt modelId="{D72D43F8-B6CD-4F12-AA5C-FF3BC8D43737}" type="pres">
      <dgm:prSet presAssocID="{A92E6D8D-1C1C-4420-900E-5C0086AA707D}" presName="txFour" presStyleLbl="node4" presStyleIdx="3" presStyleCnt="7">
        <dgm:presLayoutVars>
          <dgm:chPref val="3"/>
        </dgm:presLayoutVars>
      </dgm:prSet>
      <dgm:spPr/>
    </dgm:pt>
    <dgm:pt modelId="{594DCF1C-DEE6-43E2-AF8A-09F54EDF90D3}" type="pres">
      <dgm:prSet presAssocID="{A92E6D8D-1C1C-4420-900E-5C0086AA707D}" presName="horzFour" presStyleCnt="0"/>
      <dgm:spPr/>
    </dgm:pt>
    <dgm:pt modelId="{29B7FB91-87E8-4DA3-92B5-1A7C427BE63F}" type="pres">
      <dgm:prSet presAssocID="{9F5FF45D-6C97-4515-9F7B-A1973A07F2F8}" presName="sibSpaceFour" presStyleCnt="0"/>
      <dgm:spPr/>
    </dgm:pt>
    <dgm:pt modelId="{613E5036-BFCE-4217-86B3-25690563F862}" type="pres">
      <dgm:prSet presAssocID="{5096BDC2-D50C-407B-BCBB-DDA0BF6E481E}" presName="vertFour" presStyleCnt="0">
        <dgm:presLayoutVars>
          <dgm:chPref val="3"/>
        </dgm:presLayoutVars>
      </dgm:prSet>
      <dgm:spPr/>
    </dgm:pt>
    <dgm:pt modelId="{8B0095E0-0F9A-4271-8930-477B65C1D7F5}" type="pres">
      <dgm:prSet presAssocID="{5096BDC2-D50C-407B-BCBB-DDA0BF6E481E}" presName="txFour" presStyleLbl="node4" presStyleIdx="4" presStyleCnt="7" custScaleY="39350">
        <dgm:presLayoutVars>
          <dgm:chPref val="3"/>
        </dgm:presLayoutVars>
      </dgm:prSet>
      <dgm:spPr/>
    </dgm:pt>
    <dgm:pt modelId="{D2C282DD-DA78-46DC-A0AB-FC2132A17186}" type="pres">
      <dgm:prSet presAssocID="{5096BDC2-D50C-407B-BCBB-DDA0BF6E481E}" presName="parTransFour" presStyleCnt="0"/>
      <dgm:spPr/>
    </dgm:pt>
    <dgm:pt modelId="{16717037-9A92-4BF6-81AF-257FDD1A9FB2}" type="pres">
      <dgm:prSet presAssocID="{5096BDC2-D50C-407B-BCBB-DDA0BF6E481E}" presName="horzFour" presStyleCnt="0"/>
      <dgm:spPr/>
    </dgm:pt>
    <dgm:pt modelId="{EC8FD11D-B3F8-4311-B44C-3EB3160C7BE0}" type="pres">
      <dgm:prSet presAssocID="{4137D4A0-4C99-4070-9F80-90E06C18FFB2}" presName="vertFour" presStyleCnt="0">
        <dgm:presLayoutVars>
          <dgm:chPref val="3"/>
        </dgm:presLayoutVars>
      </dgm:prSet>
      <dgm:spPr/>
    </dgm:pt>
    <dgm:pt modelId="{709D8ACC-7158-4AA0-A8DF-D59C00AF515A}" type="pres">
      <dgm:prSet presAssocID="{4137D4A0-4C99-4070-9F80-90E06C18FFB2}" presName="txFour" presStyleLbl="node4" presStyleIdx="5" presStyleCnt="7">
        <dgm:presLayoutVars>
          <dgm:chPref val="3"/>
        </dgm:presLayoutVars>
      </dgm:prSet>
      <dgm:spPr/>
    </dgm:pt>
    <dgm:pt modelId="{D56D5709-8931-421B-BEFC-D1F887D4AFED}" type="pres">
      <dgm:prSet presAssocID="{4137D4A0-4C99-4070-9F80-90E06C18FFB2}" presName="horzFour" presStyleCnt="0"/>
      <dgm:spPr/>
    </dgm:pt>
    <dgm:pt modelId="{95E75A9F-ECE9-43EE-AB61-2C7E22E3FEE1}" type="pres">
      <dgm:prSet presAssocID="{195C72B7-D25F-4DE6-A763-181C0FAFECFD}" presName="sibSpaceFour" presStyleCnt="0"/>
      <dgm:spPr/>
    </dgm:pt>
    <dgm:pt modelId="{C9A800D6-3CA3-448B-BCBF-243A611D8109}" type="pres">
      <dgm:prSet presAssocID="{632E8C36-66BD-477A-A996-D6D4E3EEF6AC}" presName="vertFour" presStyleCnt="0">
        <dgm:presLayoutVars>
          <dgm:chPref val="3"/>
        </dgm:presLayoutVars>
      </dgm:prSet>
      <dgm:spPr/>
    </dgm:pt>
    <dgm:pt modelId="{B47925A4-356D-4F47-815A-AF1CB19EEB44}" type="pres">
      <dgm:prSet presAssocID="{632E8C36-66BD-477A-A996-D6D4E3EEF6AC}" presName="txFour" presStyleLbl="node4" presStyleIdx="6" presStyleCnt="7">
        <dgm:presLayoutVars>
          <dgm:chPref val="3"/>
        </dgm:presLayoutVars>
      </dgm:prSet>
      <dgm:spPr/>
    </dgm:pt>
    <dgm:pt modelId="{E24870A2-3DD5-4991-961F-FC1C08911062}" type="pres">
      <dgm:prSet presAssocID="{632E8C36-66BD-477A-A996-D6D4E3EEF6AC}" presName="horzFour" presStyleCnt="0"/>
      <dgm:spPr/>
    </dgm:pt>
    <dgm:pt modelId="{12306E2C-5D0A-4CB1-B108-0D3C81CD51B1}" type="pres">
      <dgm:prSet presAssocID="{D1E3110A-4878-4686-8C3B-6DA1DD7F34B6}" presName="sibSpaceThree" presStyleCnt="0"/>
      <dgm:spPr/>
    </dgm:pt>
    <dgm:pt modelId="{F7472171-D2FD-4EFC-BF4A-ECAB1FD6DF3D}" type="pres">
      <dgm:prSet presAssocID="{2371948A-797A-49CF-A49C-38A3F74DB355}" presName="vertThree" presStyleCnt="0"/>
      <dgm:spPr/>
    </dgm:pt>
    <dgm:pt modelId="{A0AEF860-8DB9-40FA-8DA7-07F38BC36C7A}" type="pres">
      <dgm:prSet presAssocID="{2371948A-797A-49CF-A49C-38A3F74DB355}" presName="txThree" presStyleLbl="node3" presStyleIdx="1" presStyleCnt="2">
        <dgm:presLayoutVars>
          <dgm:chPref val="3"/>
        </dgm:presLayoutVars>
      </dgm:prSet>
      <dgm:spPr/>
    </dgm:pt>
    <dgm:pt modelId="{D36D5751-B79E-4F21-830A-DC0634192E52}" type="pres">
      <dgm:prSet presAssocID="{2371948A-797A-49CF-A49C-38A3F74DB355}" presName="horzThree" presStyleCnt="0"/>
      <dgm:spPr/>
    </dgm:pt>
    <dgm:pt modelId="{3FAAE6D6-BFE1-4FFD-8C8E-0C67ADB71D1D}" type="pres">
      <dgm:prSet presAssocID="{077341EB-34D9-4ED2-917E-57571423D7FA}" presName="sibSpaceTwo" presStyleCnt="0"/>
      <dgm:spPr/>
    </dgm:pt>
    <dgm:pt modelId="{4E8F22CA-BE0C-4161-A4AA-15C935A846CE}" type="pres">
      <dgm:prSet presAssocID="{07A37FA2-D8D7-4EB2-9570-3621F9C167F9}" presName="vertTwo" presStyleCnt="0"/>
      <dgm:spPr/>
    </dgm:pt>
    <dgm:pt modelId="{25EDC498-9D6F-4771-B69A-ED3C98210EAE}" type="pres">
      <dgm:prSet presAssocID="{07A37FA2-D8D7-4EB2-9570-3621F9C167F9}" presName="txTwo" presStyleLbl="node2" presStyleIdx="1" presStyleCnt="2">
        <dgm:presLayoutVars>
          <dgm:chPref val="3"/>
        </dgm:presLayoutVars>
      </dgm:prSet>
      <dgm:spPr/>
    </dgm:pt>
    <dgm:pt modelId="{4025618A-A61F-4EE1-AAEC-2AFB9C2D532C}" type="pres">
      <dgm:prSet presAssocID="{07A37FA2-D8D7-4EB2-9570-3621F9C167F9}" presName="horzTwo" presStyleCnt="0"/>
      <dgm:spPr/>
    </dgm:pt>
  </dgm:ptLst>
  <dgm:cxnLst>
    <dgm:cxn modelId="{FF51B111-1D97-4F47-9B64-D219740503AC}" type="presOf" srcId="{B50B15CF-07D1-4CF9-BEDE-435FCAEEB40E}" destId="{7293E992-A40E-4304-B958-CB51E79EAA24}" srcOrd="0" destOrd="0" presId="urn:microsoft.com/office/officeart/2005/8/layout/hierarchy4"/>
    <dgm:cxn modelId="{EA80A318-9885-4B25-909C-0E17851791AF}" type="presOf" srcId="{234DE083-043C-4E2D-A7CD-5093474D083B}" destId="{8CE98597-D4B3-46AE-89D9-97FF617AC7E5}" srcOrd="0" destOrd="0" presId="urn:microsoft.com/office/officeart/2005/8/layout/hierarchy4"/>
    <dgm:cxn modelId="{34838F27-C002-42A2-940C-25463847AB9F}" type="presOf" srcId="{4137D4A0-4C99-4070-9F80-90E06C18FFB2}" destId="{709D8ACC-7158-4AA0-A8DF-D59C00AF515A}" srcOrd="0" destOrd="0" presId="urn:microsoft.com/office/officeart/2005/8/layout/hierarchy4"/>
    <dgm:cxn modelId="{B3D49A30-A927-46FB-826D-1BAB244F3042}" type="presOf" srcId="{5096BDC2-D50C-407B-BCBB-DDA0BF6E481E}" destId="{8B0095E0-0F9A-4271-8930-477B65C1D7F5}" srcOrd="0" destOrd="0" presId="urn:microsoft.com/office/officeart/2005/8/layout/hierarchy4"/>
    <dgm:cxn modelId="{13DAD25F-3C76-4ABD-AA23-C22F771E543D}" type="presOf" srcId="{07A37FA2-D8D7-4EB2-9570-3621F9C167F9}" destId="{25EDC498-9D6F-4771-B69A-ED3C98210EAE}" srcOrd="0" destOrd="0" presId="urn:microsoft.com/office/officeart/2005/8/layout/hierarchy4"/>
    <dgm:cxn modelId="{ECD89143-7C39-4ABF-9C56-38D38DBECB97}" type="presOf" srcId="{A92E6D8D-1C1C-4420-900E-5C0086AA707D}" destId="{D72D43F8-B6CD-4F12-AA5C-FF3BC8D43737}" srcOrd="0" destOrd="0" presId="urn:microsoft.com/office/officeart/2005/8/layout/hierarchy4"/>
    <dgm:cxn modelId="{9617AA45-2B84-4EC0-9A85-5374894F7322}" srcId="{0782FD0F-5C2C-48C2-9B4D-6BB9F4325A4E}" destId="{FCC3A6D2-5E83-40A5-9942-F52F8BDEE483}" srcOrd="0" destOrd="0" parTransId="{3C98CEEA-11E0-4E9E-9F99-498E62CCA8E2}" sibTransId="{9F5FF45D-6C97-4515-9F7B-A1973A07F2F8}"/>
    <dgm:cxn modelId="{7F613949-1356-4B9C-8824-66C624F98999}" srcId="{234DE083-043C-4E2D-A7CD-5093474D083B}" destId="{B50B15CF-07D1-4CF9-BEDE-435FCAEEB40E}" srcOrd="0" destOrd="0" parTransId="{F50F5012-15CD-4080-9518-8847922A5A45}" sibTransId="{077341EB-34D9-4ED2-917E-57571423D7FA}"/>
    <dgm:cxn modelId="{EB538B6E-2E49-4E16-97D5-F32EC7E5A6FD}" type="presOf" srcId="{2A104868-7A22-4FF1-8898-78A36DA6CB33}" destId="{E6ABB909-210C-4024-8DAA-E5F29FE0FBAA}" srcOrd="0" destOrd="0" presId="urn:microsoft.com/office/officeart/2005/8/layout/hierarchy4"/>
    <dgm:cxn modelId="{4E8DE053-24AD-400A-9860-DE84E68E3272}" srcId="{886C93F6-62F7-49E1-B5DF-78561DEC743E}" destId="{234DE083-043C-4E2D-A7CD-5093474D083B}" srcOrd="0" destOrd="0" parTransId="{F12D5102-41F3-4C09-A613-2E4C97B07B2A}" sibTransId="{5ED75BC9-1848-4BE6-81F4-D0CDE4C8A592}"/>
    <dgm:cxn modelId="{32AC7A74-337C-4413-963E-91191B5B17C8}" srcId="{FCC3A6D2-5E83-40A5-9942-F52F8BDEE483}" destId="{2A104868-7A22-4FF1-8898-78A36DA6CB33}" srcOrd="1" destOrd="0" parTransId="{18AD99FC-9015-43AE-8262-DCAB9BCF38A7}" sibTransId="{E4A8E8E7-24EA-4D60-9FDE-DE21393F5393}"/>
    <dgm:cxn modelId="{0E4A9B7F-6B5C-483C-AE86-584225614A0E}" type="presOf" srcId="{0782FD0F-5C2C-48C2-9B4D-6BB9F4325A4E}" destId="{0F0BF013-536C-4089-8ACF-7C58C133FF53}" srcOrd="0" destOrd="0" presId="urn:microsoft.com/office/officeart/2005/8/layout/hierarchy4"/>
    <dgm:cxn modelId="{BE85CB81-12A7-4C2C-A13F-470D99954986}" srcId="{234DE083-043C-4E2D-A7CD-5093474D083B}" destId="{07A37FA2-D8D7-4EB2-9570-3621F9C167F9}" srcOrd="1" destOrd="0" parTransId="{A0D2EF42-52DA-4903-B7FE-C6DB512F8476}" sibTransId="{C92350D3-1D09-4DB3-BB7C-E8313D9C5E51}"/>
    <dgm:cxn modelId="{8C0E9B86-7630-4039-A778-B451FBFAF2F8}" type="presOf" srcId="{632E8C36-66BD-477A-A996-D6D4E3EEF6AC}" destId="{B47925A4-356D-4F47-815A-AF1CB19EEB44}" srcOrd="0" destOrd="0" presId="urn:microsoft.com/office/officeart/2005/8/layout/hierarchy4"/>
    <dgm:cxn modelId="{FD058F9F-0E7F-4D87-A32D-98D31212DB2A}" type="presOf" srcId="{733A8082-9522-47C1-B005-65638C7F3A48}" destId="{07451E05-541F-4CEE-B4BC-D61C7BE5FF67}" srcOrd="0" destOrd="0" presId="urn:microsoft.com/office/officeart/2005/8/layout/hierarchy4"/>
    <dgm:cxn modelId="{969BF9AC-052A-48FF-B0A1-3473232C1DC5}" srcId="{B50B15CF-07D1-4CF9-BEDE-435FCAEEB40E}" destId="{2371948A-797A-49CF-A49C-38A3F74DB355}" srcOrd="1" destOrd="0" parTransId="{036AF463-E0D5-4888-9633-B8CA9A16A76A}" sibTransId="{C347DE58-3EE9-4C25-9139-88B6A93F5ADA}"/>
    <dgm:cxn modelId="{BDFA84B0-A403-475B-983A-C8CE4671C964}" srcId="{B50B15CF-07D1-4CF9-BEDE-435FCAEEB40E}" destId="{0782FD0F-5C2C-48C2-9B4D-6BB9F4325A4E}" srcOrd="0" destOrd="0" parTransId="{491EC927-4523-48BA-B59F-2031B5514FF9}" sibTransId="{D1E3110A-4878-4686-8C3B-6DA1DD7F34B6}"/>
    <dgm:cxn modelId="{58FA7EC1-AEE8-4C3C-B0EB-D1BF5268E52E}" srcId="{FCC3A6D2-5E83-40A5-9942-F52F8BDEE483}" destId="{A92E6D8D-1C1C-4420-900E-5C0086AA707D}" srcOrd="2" destOrd="0" parTransId="{580330D1-9F31-4AF8-8296-EF842288FD27}" sibTransId="{1A9827EF-798E-4424-BA8B-4A2BECED29D9}"/>
    <dgm:cxn modelId="{D813E9C4-B178-47C7-AB6D-8D81AFEC7E1C}" type="presOf" srcId="{FCC3A6D2-5E83-40A5-9942-F52F8BDEE483}" destId="{88C05558-E0D5-4604-B95A-4E4951BC5E62}" srcOrd="0" destOrd="0" presId="urn:microsoft.com/office/officeart/2005/8/layout/hierarchy4"/>
    <dgm:cxn modelId="{0FE887C6-C709-409C-8247-6FEDC0006AC4}" srcId="{5096BDC2-D50C-407B-BCBB-DDA0BF6E481E}" destId="{4137D4A0-4C99-4070-9F80-90E06C18FFB2}" srcOrd="0" destOrd="0" parTransId="{99090269-BC3E-412F-A6D7-F48E0C6D6DF4}" sibTransId="{195C72B7-D25F-4DE6-A763-181C0FAFECFD}"/>
    <dgm:cxn modelId="{234007D5-011A-4EC2-9BC3-C4AE541DA9C1}" type="presOf" srcId="{2371948A-797A-49CF-A49C-38A3F74DB355}" destId="{A0AEF860-8DB9-40FA-8DA7-07F38BC36C7A}" srcOrd="0" destOrd="0" presId="urn:microsoft.com/office/officeart/2005/8/layout/hierarchy4"/>
    <dgm:cxn modelId="{702C7CE7-0FE9-448A-8B43-C7895F7BEFB5}" type="presOf" srcId="{886C93F6-62F7-49E1-B5DF-78561DEC743E}" destId="{935A3B81-A8C4-4848-BE8B-53CC313A622E}" srcOrd="0" destOrd="0" presId="urn:microsoft.com/office/officeart/2005/8/layout/hierarchy4"/>
    <dgm:cxn modelId="{C705BBE8-551A-4221-83B3-C0A6510D995C}" srcId="{5096BDC2-D50C-407B-BCBB-DDA0BF6E481E}" destId="{632E8C36-66BD-477A-A996-D6D4E3EEF6AC}" srcOrd="1" destOrd="0" parTransId="{16ADCB85-22BF-4C0B-A90E-BF1AD7CC81AB}" sibTransId="{F810BFD5-FA16-48E4-B73F-D05AFF94E879}"/>
    <dgm:cxn modelId="{D05CB5F3-9710-4609-8380-02D796D49467}" srcId="{FCC3A6D2-5E83-40A5-9942-F52F8BDEE483}" destId="{733A8082-9522-47C1-B005-65638C7F3A48}" srcOrd="0" destOrd="0" parTransId="{914F9625-EC9A-4C55-9D82-8983091F343D}" sibTransId="{AF0E5361-16BC-455D-AE91-07C830E465CC}"/>
    <dgm:cxn modelId="{547F2AFA-EF83-410D-9A09-578FB276CAD4}" srcId="{0782FD0F-5C2C-48C2-9B4D-6BB9F4325A4E}" destId="{5096BDC2-D50C-407B-BCBB-DDA0BF6E481E}" srcOrd="1" destOrd="0" parTransId="{936354E1-FF64-4313-96C3-BA78686703C6}" sibTransId="{7FE9F846-8F41-427D-87F1-8795F16EB566}"/>
    <dgm:cxn modelId="{1C90855C-2036-40D7-B69D-CC5E56A9C3BE}" type="presParOf" srcId="{935A3B81-A8C4-4848-BE8B-53CC313A622E}" destId="{8D0D436B-21B6-4CF8-87F8-F1B9EE3ABDC0}" srcOrd="0" destOrd="0" presId="urn:microsoft.com/office/officeart/2005/8/layout/hierarchy4"/>
    <dgm:cxn modelId="{A2C604AC-1D0E-435E-8F21-04C29930F25A}" type="presParOf" srcId="{8D0D436B-21B6-4CF8-87F8-F1B9EE3ABDC0}" destId="{8CE98597-D4B3-46AE-89D9-97FF617AC7E5}" srcOrd="0" destOrd="0" presId="urn:microsoft.com/office/officeart/2005/8/layout/hierarchy4"/>
    <dgm:cxn modelId="{1548C1B6-7E02-46A4-AFF5-AFF98841D9D9}" type="presParOf" srcId="{8D0D436B-21B6-4CF8-87F8-F1B9EE3ABDC0}" destId="{49238326-BA2B-4910-AF0E-F16125BC1317}" srcOrd="1" destOrd="0" presId="urn:microsoft.com/office/officeart/2005/8/layout/hierarchy4"/>
    <dgm:cxn modelId="{502DA081-DE44-4635-99EC-366C6029E5EC}" type="presParOf" srcId="{8D0D436B-21B6-4CF8-87F8-F1B9EE3ABDC0}" destId="{B552BE7D-7E0D-473D-9D89-A7A5A0A1319F}" srcOrd="2" destOrd="0" presId="urn:microsoft.com/office/officeart/2005/8/layout/hierarchy4"/>
    <dgm:cxn modelId="{E323573A-F73D-4215-BC00-C74EFDF692AD}" type="presParOf" srcId="{B552BE7D-7E0D-473D-9D89-A7A5A0A1319F}" destId="{1B6E37AB-3A65-40EE-8B7D-CE85073E2AC9}" srcOrd="0" destOrd="0" presId="urn:microsoft.com/office/officeart/2005/8/layout/hierarchy4"/>
    <dgm:cxn modelId="{0292AC00-0699-46B0-9367-4F98A594DF73}" type="presParOf" srcId="{1B6E37AB-3A65-40EE-8B7D-CE85073E2AC9}" destId="{7293E992-A40E-4304-B958-CB51E79EAA24}" srcOrd="0" destOrd="0" presId="urn:microsoft.com/office/officeart/2005/8/layout/hierarchy4"/>
    <dgm:cxn modelId="{43653BE2-6C90-4B16-95BC-9A2B4E9EF813}" type="presParOf" srcId="{1B6E37AB-3A65-40EE-8B7D-CE85073E2AC9}" destId="{BEA68686-2F40-4715-B509-B97AEB3F283E}" srcOrd="1" destOrd="0" presId="urn:microsoft.com/office/officeart/2005/8/layout/hierarchy4"/>
    <dgm:cxn modelId="{F2086180-0FC2-423B-9993-E89DA7DE46FA}" type="presParOf" srcId="{1B6E37AB-3A65-40EE-8B7D-CE85073E2AC9}" destId="{AA07CF35-5AB9-4458-9AE5-990BD23CBFA1}" srcOrd="2" destOrd="0" presId="urn:microsoft.com/office/officeart/2005/8/layout/hierarchy4"/>
    <dgm:cxn modelId="{03C12A05-D748-4CC4-B919-A53920940E61}" type="presParOf" srcId="{AA07CF35-5AB9-4458-9AE5-990BD23CBFA1}" destId="{CBC4B3C4-6C51-455D-A288-062A3F651EAD}" srcOrd="0" destOrd="0" presId="urn:microsoft.com/office/officeart/2005/8/layout/hierarchy4"/>
    <dgm:cxn modelId="{BC0392F5-BA47-4852-A308-FDD7409167AB}" type="presParOf" srcId="{CBC4B3C4-6C51-455D-A288-062A3F651EAD}" destId="{0F0BF013-536C-4089-8ACF-7C58C133FF53}" srcOrd="0" destOrd="0" presId="urn:microsoft.com/office/officeart/2005/8/layout/hierarchy4"/>
    <dgm:cxn modelId="{F30DE5BE-5047-4EDF-9335-3B96649FF5BA}" type="presParOf" srcId="{CBC4B3C4-6C51-455D-A288-062A3F651EAD}" destId="{4DECAB7D-EE78-4195-9A5E-4CB617FBF5B9}" srcOrd="1" destOrd="0" presId="urn:microsoft.com/office/officeart/2005/8/layout/hierarchy4"/>
    <dgm:cxn modelId="{6DCEF06F-5001-48FA-8C59-805651A71F55}" type="presParOf" srcId="{CBC4B3C4-6C51-455D-A288-062A3F651EAD}" destId="{F3516604-8EE8-40D6-85B6-C87C2D8A90CE}" srcOrd="2" destOrd="0" presId="urn:microsoft.com/office/officeart/2005/8/layout/hierarchy4"/>
    <dgm:cxn modelId="{D6C3005F-993E-48B8-BF19-8098EC930DD3}" type="presParOf" srcId="{F3516604-8EE8-40D6-85B6-C87C2D8A90CE}" destId="{1496678A-8368-4DF6-A8B0-A22B7993062A}" srcOrd="0" destOrd="0" presId="urn:microsoft.com/office/officeart/2005/8/layout/hierarchy4"/>
    <dgm:cxn modelId="{35D52A90-736D-4EFD-AB9E-6F5046841CDD}" type="presParOf" srcId="{1496678A-8368-4DF6-A8B0-A22B7993062A}" destId="{88C05558-E0D5-4604-B95A-4E4951BC5E62}" srcOrd="0" destOrd="0" presId="urn:microsoft.com/office/officeart/2005/8/layout/hierarchy4"/>
    <dgm:cxn modelId="{EC86C2A1-A697-4F13-93D4-05DE75CC0630}" type="presParOf" srcId="{1496678A-8368-4DF6-A8B0-A22B7993062A}" destId="{33E1F81C-F504-4C10-B915-D4338C78B593}" srcOrd="1" destOrd="0" presId="urn:microsoft.com/office/officeart/2005/8/layout/hierarchy4"/>
    <dgm:cxn modelId="{4F7C8791-5DBF-4368-A25E-1135CCBD243B}" type="presParOf" srcId="{1496678A-8368-4DF6-A8B0-A22B7993062A}" destId="{B9B4A686-6546-4C6A-8D4F-638DE622BA4F}" srcOrd="2" destOrd="0" presId="urn:microsoft.com/office/officeart/2005/8/layout/hierarchy4"/>
    <dgm:cxn modelId="{37BC6BFB-B3BA-442A-9B0B-9742D93C3CAC}" type="presParOf" srcId="{B9B4A686-6546-4C6A-8D4F-638DE622BA4F}" destId="{419778C3-48FE-4ED5-8B12-45CCA92C097A}" srcOrd="0" destOrd="0" presId="urn:microsoft.com/office/officeart/2005/8/layout/hierarchy4"/>
    <dgm:cxn modelId="{A8842696-36B4-441B-8994-52F7C1DBA222}" type="presParOf" srcId="{419778C3-48FE-4ED5-8B12-45CCA92C097A}" destId="{07451E05-541F-4CEE-B4BC-D61C7BE5FF67}" srcOrd="0" destOrd="0" presId="urn:microsoft.com/office/officeart/2005/8/layout/hierarchy4"/>
    <dgm:cxn modelId="{EF85E8DD-4D5E-4EBD-8107-7C8667E1E384}" type="presParOf" srcId="{419778C3-48FE-4ED5-8B12-45CCA92C097A}" destId="{1DF7F1AA-4EA1-498B-AF2C-41F547E858EF}" srcOrd="1" destOrd="0" presId="urn:microsoft.com/office/officeart/2005/8/layout/hierarchy4"/>
    <dgm:cxn modelId="{76D65DC2-434E-47CC-90D3-D25AFE069CB6}" type="presParOf" srcId="{B9B4A686-6546-4C6A-8D4F-638DE622BA4F}" destId="{AA3310E1-29DB-4D8C-9FAE-21229852FD4D}" srcOrd="1" destOrd="0" presId="urn:microsoft.com/office/officeart/2005/8/layout/hierarchy4"/>
    <dgm:cxn modelId="{0E56A3FD-7ACC-44DE-9BBF-E3522E349EA1}" type="presParOf" srcId="{B9B4A686-6546-4C6A-8D4F-638DE622BA4F}" destId="{944CF92A-AF97-4B6B-9740-092DF9D7206D}" srcOrd="2" destOrd="0" presId="urn:microsoft.com/office/officeart/2005/8/layout/hierarchy4"/>
    <dgm:cxn modelId="{5EA3A484-CD4E-4724-B1D6-FCAD29E52592}" type="presParOf" srcId="{944CF92A-AF97-4B6B-9740-092DF9D7206D}" destId="{E6ABB909-210C-4024-8DAA-E5F29FE0FBAA}" srcOrd="0" destOrd="0" presId="urn:microsoft.com/office/officeart/2005/8/layout/hierarchy4"/>
    <dgm:cxn modelId="{54104D3B-7BB6-4AE2-849B-DD283DCD845A}" type="presParOf" srcId="{944CF92A-AF97-4B6B-9740-092DF9D7206D}" destId="{5B6AAA0D-E291-4B73-99CC-731A5AE3BC15}" srcOrd="1" destOrd="0" presId="urn:microsoft.com/office/officeart/2005/8/layout/hierarchy4"/>
    <dgm:cxn modelId="{91E7C23B-BA94-47F7-84D8-6A4196585CEA}" type="presParOf" srcId="{B9B4A686-6546-4C6A-8D4F-638DE622BA4F}" destId="{3D94685E-E49F-4537-8C5E-72BD8E09BE32}" srcOrd="3" destOrd="0" presId="urn:microsoft.com/office/officeart/2005/8/layout/hierarchy4"/>
    <dgm:cxn modelId="{B4C71E91-723F-46C0-9045-F0A8A76259F9}" type="presParOf" srcId="{B9B4A686-6546-4C6A-8D4F-638DE622BA4F}" destId="{5BBB5E10-53EA-4D40-B644-7F5957170444}" srcOrd="4" destOrd="0" presId="urn:microsoft.com/office/officeart/2005/8/layout/hierarchy4"/>
    <dgm:cxn modelId="{CFEE3E28-9BE5-46E6-BB18-0BF9514A8A6D}" type="presParOf" srcId="{5BBB5E10-53EA-4D40-B644-7F5957170444}" destId="{D72D43F8-B6CD-4F12-AA5C-FF3BC8D43737}" srcOrd="0" destOrd="0" presId="urn:microsoft.com/office/officeart/2005/8/layout/hierarchy4"/>
    <dgm:cxn modelId="{3415D4F0-52CC-4399-A522-6B728540FFBD}" type="presParOf" srcId="{5BBB5E10-53EA-4D40-B644-7F5957170444}" destId="{594DCF1C-DEE6-43E2-AF8A-09F54EDF90D3}" srcOrd="1" destOrd="0" presId="urn:microsoft.com/office/officeart/2005/8/layout/hierarchy4"/>
    <dgm:cxn modelId="{55D4E80F-8C3C-40BB-94C1-66B1F1C1545C}" type="presParOf" srcId="{F3516604-8EE8-40D6-85B6-C87C2D8A90CE}" destId="{29B7FB91-87E8-4DA3-92B5-1A7C427BE63F}" srcOrd="1" destOrd="0" presId="urn:microsoft.com/office/officeart/2005/8/layout/hierarchy4"/>
    <dgm:cxn modelId="{96AA5342-23C6-4962-862F-7D3F7C3060EA}" type="presParOf" srcId="{F3516604-8EE8-40D6-85B6-C87C2D8A90CE}" destId="{613E5036-BFCE-4217-86B3-25690563F862}" srcOrd="2" destOrd="0" presId="urn:microsoft.com/office/officeart/2005/8/layout/hierarchy4"/>
    <dgm:cxn modelId="{F10BBF39-3E48-4AE5-99CD-489261712354}" type="presParOf" srcId="{613E5036-BFCE-4217-86B3-25690563F862}" destId="{8B0095E0-0F9A-4271-8930-477B65C1D7F5}" srcOrd="0" destOrd="0" presId="urn:microsoft.com/office/officeart/2005/8/layout/hierarchy4"/>
    <dgm:cxn modelId="{3790F61B-1E58-4AF8-B36D-59983DA5FEA3}" type="presParOf" srcId="{613E5036-BFCE-4217-86B3-25690563F862}" destId="{D2C282DD-DA78-46DC-A0AB-FC2132A17186}" srcOrd="1" destOrd="0" presId="urn:microsoft.com/office/officeart/2005/8/layout/hierarchy4"/>
    <dgm:cxn modelId="{B247527D-75C2-438A-AA20-BCCC54FEBCE9}" type="presParOf" srcId="{613E5036-BFCE-4217-86B3-25690563F862}" destId="{16717037-9A92-4BF6-81AF-257FDD1A9FB2}" srcOrd="2" destOrd="0" presId="urn:microsoft.com/office/officeart/2005/8/layout/hierarchy4"/>
    <dgm:cxn modelId="{BC13FAD3-C63B-4DA3-AC89-F0CFC5A7257B}" type="presParOf" srcId="{16717037-9A92-4BF6-81AF-257FDD1A9FB2}" destId="{EC8FD11D-B3F8-4311-B44C-3EB3160C7BE0}" srcOrd="0" destOrd="0" presId="urn:microsoft.com/office/officeart/2005/8/layout/hierarchy4"/>
    <dgm:cxn modelId="{76E4538A-78FB-470B-98AA-5AA4571A8566}" type="presParOf" srcId="{EC8FD11D-B3F8-4311-B44C-3EB3160C7BE0}" destId="{709D8ACC-7158-4AA0-A8DF-D59C00AF515A}" srcOrd="0" destOrd="0" presId="urn:microsoft.com/office/officeart/2005/8/layout/hierarchy4"/>
    <dgm:cxn modelId="{FB54E3A7-DD5B-45B3-9D24-FE11B4CD4098}" type="presParOf" srcId="{EC8FD11D-B3F8-4311-B44C-3EB3160C7BE0}" destId="{D56D5709-8931-421B-BEFC-D1F887D4AFED}" srcOrd="1" destOrd="0" presId="urn:microsoft.com/office/officeart/2005/8/layout/hierarchy4"/>
    <dgm:cxn modelId="{F9BA5C5C-DE26-4A99-B50A-1F3C6DD88364}" type="presParOf" srcId="{16717037-9A92-4BF6-81AF-257FDD1A9FB2}" destId="{95E75A9F-ECE9-43EE-AB61-2C7E22E3FEE1}" srcOrd="1" destOrd="0" presId="urn:microsoft.com/office/officeart/2005/8/layout/hierarchy4"/>
    <dgm:cxn modelId="{B0EB2BA8-1301-42E2-A48E-0284CD519AAE}" type="presParOf" srcId="{16717037-9A92-4BF6-81AF-257FDD1A9FB2}" destId="{C9A800D6-3CA3-448B-BCBF-243A611D8109}" srcOrd="2" destOrd="0" presId="urn:microsoft.com/office/officeart/2005/8/layout/hierarchy4"/>
    <dgm:cxn modelId="{9B7118F3-2E55-4228-9BA9-5F7A370F9035}" type="presParOf" srcId="{C9A800D6-3CA3-448B-BCBF-243A611D8109}" destId="{B47925A4-356D-4F47-815A-AF1CB19EEB44}" srcOrd="0" destOrd="0" presId="urn:microsoft.com/office/officeart/2005/8/layout/hierarchy4"/>
    <dgm:cxn modelId="{301A82B1-C868-46E9-B517-4EF9FEFDA199}" type="presParOf" srcId="{C9A800D6-3CA3-448B-BCBF-243A611D8109}" destId="{E24870A2-3DD5-4991-961F-FC1C08911062}" srcOrd="1" destOrd="0" presId="urn:microsoft.com/office/officeart/2005/8/layout/hierarchy4"/>
    <dgm:cxn modelId="{1FE17553-98D7-407F-97C4-607DB0306F16}" type="presParOf" srcId="{AA07CF35-5AB9-4458-9AE5-990BD23CBFA1}" destId="{12306E2C-5D0A-4CB1-B108-0D3C81CD51B1}" srcOrd="1" destOrd="0" presId="urn:microsoft.com/office/officeart/2005/8/layout/hierarchy4"/>
    <dgm:cxn modelId="{59A0B370-9D35-4D77-BF8A-BE8D5C8CD736}" type="presParOf" srcId="{AA07CF35-5AB9-4458-9AE5-990BD23CBFA1}" destId="{F7472171-D2FD-4EFC-BF4A-ECAB1FD6DF3D}" srcOrd="2" destOrd="0" presId="urn:microsoft.com/office/officeart/2005/8/layout/hierarchy4"/>
    <dgm:cxn modelId="{D8787A10-4B61-47ED-BC41-E41DC3844DAF}" type="presParOf" srcId="{F7472171-D2FD-4EFC-BF4A-ECAB1FD6DF3D}" destId="{A0AEF860-8DB9-40FA-8DA7-07F38BC36C7A}" srcOrd="0" destOrd="0" presId="urn:microsoft.com/office/officeart/2005/8/layout/hierarchy4"/>
    <dgm:cxn modelId="{D7B2EA71-DC30-4CD5-8345-3942A1B241D5}" type="presParOf" srcId="{F7472171-D2FD-4EFC-BF4A-ECAB1FD6DF3D}" destId="{D36D5751-B79E-4F21-830A-DC0634192E52}" srcOrd="1" destOrd="0" presId="urn:microsoft.com/office/officeart/2005/8/layout/hierarchy4"/>
    <dgm:cxn modelId="{9C7E0ECA-F9B0-46DF-94AE-FC509958BF25}" type="presParOf" srcId="{B552BE7D-7E0D-473D-9D89-A7A5A0A1319F}" destId="{3FAAE6D6-BFE1-4FFD-8C8E-0C67ADB71D1D}" srcOrd="1" destOrd="0" presId="urn:microsoft.com/office/officeart/2005/8/layout/hierarchy4"/>
    <dgm:cxn modelId="{C8FEEF4D-2EB4-4B10-9EDE-A0E150F60A1A}" type="presParOf" srcId="{B552BE7D-7E0D-473D-9D89-A7A5A0A1319F}" destId="{4E8F22CA-BE0C-4161-A4AA-15C935A846CE}" srcOrd="2" destOrd="0" presId="urn:microsoft.com/office/officeart/2005/8/layout/hierarchy4"/>
    <dgm:cxn modelId="{45EB72E0-69AA-4F3C-9D4C-BCBB256317B8}" type="presParOf" srcId="{4E8F22CA-BE0C-4161-A4AA-15C935A846CE}" destId="{25EDC498-9D6F-4771-B69A-ED3C98210EAE}" srcOrd="0" destOrd="0" presId="urn:microsoft.com/office/officeart/2005/8/layout/hierarchy4"/>
    <dgm:cxn modelId="{36F96AB8-7ACB-4A47-80C9-48B1575297A2}" type="presParOf" srcId="{4E8F22CA-BE0C-4161-A4AA-15C935A846CE}" destId="{4025618A-A61F-4EE1-AAEC-2AFB9C2D532C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BEA8613-8D23-41D8-9B98-0EE982021788}">
      <dsp:nvSpPr>
        <dsp:cNvPr id="0" name=""/>
        <dsp:cNvSpPr/>
      </dsp:nvSpPr>
      <dsp:spPr>
        <a:xfrm>
          <a:off x="0" y="5698418"/>
          <a:ext cx="10034178" cy="534297"/>
        </a:xfrm>
        <a:prstGeom prst="rec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0 – Graphics API Library</a:t>
          </a:r>
        </a:p>
      </dsp:txBody>
      <dsp:txXfrm>
        <a:off x="0" y="5698418"/>
        <a:ext cx="10034178" cy="288520"/>
      </dsp:txXfrm>
    </dsp:sp>
    <dsp:sp modelId="{4C7134A9-CFC0-42BE-BBE6-8013607503CF}">
      <dsp:nvSpPr>
        <dsp:cNvPr id="0" name=""/>
        <dsp:cNvSpPr/>
      </dsp:nvSpPr>
      <dsp:spPr>
        <a:xfrm>
          <a:off x="0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OpenGL</a:t>
          </a:r>
        </a:p>
      </dsp:txBody>
      <dsp:txXfrm>
        <a:off x="0" y="5976253"/>
        <a:ext cx="2508544" cy="245776"/>
      </dsp:txXfrm>
    </dsp:sp>
    <dsp:sp modelId="{520FB264-D8DB-4B38-B376-5705D5C983B6}">
      <dsp:nvSpPr>
        <dsp:cNvPr id="0" name=""/>
        <dsp:cNvSpPr/>
      </dsp:nvSpPr>
      <dsp:spPr>
        <a:xfrm>
          <a:off x="2508544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Vulkan</a:t>
          </a:r>
        </a:p>
      </dsp:txBody>
      <dsp:txXfrm>
        <a:off x="2508544" y="5976253"/>
        <a:ext cx="2508544" cy="245776"/>
      </dsp:txXfrm>
    </dsp:sp>
    <dsp:sp modelId="{C5159B75-F703-45A6-B07A-9C0B1993D0A2}">
      <dsp:nvSpPr>
        <dsp:cNvPr id="0" name=""/>
        <dsp:cNvSpPr/>
      </dsp:nvSpPr>
      <dsp:spPr>
        <a:xfrm>
          <a:off x="5017089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DirectX3D</a:t>
          </a:r>
        </a:p>
      </dsp:txBody>
      <dsp:txXfrm>
        <a:off x="5017089" y="5976253"/>
        <a:ext cx="2508544" cy="245776"/>
      </dsp:txXfrm>
    </dsp:sp>
    <dsp:sp modelId="{1EAF5CAF-32BE-4077-B3C4-D8B521020B21}">
      <dsp:nvSpPr>
        <dsp:cNvPr id="0" name=""/>
        <dsp:cNvSpPr/>
      </dsp:nvSpPr>
      <dsp:spPr>
        <a:xfrm>
          <a:off x="7525633" y="5976253"/>
          <a:ext cx="2508544" cy="245776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Metal</a:t>
          </a:r>
        </a:p>
      </dsp:txBody>
      <dsp:txXfrm>
        <a:off x="7525633" y="5976253"/>
        <a:ext cx="2508544" cy="245776"/>
      </dsp:txXfrm>
    </dsp:sp>
    <dsp:sp modelId="{1ADEB702-401C-4386-90EE-7702485DB93F}">
      <dsp:nvSpPr>
        <dsp:cNvPr id="0" name=""/>
        <dsp:cNvSpPr/>
      </dsp:nvSpPr>
      <dsp:spPr>
        <a:xfrm rot="10800000">
          <a:off x="0" y="4884683"/>
          <a:ext cx="10034178" cy="821749"/>
        </a:xfrm>
        <a:prstGeom prst="upArrowCallout">
          <a:avLst/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1 – Description Layer</a:t>
          </a:r>
        </a:p>
      </dsp:txBody>
      <dsp:txXfrm rot="-10800000">
        <a:off x="0" y="4884683"/>
        <a:ext cx="10034178" cy="288433"/>
      </dsp:txXfrm>
    </dsp:sp>
    <dsp:sp modelId="{C2CDED37-9DF3-42C4-8DC1-74C1BDD970F9}">
      <dsp:nvSpPr>
        <dsp:cNvPr id="0" name=""/>
        <dsp:cNvSpPr/>
      </dsp:nvSpPr>
      <dsp:spPr>
        <a:xfrm>
          <a:off x="1224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G</a:t>
          </a:r>
          <a:r>
            <a:rPr lang="pl-PL" sz="1200" kern="1200" noProof="0" dirty="0"/>
            <a:t>API</a:t>
          </a:r>
          <a:r>
            <a:rPr lang="en-US" sz="1200" kern="1200" noProof="0" dirty="0"/>
            <a:t>Type</a:t>
          </a:r>
        </a:p>
      </dsp:txBody>
      <dsp:txXfrm>
        <a:off x="1224" y="5173117"/>
        <a:ext cx="1433104" cy="245703"/>
      </dsp:txXfrm>
    </dsp:sp>
    <dsp:sp modelId="{2528012E-0E4A-465E-8142-992517B5BAF6}">
      <dsp:nvSpPr>
        <dsp:cNvPr id="0" name=""/>
        <dsp:cNvSpPr/>
      </dsp:nvSpPr>
      <dsp:spPr>
        <a:xfrm>
          <a:off x="1434328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DataType</a:t>
          </a:r>
        </a:p>
      </dsp:txBody>
      <dsp:txXfrm>
        <a:off x="1434328" y="5173117"/>
        <a:ext cx="1433104" cy="245703"/>
      </dsp:txXfrm>
    </dsp:sp>
    <dsp:sp modelId="{E6C8ED0A-87EE-4F77-8769-2AEBFF4FAC27}">
      <dsp:nvSpPr>
        <dsp:cNvPr id="0" name=""/>
        <dsp:cNvSpPr/>
      </dsp:nvSpPr>
      <dsp:spPr>
        <a:xfrm>
          <a:off x="2867432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Texture Spec</a:t>
          </a:r>
          <a:endParaRPr lang="en-US" sz="1200" kern="1200" noProof="0" dirty="0"/>
        </a:p>
      </dsp:txBody>
      <dsp:txXfrm>
        <a:off x="2867432" y="5173117"/>
        <a:ext cx="1433104" cy="245703"/>
      </dsp:txXfrm>
    </dsp:sp>
    <dsp:sp modelId="{91ACEBA4-CA3B-4797-9CBA-E327C7C0DA5E}">
      <dsp:nvSpPr>
        <dsp:cNvPr id="0" name=""/>
        <dsp:cNvSpPr/>
      </dsp:nvSpPr>
      <dsp:spPr>
        <a:xfrm>
          <a:off x="4300536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Buffer Spec</a:t>
          </a:r>
        </a:p>
      </dsp:txBody>
      <dsp:txXfrm>
        <a:off x="4300536" y="5173117"/>
        <a:ext cx="1433104" cy="245703"/>
      </dsp:txXfrm>
    </dsp:sp>
    <dsp:sp modelId="{E683D2D8-90F6-4B14-9B28-E562704B6548}">
      <dsp:nvSpPr>
        <dsp:cNvPr id="0" name=""/>
        <dsp:cNvSpPr/>
      </dsp:nvSpPr>
      <dsp:spPr>
        <a:xfrm>
          <a:off x="5733641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Frame Buffer Spec</a:t>
          </a:r>
        </a:p>
      </dsp:txBody>
      <dsp:txXfrm>
        <a:off x="5733641" y="5173117"/>
        <a:ext cx="1433104" cy="245703"/>
      </dsp:txXfrm>
    </dsp:sp>
    <dsp:sp modelId="{D76D0FC9-C91D-47CE-B4A9-AB7186C6A16D}">
      <dsp:nvSpPr>
        <dsp:cNvPr id="0" name=""/>
        <dsp:cNvSpPr/>
      </dsp:nvSpPr>
      <dsp:spPr>
        <a:xfrm>
          <a:off x="7166745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Shader Interface</a:t>
          </a:r>
        </a:p>
      </dsp:txBody>
      <dsp:txXfrm>
        <a:off x="7166745" y="5173117"/>
        <a:ext cx="1433104" cy="245703"/>
      </dsp:txXfrm>
    </dsp:sp>
    <dsp:sp modelId="{6750370E-625F-4CBE-AA52-1F7D8DBFDE3D}">
      <dsp:nvSpPr>
        <dsp:cNvPr id="0" name=""/>
        <dsp:cNvSpPr/>
      </dsp:nvSpPr>
      <dsp:spPr>
        <a:xfrm>
          <a:off x="8599849" y="5173117"/>
          <a:ext cx="1433104" cy="245703"/>
        </a:xfrm>
        <a:prstGeom prst="rect">
          <a:avLst/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Descriptor Library</a:t>
          </a:r>
        </a:p>
      </dsp:txBody>
      <dsp:txXfrm>
        <a:off x="8599849" y="5173117"/>
        <a:ext cx="1433104" cy="245703"/>
      </dsp:txXfrm>
    </dsp:sp>
    <dsp:sp modelId="{BD4D7166-D5DB-4159-863B-CEDD4EB41D67}">
      <dsp:nvSpPr>
        <dsp:cNvPr id="0" name=""/>
        <dsp:cNvSpPr/>
      </dsp:nvSpPr>
      <dsp:spPr>
        <a:xfrm rot="10800000">
          <a:off x="0" y="4070949"/>
          <a:ext cx="10034178" cy="821749"/>
        </a:xfrm>
        <a:prstGeom prst="upArrowCallou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2 – Resource Layer</a:t>
          </a:r>
        </a:p>
      </dsp:txBody>
      <dsp:txXfrm rot="-10800000">
        <a:off x="0" y="4070949"/>
        <a:ext cx="10034178" cy="288433"/>
      </dsp:txXfrm>
    </dsp:sp>
    <dsp:sp modelId="{7BCF40F3-06E5-4F54-91A1-DD1F46272372}">
      <dsp:nvSpPr>
        <dsp:cNvPr id="0" name=""/>
        <dsp:cNvSpPr/>
      </dsp:nvSpPr>
      <dsp:spPr>
        <a:xfrm>
          <a:off x="1224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Shader</a:t>
          </a:r>
        </a:p>
      </dsp:txBody>
      <dsp:txXfrm>
        <a:off x="1224" y="4359383"/>
        <a:ext cx="1114636" cy="245703"/>
      </dsp:txXfrm>
    </dsp:sp>
    <dsp:sp modelId="{0FC18337-179F-46AE-BFF8-59E98E63F8E2}">
      <dsp:nvSpPr>
        <dsp:cNvPr id="0" name=""/>
        <dsp:cNvSpPr/>
      </dsp:nvSpPr>
      <dsp:spPr>
        <a:xfrm>
          <a:off x="1115861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Program</a:t>
          </a:r>
        </a:p>
      </dsp:txBody>
      <dsp:txXfrm>
        <a:off x="1115861" y="4359383"/>
        <a:ext cx="1114636" cy="245703"/>
      </dsp:txXfrm>
    </dsp:sp>
    <dsp:sp modelId="{90629DF9-1DB8-4CF2-B803-B9E570A0695D}">
      <dsp:nvSpPr>
        <dsp:cNvPr id="0" name=""/>
        <dsp:cNvSpPr/>
      </dsp:nvSpPr>
      <dsp:spPr>
        <a:xfrm>
          <a:off x="2230497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Texture2D</a:t>
          </a:r>
        </a:p>
      </dsp:txBody>
      <dsp:txXfrm>
        <a:off x="2230497" y="4359383"/>
        <a:ext cx="1114636" cy="245703"/>
      </dsp:txXfrm>
    </dsp:sp>
    <dsp:sp modelId="{5992A6B8-0219-4F5A-8EC2-47F98682A23F}">
      <dsp:nvSpPr>
        <dsp:cNvPr id="0" name=""/>
        <dsp:cNvSpPr/>
      </dsp:nvSpPr>
      <dsp:spPr>
        <a:xfrm>
          <a:off x="3345134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DownStream</a:t>
          </a:r>
        </a:p>
      </dsp:txBody>
      <dsp:txXfrm>
        <a:off x="3345134" y="4359383"/>
        <a:ext cx="1114636" cy="245703"/>
      </dsp:txXfrm>
    </dsp:sp>
    <dsp:sp modelId="{35132EC7-0293-4969-9C16-AABBD27A5697}">
      <dsp:nvSpPr>
        <dsp:cNvPr id="0" name=""/>
        <dsp:cNvSpPr/>
      </dsp:nvSpPr>
      <dsp:spPr>
        <a:xfrm>
          <a:off x="4459770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UpStream</a:t>
          </a:r>
        </a:p>
      </dsp:txBody>
      <dsp:txXfrm>
        <a:off x="4459770" y="4359383"/>
        <a:ext cx="1114636" cy="245703"/>
      </dsp:txXfrm>
    </dsp:sp>
    <dsp:sp modelId="{39776FF9-EEC0-488B-9F7E-12FED8540329}">
      <dsp:nvSpPr>
        <dsp:cNvPr id="0" name=""/>
        <dsp:cNvSpPr/>
      </dsp:nvSpPr>
      <dsp:spPr>
        <a:xfrm>
          <a:off x="5574407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Static Buffer</a:t>
          </a:r>
        </a:p>
      </dsp:txBody>
      <dsp:txXfrm>
        <a:off x="5574407" y="4359383"/>
        <a:ext cx="1114636" cy="245703"/>
      </dsp:txXfrm>
    </dsp:sp>
    <dsp:sp modelId="{603C0190-FE66-40BC-B460-8B2E6B83823E}">
      <dsp:nvSpPr>
        <dsp:cNvPr id="0" name=""/>
        <dsp:cNvSpPr/>
      </dsp:nvSpPr>
      <dsp:spPr>
        <a:xfrm>
          <a:off x="6689043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78232" tIns="13970" rIns="78232" bIns="1397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Dynamic Buffer</a:t>
          </a:r>
        </a:p>
      </dsp:txBody>
      <dsp:txXfrm>
        <a:off x="6689043" y="4359383"/>
        <a:ext cx="1114636" cy="245703"/>
      </dsp:txXfrm>
    </dsp:sp>
    <dsp:sp modelId="{AD9B5315-1C9A-4E23-832C-80EF150FC74D}">
      <dsp:nvSpPr>
        <dsp:cNvPr id="0" name=""/>
        <dsp:cNvSpPr/>
      </dsp:nvSpPr>
      <dsp:spPr>
        <a:xfrm>
          <a:off x="7803680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Mesh Bindings</a:t>
          </a:r>
        </a:p>
      </dsp:txBody>
      <dsp:txXfrm>
        <a:off x="7803680" y="4359383"/>
        <a:ext cx="1114636" cy="245703"/>
      </dsp:txXfrm>
    </dsp:sp>
    <dsp:sp modelId="{9C4C9C14-02E5-4357-AD2A-88D13092EFC1}">
      <dsp:nvSpPr>
        <dsp:cNvPr id="0" name=""/>
        <dsp:cNvSpPr/>
      </dsp:nvSpPr>
      <dsp:spPr>
        <a:xfrm>
          <a:off x="8918316" y="4359383"/>
          <a:ext cx="1114636" cy="245703"/>
        </a:xfrm>
        <a:prstGeom prst="rect">
          <a:avLst/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Frame Buffer</a:t>
          </a:r>
        </a:p>
      </dsp:txBody>
      <dsp:txXfrm>
        <a:off x="8918316" y="4359383"/>
        <a:ext cx="1114636" cy="245703"/>
      </dsp:txXfrm>
    </dsp:sp>
    <dsp:sp modelId="{30C82F42-0C41-4309-A796-6DFF0C328086}">
      <dsp:nvSpPr>
        <dsp:cNvPr id="0" name=""/>
        <dsp:cNvSpPr/>
      </dsp:nvSpPr>
      <dsp:spPr>
        <a:xfrm rot="10800000">
          <a:off x="0" y="3257214"/>
          <a:ext cx="10034178" cy="821749"/>
        </a:xfrm>
        <a:prstGeom prst="upArrowCallout">
          <a:avLst/>
        </a:prstGeom>
        <a:gradFill rotWithShape="1">
          <a:gsLst>
            <a:gs pos="0">
              <a:schemeClr val="accent5">
                <a:satMod val="103000"/>
                <a:lumMod val="102000"/>
                <a:tint val="94000"/>
              </a:schemeClr>
            </a:gs>
            <a:gs pos="50000">
              <a:schemeClr val="accent5">
                <a:satMod val="110000"/>
                <a:lumMod val="100000"/>
                <a:shade val="100000"/>
              </a:schemeClr>
            </a:gs>
            <a:gs pos="100000">
              <a:schemeClr val="accent5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5"/>
        </a:lnRef>
        <a:fillRef idx="3">
          <a:schemeClr val="accent5"/>
        </a:fillRef>
        <a:effectRef idx="3">
          <a:schemeClr val="accent5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3 – Command Layer</a:t>
          </a:r>
        </a:p>
      </dsp:txBody>
      <dsp:txXfrm rot="-10800000">
        <a:off x="0" y="3257214"/>
        <a:ext cx="10034178" cy="288433"/>
      </dsp:txXfrm>
    </dsp:sp>
    <dsp:sp modelId="{83CAE08B-72B4-471B-A625-85950A64595F}">
      <dsp:nvSpPr>
        <dsp:cNvPr id="0" name=""/>
        <dsp:cNvSpPr/>
      </dsp:nvSpPr>
      <dsp:spPr>
        <a:xfrm>
          <a:off x="4899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 dirty="0"/>
            <a:t>Resource State Control</a:t>
          </a:r>
        </a:p>
      </dsp:txBody>
      <dsp:txXfrm>
        <a:off x="4899" y="3545648"/>
        <a:ext cx="3341459" cy="245703"/>
      </dsp:txXfrm>
    </dsp:sp>
    <dsp:sp modelId="{27FAB162-10F0-4D45-AABB-6EA1A57D4BBC}">
      <dsp:nvSpPr>
        <dsp:cNvPr id="0" name=""/>
        <dsp:cNvSpPr/>
      </dsp:nvSpPr>
      <dsp:spPr>
        <a:xfrm>
          <a:off x="3346359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 dirty="0"/>
            <a:t>Pipeline State Control</a:t>
          </a:r>
        </a:p>
      </dsp:txBody>
      <dsp:txXfrm>
        <a:off x="3346359" y="3545648"/>
        <a:ext cx="3341459" cy="245703"/>
      </dsp:txXfrm>
    </dsp:sp>
    <dsp:sp modelId="{1A13ED41-E69D-49E5-94F1-500B50827D5D}">
      <dsp:nvSpPr>
        <dsp:cNvPr id="0" name=""/>
        <dsp:cNvSpPr/>
      </dsp:nvSpPr>
      <dsp:spPr>
        <a:xfrm>
          <a:off x="6687818" y="3545648"/>
          <a:ext cx="3341459" cy="245703"/>
        </a:xfrm>
        <a:prstGeom prst="rect">
          <a:avLst/>
        </a:prstGeom>
        <a:gradFill rotWithShape="1">
          <a:gsLst>
            <a:gs pos="0">
              <a:schemeClr val="accent5">
                <a:lumMod val="110000"/>
                <a:satMod val="105000"/>
                <a:tint val="67000"/>
              </a:schemeClr>
            </a:gs>
            <a:gs pos="50000">
              <a:schemeClr val="accent5">
                <a:lumMod val="105000"/>
                <a:satMod val="103000"/>
                <a:tint val="73000"/>
              </a:schemeClr>
            </a:gs>
            <a:gs pos="100000">
              <a:schemeClr val="accent5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5"/>
          </a:solidFill>
          <a:prstDash val="solid"/>
          <a:miter lim="800000"/>
        </a:ln>
        <a:effectLst/>
      </dsp:spPr>
      <dsp:style>
        <a:lnRef idx="1">
          <a:schemeClr val="accent5"/>
        </a:lnRef>
        <a:fillRef idx="2">
          <a:schemeClr val="accent5"/>
        </a:fillRef>
        <a:effectRef idx="1">
          <a:schemeClr val="accent5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noProof="0" dirty="0"/>
            <a:t>Render Commands</a:t>
          </a:r>
        </a:p>
      </dsp:txBody>
      <dsp:txXfrm>
        <a:off x="6687818" y="3545648"/>
        <a:ext cx="3341459" cy="245703"/>
      </dsp:txXfrm>
    </dsp:sp>
    <dsp:sp modelId="{DB8D5B08-E642-4C95-AEE2-2EE97279618E}">
      <dsp:nvSpPr>
        <dsp:cNvPr id="0" name=""/>
        <dsp:cNvSpPr/>
      </dsp:nvSpPr>
      <dsp:spPr>
        <a:xfrm rot="10800000">
          <a:off x="0" y="2443479"/>
          <a:ext cx="10034178" cy="821749"/>
        </a:xfrm>
        <a:prstGeom prst="upArrowCallout">
          <a:avLst/>
        </a:prstGeom>
        <a:gradFill rotWithShape="1">
          <a:gsLst>
            <a:gs pos="0">
              <a:schemeClr val="accent4">
                <a:satMod val="103000"/>
                <a:lumMod val="102000"/>
                <a:tint val="94000"/>
              </a:schemeClr>
            </a:gs>
            <a:gs pos="50000">
              <a:schemeClr val="accent4">
                <a:satMod val="110000"/>
                <a:lumMod val="100000"/>
                <a:shade val="100000"/>
              </a:schemeClr>
            </a:gs>
            <a:gs pos="100000">
              <a:schemeClr val="accent4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4</a:t>
          </a:r>
          <a:r>
            <a:rPr lang="en-US" sz="1600" b="0" kern="1200" noProof="0" dirty="0"/>
            <a:t> – Render Context Layer</a:t>
          </a:r>
          <a:endParaRPr lang="en-US" sz="1600" kern="1200" noProof="0" dirty="0"/>
        </a:p>
      </dsp:txBody>
      <dsp:txXfrm rot="-10800000">
        <a:off x="0" y="2443479"/>
        <a:ext cx="10034178" cy="288433"/>
      </dsp:txXfrm>
    </dsp:sp>
    <dsp:sp modelId="{FEEF8D0A-6785-46F7-A04F-DEA7192DB78B}">
      <dsp:nvSpPr>
        <dsp:cNvPr id="0" name=""/>
        <dsp:cNvSpPr/>
      </dsp:nvSpPr>
      <dsp:spPr>
        <a:xfrm>
          <a:off x="4899" y="2731913"/>
          <a:ext cx="334145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Pipeline State</a:t>
          </a:r>
        </a:p>
      </dsp:txBody>
      <dsp:txXfrm>
        <a:off x="4899" y="2731913"/>
        <a:ext cx="3341459" cy="245703"/>
      </dsp:txXfrm>
    </dsp:sp>
    <dsp:sp modelId="{A7B24C85-3096-47D8-8DC1-1D2D3B2D9CB7}">
      <dsp:nvSpPr>
        <dsp:cNvPr id="0" name=""/>
        <dsp:cNvSpPr/>
      </dsp:nvSpPr>
      <dsp:spPr>
        <a:xfrm>
          <a:off x="3346359" y="2731913"/>
          <a:ext cx="334145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Resource Manager</a:t>
          </a:r>
        </a:p>
      </dsp:txBody>
      <dsp:txXfrm>
        <a:off x="3346359" y="2731913"/>
        <a:ext cx="3341459" cy="245703"/>
      </dsp:txXfrm>
    </dsp:sp>
    <dsp:sp modelId="{CCA88C01-9FBD-47C4-9510-B5437D342AB9}">
      <dsp:nvSpPr>
        <dsp:cNvPr id="0" name=""/>
        <dsp:cNvSpPr/>
      </dsp:nvSpPr>
      <dsp:spPr>
        <a:xfrm>
          <a:off x="6687818" y="2731913"/>
          <a:ext cx="3341459" cy="245703"/>
        </a:xfrm>
        <a:prstGeom prst="rect">
          <a:avLst/>
        </a:prstGeom>
        <a:gradFill rotWithShape="1">
          <a:gsLst>
            <a:gs pos="0">
              <a:schemeClr val="accent4">
                <a:lumMod val="110000"/>
                <a:satMod val="105000"/>
                <a:tint val="67000"/>
              </a:schemeClr>
            </a:gs>
            <a:gs pos="50000">
              <a:schemeClr val="accent4">
                <a:lumMod val="105000"/>
                <a:satMod val="103000"/>
                <a:tint val="73000"/>
              </a:schemeClr>
            </a:gs>
            <a:gs pos="100000">
              <a:schemeClr val="accent4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2">
          <a:schemeClr val="accent4"/>
        </a:fillRef>
        <a:effectRef idx="1">
          <a:schemeClr val="accent4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Command Queue</a:t>
          </a:r>
        </a:p>
      </dsp:txBody>
      <dsp:txXfrm>
        <a:off x="6687818" y="2731913"/>
        <a:ext cx="3341459" cy="245703"/>
      </dsp:txXfrm>
    </dsp:sp>
    <dsp:sp modelId="{416C4BCA-05E2-4068-BF2E-FCF79841AD70}">
      <dsp:nvSpPr>
        <dsp:cNvPr id="0" name=""/>
        <dsp:cNvSpPr/>
      </dsp:nvSpPr>
      <dsp:spPr>
        <a:xfrm rot="10800000">
          <a:off x="0" y="1629744"/>
          <a:ext cx="10034178" cy="821749"/>
        </a:xfrm>
        <a:prstGeom prst="upArrowCallout">
          <a:avLst/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3"/>
        </a:lnRef>
        <a:fillRef idx="3">
          <a:schemeClr val="accent3"/>
        </a:fillRef>
        <a:effectRef idx="3">
          <a:schemeClr val="accent3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5</a:t>
          </a:r>
          <a:r>
            <a:rPr lang="en-US" sz="1600" b="0" kern="1200" noProof="0" dirty="0"/>
            <a:t> – Representation Layer</a:t>
          </a:r>
        </a:p>
      </dsp:txBody>
      <dsp:txXfrm rot="-10800000">
        <a:off x="0" y="1629744"/>
        <a:ext cx="10034178" cy="288433"/>
      </dsp:txXfrm>
    </dsp:sp>
    <dsp:sp modelId="{9EE26BA9-B62A-4A3C-A87B-5A5A98BF9752}">
      <dsp:nvSpPr>
        <dsp:cNvPr id="0" name=""/>
        <dsp:cNvSpPr/>
      </dsp:nvSpPr>
      <dsp:spPr>
        <a:xfrm>
          <a:off x="1224" y="1918178"/>
          <a:ext cx="2006345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/>
            <a:t>Transform</a:t>
          </a:r>
          <a:endParaRPr lang="en-US" sz="1200" b="0" kern="1200" noProof="0" dirty="0"/>
        </a:p>
      </dsp:txBody>
      <dsp:txXfrm>
        <a:off x="1224" y="1918178"/>
        <a:ext cx="2006345" cy="245703"/>
      </dsp:txXfrm>
    </dsp:sp>
    <dsp:sp modelId="{44978CA2-C91D-43CA-BD1B-CC3C21D8E170}">
      <dsp:nvSpPr>
        <dsp:cNvPr id="0" name=""/>
        <dsp:cNvSpPr/>
      </dsp:nvSpPr>
      <dsp:spPr>
        <a:xfrm>
          <a:off x="2007570" y="1918178"/>
          <a:ext cx="2006345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Coordinates</a:t>
          </a:r>
        </a:p>
      </dsp:txBody>
      <dsp:txXfrm>
        <a:off x="2007570" y="1918178"/>
        <a:ext cx="2006345" cy="245703"/>
      </dsp:txXfrm>
    </dsp:sp>
    <dsp:sp modelId="{C21F342A-687A-4026-BE27-A58FDBCE85E0}">
      <dsp:nvSpPr>
        <dsp:cNvPr id="0" name=""/>
        <dsp:cNvSpPr/>
      </dsp:nvSpPr>
      <dsp:spPr>
        <a:xfrm>
          <a:off x="4013916" y="1918178"/>
          <a:ext cx="2006345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Camera</a:t>
          </a:r>
        </a:p>
      </dsp:txBody>
      <dsp:txXfrm>
        <a:off x="4013916" y="1918178"/>
        <a:ext cx="2006345" cy="245703"/>
      </dsp:txXfrm>
    </dsp:sp>
    <dsp:sp modelId="{A53BB24B-17ED-4E57-B2B4-F12C3722E5C4}">
      <dsp:nvSpPr>
        <dsp:cNvPr id="0" name=""/>
        <dsp:cNvSpPr/>
      </dsp:nvSpPr>
      <dsp:spPr>
        <a:xfrm>
          <a:off x="6020261" y="1918178"/>
          <a:ext cx="2006345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Lights</a:t>
          </a:r>
        </a:p>
      </dsp:txBody>
      <dsp:txXfrm>
        <a:off x="6020261" y="1918178"/>
        <a:ext cx="2006345" cy="245703"/>
      </dsp:txXfrm>
    </dsp:sp>
    <dsp:sp modelId="{19547BD3-46F7-4222-AF56-A30E846640FC}">
      <dsp:nvSpPr>
        <dsp:cNvPr id="0" name=""/>
        <dsp:cNvSpPr/>
      </dsp:nvSpPr>
      <dsp:spPr>
        <a:xfrm>
          <a:off x="8026607" y="1918178"/>
          <a:ext cx="2006345" cy="245703"/>
        </a:xfrm>
        <a:prstGeom prst="rect">
          <a:avLst/>
        </a:prstGeom>
        <a:gradFill rotWithShape="1">
          <a:gsLst>
            <a:gs pos="0">
              <a:schemeClr val="accent3">
                <a:lumMod val="110000"/>
                <a:satMod val="105000"/>
                <a:tint val="67000"/>
              </a:schemeClr>
            </a:gs>
            <a:gs pos="50000">
              <a:schemeClr val="accent3">
                <a:lumMod val="105000"/>
                <a:satMod val="103000"/>
                <a:tint val="73000"/>
              </a:schemeClr>
            </a:gs>
            <a:gs pos="100000">
              <a:schemeClr val="accent3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3"/>
          </a:solidFill>
          <a:prstDash val="solid"/>
          <a:miter lim="800000"/>
        </a:ln>
        <a:effectLst/>
      </dsp:spPr>
      <dsp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Assets</a:t>
          </a:r>
        </a:p>
      </dsp:txBody>
      <dsp:txXfrm>
        <a:off x="8026607" y="1918178"/>
        <a:ext cx="2006345" cy="245703"/>
      </dsp:txXfrm>
    </dsp:sp>
    <dsp:sp modelId="{DE0371E9-CAE6-48FD-B047-BCC1719221B4}">
      <dsp:nvSpPr>
        <dsp:cNvPr id="0" name=""/>
        <dsp:cNvSpPr/>
      </dsp:nvSpPr>
      <dsp:spPr>
        <a:xfrm rot="10800000">
          <a:off x="0" y="816009"/>
          <a:ext cx="10034178" cy="821749"/>
        </a:xfrm>
        <a:prstGeom prst="upArrowCallout">
          <a:avLst/>
        </a:prstGeom>
        <a:gradFill rotWithShape="1">
          <a:gsLst>
            <a:gs pos="0">
              <a:schemeClr val="accent2">
                <a:satMod val="103000"/>
                <a:lumMod val="102000"/>
                <a:tint val="94000"/>
              </a:schemeClr>
            </a:gs>
            <a:gs pos="50000">
              <a:schemeClr val="accent2">
                <a:satMod val="110000"/>
                <a:lumMod val="100000"/>
                <a:shade val="100000"/>
              </a:schemeClr>
            </a:gs>
            <a:gs pos="100000">
              <a:schemeClr val="accent2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6 – Render Layer</a:t>
          </a:r>
        </a:p>
      </dsp:txBody>
      <dsp:txXfrm rot="-10800000">
        <a:off x="0" y="816009"/>
        <a:ext cx="10034178" cy="288433"/>
      </dsp:txXfrm>
    </dsp:sp>
    <dsp:sp modelId="{A0FC7889-D654-43E6-83A5-E01BC73A0527}">
      <dsp:nvSpPr>
        <dsp:cNvPr id="0" name=""/>
        <dsp:cNvSpPr/>
      </dsp:nvSpPr>
      <dsp:spPr>
        <a:xfrm>
          <a:off x="1224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2D Renderer</a:t>
          </a:r>
        </a:p>
      </dsp:txBody>
      <dsp:txXfrm>
        <a:off x="1224" y="1104443"/>
        <a:ext cx="2006345" cy="245703"/>
      </dsp:txXfrm>
    </dsp:sp>
    <dsp:sp modelId="{06479DB7-2C16-4124-865E-00ABCEE5ACDC}">
      <dsp:nvSpPr>
        <dsp:cNvPr id="0" name=""/>
        <dsp:cNvSpPr/>
      </dsp:nvSpPr>
      <dsp:spPr>
        <a:xfrm>
          <a:off x="2007570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Geometry Renderer</a:t>
          </a:r>
        </a:p>
      </dsp:txBody>
      <dsp:txXfrm>
        <a:off x="2007570" y="1104443"/>
        <a:ext cx="2006345" cy="245703"/>
      </dsp:txXfrm>
    </dsp:sp>
    <dsp:sp modelId="{14320433-9796-4777-BC67-0B323166DC2C}">
      <dsp:nvSpPr>
        <dsp:cNvPr id="0" name=""/>
        <dsp:cNvSpPr/>
      </dsp:nvSpPr>
      <dsp:spPr>
        <a:xfrm>
          <a:off x="4013916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Deferred Renderer</a:t>
          </a:r>
        </a:p>
      </dsp:txBody>
      <dsp:txXfrm>
        <a:off x="4013916" y="1104443"/>
        <a:ext cx="2006345" cy="245703"/>
      </dsp:txXfrm>
    </dsp:sp>
    <dsp:sp modelId="{109BEEAF-629A-4A82-A2A0-4847FD261716}">
      <dsp:nvSpPr>
        <dsp:cNvPr id="0" name=""/>
        <dsp:cNvSpPr/>
      </dsp:nvSpPr>
      <dsp:spPr>
        <a:xfrm>
          <a:off x="6020261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Forward Renderer</a:t>
          </a:r>
        </a:p>
      </dsp:txBody>
      <dsp:txXfrm>
        <a:off x="6020261" y="1104443"/>
        <a:ext cx="2006345" cy="245703"/>
      </dsp:txXfrm>
    </dsp:sp>
    <dsp:sp modelId="{9C17246C-7A43-46BE-B9A9-026CA5F44B39}">
      <dsp:nvSpPr>
        <dsp:cNvPr id="0" name=""/>
        <dsp:cNvSpPr/>
      </dsp:nvSpPr>
      <dsp:spPr>
        <a:xfrm>
          <a:off x="8026607" y="1104443"/>
          <a:ext cx="2006345" cy="245703"/>
        </a:xfrm>
        <a:prstGeom prst="rect">
          <a:avLst/>
        </a:prstGeom>
        <a:gradFill rotWithShape="1">
          <a:gsLst>
            <a:gs pos="0">
              <a:schemeClr val="accent2">
                <a:lumMod val="110000"/>
                <a:satMod val="105000"/>
                <a:tint val="67000"/>
              </a:schemeClr>
            </a:gs>
            <a:gs pos="50000">
              <a:schemeClr val="accent2">
                <a:lumMod val="105000"/>
                <a:satMod val="103000"/>
                <a:tint val="73000"/>
              </a:schemeClr>
            </a:gs>
            <a:gs pos="100000">
              <a:schemeClr val="accent2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VFX Renderer</a:t>
          </a:r>
        </a:p>
      </dsp:txBody>
      <dsp:txXfrm>
        <a:off x="8026607" y="1104443"/>
        <a:ext cx="2006345" cy="245703"/>
      </dsp:txXfrm>
    </dsp:sp>
    <dsp:sp modelId="{027CF994-8182-447A-9A5E-01709396860B}">
      <dsp:nvSpPr>
        <dsp:cNvPr id="0" name=""/>
        <dsp:cNvSpPr/>
      </dsp:nvSpPr>
      <dsp:spPr>
        <a:xfrm rot="10800000">
          <a:off x="0" y="2274"/>
          <a:ext cx="10034178" cy="821749"/>
        </a:xfrm>
        <a:prstGeom prst="upArrowCallou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7 – Integration Layer</a:t>
          </a:r>
        </a:p>
      </dsp:txBody>
      <dsp:txXfrm rot="-10800000">
        <a:off x="0" y="2274"/>
        <a:ext cx="10034178" cy="288433"/>
      </dsp:txXfrm>
    </dsp:sp>
    <dsp:sp modelId="{1B6D6FA3-24C3-4B01-B77A-EF0920B3D103}">
      <dsp:nvSpPr>
        <dsp:cNvPr id="0" name=""/>
        <dsp:cNvSpPr/>
      </dsp:nvSpPr>
      <dsp:spPr>
        <a:xfrm>
          <a:off x="4899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Render Director</a:t>
          </a:r>
        </a:p>
      </dsp:txBody>
      <dsp:txXfrm>
        <a:off x="4899" y="290708"/>
        <a:ext cx="3341459" cy="245703"/>
      </dsp:txXfrm>
    </dsp:sp>
    <dsp:sp modelId="{520087BB-6474-48FA-BADE-554E1121AB89}">
      <dsp:nvSpPr>
        <dsp:cNvPr id="0" name=""/>
        <dsp:cNvSpPr/>
      </dsp:nvSpPr>
      <dsp:spPr>
        <a:xfrm>
          <a:off x="3346359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Scene Renderer</a:t>
          </a:r>
        </a:p>
      </dsp:txBody>
      <dsp:txXfrm>
        <a:off x="3346359" y="290708"/>
        <a:ext cx="3341459" cy="245703"/>
      </dsp:txXfrm>
    </dsp:sp>
    <dsp:sp modelId="{4F5DC906-8F73-4978-95C1-63026105B9EA}">
      <dsp:nvSpPr>
        <dsp:cNvPr id="0" name=""/>
        <dsp:cNvSpPr/>
      </dsp:nvSpPr>
      <dsp:spPr>
        <a:xfrm>
          <a:off x="6687818" y="290708"/>
          <a:ext cx="3341459" cy="245703"/>
        </a:xfrm>
        <a:prstGeom prst="rect">
          <a:avLst/>
        </a:prstGeom>
        <a:gradFill rotWithShape="1">
          <a:gsLst>
            <a:gs pos="0">
              <a:schemeClr val="accent1">
                <a:lumMod val="110000"/>
                <a:satMod val="105000"/>
                <a:tint val="67000"/>
              </a:schemeClr>
            </a:gs>
            <a:gs pos="50000">
              <a:schemeClr val="accent1">
                <a:lumMod val="105000"/>
                <a:satMod val="103000"/>
                <a:tint val="73000"/>
              </a:schemeClr>
            </a:gs>
            <a:gs pos="100000">
              <a:schemeClr val="accent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1"/>
          </a:solidFill>
          <a:prstDash val="solid"/>
          <a:miter lim="800000"/>
        </a:ln>
        <a:effectLst/>
      </dsp:spPr>
      <dsp:style>
        <a:lnRef idx="1">
          <a:schemeClr val="accent1"/>
        </a:lnRef>
        <a:fillRef idx="2">
          <a:schemeClr val="accent1"/>
        </a:fillRef>
        <a:effectRef idx="1">
          <a:schemeClr val="accent1"/>
        </a:effectRef>
        <a:fontRef idx="minor">
          <a:schemeClr val="dk1"/>
        </a:fontRef>
      </dsp:style>
      <dsp:txBody>
        <a:bodyPr spcFirstLastPara="0" vert="horz" wrap="square" lIns="85344" tIns="15240" rIns="85344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noProof="0" dirty="0"/>
            <a:t>UI Renderer</a:t>
          </a:r>
        </a:p>
      </dsp:txBody>
      <dsp:txXfrm>
        <a:off x="6687818" y="290708"/>
        <a:ext cx="3341459" cy="24570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2A819C-0492-415D-93BA-8DABF228CA62}">
      <dsp:nvSpPr>
        <dsp:cNvPr id="0" name=""/>
        <dsp:cNvSpPr/>
      </dsp:nvSpPr>
      <dsp:spPr>
        <a:xfrm>
          <a:off x="0" y="5698418"/>
          <a:ext cx="2682643" cy="534297"/>
        </a:xfrm>
        <a:prstGeom prst="rec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0 – Graphics API Layer</a:t>
          </a:r>
        </a:p>
      </dsp:txBody>
      <dsp:txXfrm>
        <a:off x="0" y="5698418"/>
        <a:ext cx="2682643" cy="534297"/>
      </dsp:txXfrm>
    </dsp:sp>
    <dsp:sp modelId="{F44D84BB-4D82-4D22-AB84-931EDDB52237}">
      <dsp:nvSpPr>
        <dsp:cNvPr id="0" name=""/>
        <dsp:cNvSpPr/>
      </dsp:nvSpPr>
      <dsp:spPr>
        <a:xfrm rot="10800000">
          <a:off x="0" y="4884683"/>
          <a:ext cx="2682643" cy="821749"/>
        </a:xfrm>
        <a:prstGeom prst="upArrowCallout">
          <a:avLst/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noProof="0" dirty="0">
              <a:solidFill>
                <a:srgbClr val="FF0000"/>
              </a:solidFill>
            </a:rPr>
            <a:t>&gt; 1 – Description Layer &lt;</a:t>
          </a:r>
        </a:p>
      </dsp:txBody>
      <dsp:txXfrm rot="10800000">
        <a:off x="0" y="4884683"/>
        <a:ext cx="2682643" cy="533948"/>
      </dsp:txXfrm>
    </dsp:sp>
    <dsp:sp modelId="{EAC5A75C-3ABE-44A2-8907-E4140A97C1E0}">
      <dsp:nvSpPr>
        <dsp:cNvPr id="0" name=""/>
        <dsp:cNvSpPr/>
      </dsp:nvSpPr>
      <dsp:spPr>
        <a:xfrm rot="10800000">
          <a:off x="0" y="4070949"/>
          <a:ext cx="2682643" cy="821749"/>
        </a:xfrm>
        <a:prstGeom prst="upArrowCallou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2 – Resource Layer</a:t>
          </a:r>
        </a:p>
      </dsp:txBody>
      <dsp:txXfrm rot="10800000">
        <a:off x="0" y="4070949"/>
        <a:ext cx="2682643" cy="533948"/>
      </dsp:txXfrm>
    </dsp:sp>
    <dsp:sp modelId="{CC90F8F4-F48D-4DB1-9179-26CCF2BFE1A2}">
      <dsp:nvSpPr>
        <dsp:cNvPr id="0" name=""/>
        <dsp:cNvSpPr/>
      </dsp:nvSpPr>
      <dsp:spPr>
        <a:xfrm rot="10800000">
          <a:off x="0" y="3257214"/>
          <a:ext cx="2682643" cy="821749"/>
        </a:xfrm>
        <a:prstGeom prst="upArrowCallout">
          <a:avLst/>
        </a:prstGeom>
        <a:gradFill rotWithShape="1">
          <a:gsLst>
            <a:gs pos="0">
              <a:schemeClr val="accent5">
                <a:satMod val="103000"/>
                <a:lumMod val="102000"/>
                <a:tint val="94000"/>
              </a:schemeClr>
            </a:gs>
            <a:gs pos="50000">
              <a:schemeClr val="accent5">
                <a:satMod val="110000"/>
                <a:lumMod val="100000"/>
                <a:shade val="100000"/>
              </a:schemeClr>
            </a:gs>
            <a:gs pos="100000">
              <a:schemeClr val="accent5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5"/>
        </a:lnRef>
        <a:fillRef idx="3">
          <a:schemeClr val="accent5"/>
        </a:fillRef>
        <a:effectRef idx="3">
          <a:schemeClr val="accent5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3 – Command Layer</a:t>
          </a:r>
        </a:p>
      </dsp:txBody>
      <dsp:txXfrm rot="10800000">
        <a:off x="0" y="3257214"/>
        <a:ext cx="2682643" cy="533948"/>
      </dsp:txXfrm>
    </dsp:sp>
    <dsp:sp modelId="{24D0BC81-A687-4ECE-A51B-5DFE2CF771EA}">
      <dsp:nvSpPr>
        <dsp:cNvPr id="0" name=""/>
        <dsp:cNvSpPr/>
      </dsp:nvSpPr>
      <dsp:spPr>
        <a:xfrm rot="10800000">
          <a:off x="0" y="2443479"/>
          <a:ext cx="2682643" cy="821749"/>
        </a:xfrm>
        <a:prstGeom prst="upArrowCallout">
          <a:avLst/>
        </a:prstGeom>
        <a:gradFill rotWithShape="1">
          <a:gsLst>
            <a:gs pos="0">
              <a:schemeClr val="accent4">
                <a:satMod val="103000"/>
                <a:lumMod val="102000"/>
                <a:tint val="94000"/>
              </a:schemeClr>
            </a:gs>
            <a:gs pos="50000">
              <a:schemeClr val="accent4">
                <a:satMod val="110000"/>
                <a:lumMod val="100000"/>
                <a:shade val="100000"/>
              </a:schemeClr>
            </a:gs>
            <a:gs pos="100000">
              <a:schemeClr val="accent4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4 – Render Context Layer</a:t>
          </a:r>
        </a:p>
      </dsp:txBody>
      <dsp:txXfrm rot="10800000">
        <a:off x="0" y="2443479"/>
        <a:ext cx="2682643" cy="533948"/>
      </dsp:txXfrm>
    </dsp:sp>
    <dsp:sp modelId="{E7721F18-C2E7-40DB-A6DF-077F19E12852}">
      <dsp:nvSpPr>
        <dsp:cNvPr id="0" name=""/>
        <dsp:cNvSpPr/>
      </dsp:nvSpPr>
      <dsp:spPr>
        <a:xfrm rot="10800000">
          <a:off x="0" y="1629744"/>
          <a:ext cx="2682643" cy="821749"/>
        </a:xfrm>
        <a:prstGeom prst="upArrowCallout">
          <a:avLst/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3"/>
        </a:lnRef>
        <a:fillRef idx="3">
          <a:schemeClr val="accent3"/>
        </a:fillRef>
        <a:effectRef idx="3">
          <a:schemeClr val="accent3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5 – Representation Layer</a:t>
          </a:r>
        </a:p>
      </dsp:txBody>
      <dsp:txXfrm rot="10800000">
        <a:off x="0" y="1629744"/>
        <a:ext cx="2682643" cy="533948"/>
      </dsp:txXfrm>
    </dsp:sp>
    <dsp:sp modelId="{EB973E16-5EFD-451A-8BC2-5210A9069A5F}">
      <dsp:nvSpPr>
        <dsp:cNvPr id="0" name=""/>
        <dsp:cNvSpPr/>
      </dsp:nvSpPr>
      <dsp:spPr>
        <a:xfrm rot="10800000">
          <a:off x="0" y="816009"/>
          <a:ext cx="2682643" cy="821749"/>
        </a:xfrm>
        <a:prstGeom prst="upArrowCallout">
          <a:avLst/>
        </a:prstGeom>
        <a:gradFill rotWithShape="1">
          <a:gsLst>
            <a:gs pos="0">
              <a:schemeClr val="accent2">
                <a:satMod val="103000"/>
                <a:lumMod val="102000"/>
                <a:tint val="94000"/>
              </a:schemeClr>
            </a:gs>
            <a:gs pos="50000">
              <a:schemeClr val="accent2">
                <a:satMod val="110000"/>
                <a:lumMod val="100000"/>
                <a:shade val="100000"/>
              </a:schemeClr>
            </a:gs>
            <a:gs pos="100000">
              <a:schemeClr val="accent2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6</a:t>
          </a:r>
          <a:r>
            <a:rPr lang="en-US" sz="1600" b="0" kern="1200" noProof="0" dirty="0"/>
            <a:t> – Render Layer</a:t>
          </a:r>
        </a:p>
      </dsp:txBody>
      <dsp:txXfrm rot="10800000">
        <a:off x="0" y="816009"/>
        <a:ext cx="2682643" cy="533948"/>
      </dsp:txXfrm>
    </dsp:sp>
    <dsp:sp modelId="{3DF89B0C-C280-49DB-91D6-BFC9CDC132DA}">
      <dsp:nvSpPr>
        <dsp:cNvPr id="0" name=""/>
        <dsp:cNvSpPr/>
      </dsp:nvSpPr>
      <dsp:spPr>
        <a:xfrm rot="10800000">
          <a:off x="0" y="2274"/>
          <a:ext cx="2682643" cy="821749"/>
        </a:xfrm>
        <a:prstGeom prst="upArrowCallou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7 </a:t>
          </a:r>
          <a:r>
            <a:rPr lang="en-US" sz="1600" b="0" kern="1200" noProof="0" dirty="0"/>
            <a:t>– Integration Layer</a:t>
          </a:r>
        </a:p>
      </dsp:txBody>
      <dsp:txXfrm rot="10800000">
        <a:off x="0" y="2274"/>
        <a:ext cx="2682643" cy="53394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05E12-1248-48F5-8D4B-431782FA236A}">
      <dsp:nvSpPr>
        <dsp:cNvPr id="0" name=""/>
        <dsp:cNvSpPr/>
      </dsp:nvSpPr>
      <dsp:spPr>
        <a:xfrm>
          <a:off x="4250" y="168359"/>
          <a:ext cx="1449370" cy="724685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Data</a:t>
          </a:r>
        </a:p>
      </dsp:txBody>
      <dsp:txXfrm>
        <a:off x="25475" y="189584"/>
        <a:ext cx="1406920" cy="682235"/>
      </dsp:txXfrm>
    </dsp:sp>
    <dsp:sp modelId="{9EE1D9D3-C088-4EA5-AE21-62C6FF3D06C5}">
      <dsp:nvSpPr>
        <dsp:cNvPr id="0" name=""/>
        <dsp:cNvSpPr/>
      </dsp:nvSpPr>
      <dsp:spPr>
        <a:xfrm>
          <a:off x="149187" y="893045"/>
          <a:ext cx="144937" cy="63523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635237"/>
              </a:lnTo>
              <a:lnTo>
                <a:pt x="144937" y="635237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114F77B0-7667-44EF-8FEB-98CDBE09B8E3}">
      <dsp:nvSpPr>
        <dsp:cNvPr id="0" name=""/>
        <dsp:cNvSpPr/>
      </dsp:nvSpPr>
      <dsp:spPr>
        <a:xfrm>
          <a:off x="294124" y="1074216"/>
          <a:ext cx="1352483" cy="908132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Enums: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Primitive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Structure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Type</a:t>
          </a:r>
        </a:p>
      </dsp:txBody>
      <dsp:txXfrm>
        <a:off x="320722" y="1100814"/>
        <a:ext cx="1299287" cy="854936"/>
      </dsp:txXfrm>
    </dsp:sp>
    <dsp:sp modelId="{2F335628-9DA2-4115-9775-E01B33576291}">
      <dsp:nvSpPr>
        <dsp:cNvPr id="0" name=""/>
        <dsp:cNvSpPr/>
      </dsp:nvSpPr>
      <dsp:spPr>
        <a:xfrm>
          <a:off x="149187" y="893045"/>
          <a:ext cx="144937" cy="21769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176980"/>
              </a:lnTo>
              <a:lnTo>
                <a:pt x="144937" y="217698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453E647A-381B-4D94-9614-FDEEC97DBBEB}">
      <dsp:nvSpPr>
        <dsp:cNvPr id="0" name=""/>
        <dsp:cNvSpPr/>
      </dsp:nvSpPr>
      <dsp:spPr>
        <a:xfrm>
          <a:off x="294124" y="2163520"/>
          <a:ext cx="1336215" cy="181301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Helpers</a:t>
          </a:r>
          <a:r>
            <a:rPr lang="en-US" sz="1200" kern="1200" noProof="0" dirty="0"/>
            <a:t>: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SizeOfType()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SizeOfPrimitive()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PrimitiveInType()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StructureInType()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CountInVector()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TypeOfMatrix()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RowsOfMatrix()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ColumnsOfMatrix()</a:t>
          </a:r>
        </a:p>
      </dsp:txBody>
      <dsp:txXfrm>
        <a:off x="333260" y="2202656"/>
        <a:ext cx="1257943" cy="1734738"/>
      </dsp:txXfrm>
    </dsp:sp>
    <dsp:sp modelId="{67B7E5DB-12CD-48F7-B2B1-DD2BAEA75AB6}">
      <dsp:nvSpPr>
        <dsp:cNvPr id="0" name=""/>
        <dsp:cNvSpPr/>
      </dsp:nvSpPr>
      <dsp:spPr>
        <a:xfrm>
          <a:off x="1815963" y="168359"/>
          <a:ext cx="1449370" cy="724685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Texture</a:t>
          </a:r>
        </a:p>
      </dsp:txBody>
      <dsp:txXfrm>
        <a:off x="1837188" y="189584"/>
        <a:ext cx="1406920" cy="682235"/>
      </dsp:txXfrm>
    </dsp:sp>
    <dsp:sp modelId="{638D242F-D07F-4171-A4F8-C45E06B59CBD}">
      <dsp:nvSpPr>
        <dsp:cNvPr id="0" name=""/>
        <dsp:cNvSpPr/>
      </dsp:nvSpPr>
      <dsp:spPr>
        <a:xfrm>
          <a:off x="1960900" y="893045"/>
          <a:ext cx="144937" cy="109606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96068"/>
              </a:lnTo>
              <a:lnTo>
                <a:pt x="144937" y="1096068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9353EFA6-21CE-4E6C-9527-D9EDDC8DA301}">
      <dsp:nvSpPr>
        <dsp:cNvPr id="0" name=""/>
        <dsp:cNvSpPr/>
      </dsp:nvSpPr>
      <dsp:spPr>
        <a:xfrm>
          <a:off x="2105837" y="1074216"/>
          <a:ext cx="1372171" cy="1829794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Enums: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Type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Usage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Components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Format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Wrapping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Filtering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Mipmapping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AnisotropicFiltering</a:t>
          </a:r>
        </a:p>
      </dsp:txBody>
      <dsp:txXfrm>
        <a:off x="2146027" y="1114406"/>
        <a:ext cx="1291791" cy="1749414"/>
      </dsp:txXfrm>
    </dsp:sp>
    <dsp:sp modelId="{8788C051-7194-4FE8-83C7-413CFF1784E3}">
      <dsp:nvSpPr>
        <dsp:cNvPr id="0" name=""/>
        <dsp:cNvSpPr/>
      </dsp:nvSpPr>
      <dsp:spPr>
        <a:xfrm>
          <a:off x="1960900" y="893045"/>
          <a:ext cx="144937" cy="236625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366253"/>
              </a:lnTo>
              <a:lnTo>
                <a:pt x="144937" y="236625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B30C157-5012-446C-AD2E-7399100A6EC8}">
      <dsp:nvSpPr>
        <dsp:cNvPr id="0" name=""/>
        <dsp:cNvSpPr/>
      </dsp:nvSpPr>
      <dsp:spPr>
        <a:xfrm>
          <a:off x="2105837" y="3085182"/>
          <a:ext cx="1372646" cy="348233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Archetype</a:t>
          </a:r>
          <a:endParaRPr lang="en-US" sz="1100" kern="1200" dirty="0"/>
        </a:p>
      </dsp:txBody>
      <dsp:txXfrm>
        <a:off x="2116036" y="3095381"/>
        <a:ext cx="1352248" cy="327835"/>
      </dsp:txXfrm>
    </dsp:sp>
    <dsp:sp modelId="{2FDB4373-0C9D-4A89-9C4B-1FE018088401}">
      <dsp:nvSpPr>
        <dsp:cNvPr id="0" name=""/>
        <dsp:cNvSpPr/>
      </dsp:nvSpPr>
      <dsp:spPr>
        <a:xfrm>
          <a:off x="1960900" y="893045"/>
          <a:ext cx="144937" cy="31747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174719"/>
              </a:lnTo>
              <a:lnTo>
                <a:pt x="144937" y="3174719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DD74401-0BC7-47B5-94A5-27CC8418BB9B}">
      <dsp:nvSpPr>
        <dsp:cNvPr id="0" name=""/>
        <dsp:cNvSpPr/>
      </dsp:nvSpPr>
      <dsp:spPr>
        <a:xfrm>
          <a:off x="2105837" y="3614586"/>
          <a:ext cx="1372646" cy="906356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t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Specification</a:t>
          </a:r>
          <a:endParaRPr lang="en-US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Archetype ID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Usage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dirty="0"/>
            <a:t>Resolution</a:t>
          </a:r>
        </a:p>
      </dsp:txBody>
      <dsp:txXfrm>
        <a:off x="2132383" y="3641132"/>
        <a:ext cx="1319554" cy="853264"/>
      </dsp:txXfrm>
    </dsp:sp>
    <dsp:sp modelId="{B8DC1253-DC93-428A-B489-CD6371E7DFA5}">
      <dsp:nvSpPr>
        <dsp:cNvPr id="0" name=""/>
        <dsp:cNvSpPr/>
      </dsp:nvSpPr>
      <dsp:spPr>
        <a:xfrm>
          <a:off x="1960900" y="893045"/>
          <a:ext cx="144937" cy="405411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054114"/>
              </a:lnTo>
              <a:lnTo>
                <a:pt x="144937" y="4054114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94D1C4D-C4AD-457D-90BE-68C8423F4849}">
      <dsp:nvSpPr>
        <dsp:cNvPr id="0" name=""/>
        <dsp:cNvSpPr/>
      </dsp:nvSpPr>
      <dsp:spPr>
        <a:xfrm>
          <a:off x="2105837" y="4702114"/>
          <a:ext cx="1373667" cy="49009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Helpers</a:t>
          </a:r>
          <a:r>
            <a:rPr lang="en-US" sz="1100" kern="1200" dirty="0"/>
            <a:t>:</a:t>
          </a:r>
        </a:p>
        <a:p>
          <a:pPr marL="57150" lvl="1" indent="-57150" algn="l" defTabSz="444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000" kern="1200" dirty="0"/>
            <a:t>ComponentsInFormat</a:t>
          </a:r>
          <a:r>
            <a:rPr lang="en-US" sz="1100" kern="1200" dirty="0"/>
            <a:t>()</a:t>
          </a:r>
        </a:p>
      </dsp:txBody>
      <dsp:txXfrm>
        <a:off x="2120191" y="4716468"/>
        <a:ext cx="1344959" cy="461382"/>
      </dsp:txXfrm>
    </dsp:sp>
    <dsp:sp modelId="{1A2777A3-428A-4D15-9073-7AE18AFECD7E}">
      <dsp:nvSpPr>
        <dsp:cNvPr id="0" name=""/>
        <dsp:cNvSpPr/>
      </dsp:nvSpPr>
      <dsp:spPr>
        <a:xfrm>
          <a:off x="3627677" y="168359"/>
          <a:ext cx="1449370" cy="724685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Buffer</a:t>
          </a:r>
        </a:p>
      </dsp:txBody>
      <dsp:txXfrm>
        <a:off x="3648902" y="189584"/>
        <a:ext cx="1406920" cy="682235"/>
      </dsp:txXfrm>
    </dsp:sp>
    <dsp:sp modelId="{D2D35BBB-E0B1-402C-BD33-00B171E41712}">
      <dsp:nvSpPr>
        <dsp:cNvPr id="0" name=""/>
        <dsp:cNvSpPr/>
      </dsp:nvSpPr>
      <dsp:spPr>
        <a:xfrm>
          <a:off x="3772614" y="893045"/>
          <a:ext cx="144937" cy="54351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543514"/>
              </a:lnTo>
              <a:lnTo>
                <a:pt x="144937" y="543514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E3BEAB2F-8E3A-48A4-86B9-10CA88470235}">
      <dsp:nvSpPr>
        <dsp:cNvPr id="0" name=""/>
        <dsp:cNvSpPr/>
      </dsp:nvSpPr>
      <dsp:spPr>
        <a:xfrm>
          <a:off x="3917551" y="1074216"/>
          <a:ext cx="1159496" cy="724685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Enums</a:t>
          </a:r>
          <a:r>
            <a:rPr lang="en-US" sz="1000" kern="1200" noProof="0" dirty="0"/>
            <a:t>: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Usage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LayoutType</a:t>
          </a:r>
        </a:p>
      </dsp:txBody>
      <dsp:txXfrm>
        <a:off x="3938776" y="1095441"/>
        <a:ext cx="1117046" cy="682235"/>
      </dsp:txXfrm>
    </dsp:sp>
    <dsp:sp modelId="{667EE822-4BBC-4737-A9B1-FF82B10DCEF3}">
      <dsp:nvSpPr>
        <dsp:cNvPr id="0" name=""/>
        <dsp:cNvSpPr/>
      </dsp:nvSpPr>
      <dsp:spPr>
        <a:xfrm>
          <a:off x="3772614" y="893045"/>
          <a:ext cx="144937" cy="129059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290595"/>
              </a:lnTo>
              <a:lnTo>
                <a:pt x="144937" y="129059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F819625-B1A9-4EC1-B1BA-C38E9426D913}">
      <dsp:nvSpPr>
        <dsp:cNvPr id="0" name=""/>
        <dsp:cNvSpPr/>
      </dsp:nvSpPr>
      <dsp:spPr>
        <a:xfrm>
          <a:off x="3917551" y="1980073"/>
          <a:ext cx="1159496" cy="407135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Element</a:t>
          </a:r>
          <a:endParaRPr lang="en-US" sz="1000" kern="1200" noProof="0" dirty="0"/>
        </a:p>
      </dsp:txBody>
      <dsp:txXfrm>
        <a:off x="3929476" y="1991998"/>
        <a:ext cx="1135646" cy="383285"/>
      </dsp:txXfrm>
    </dsp:sp>
    <dsp:sp modelId="{073F711B-8CD8-4DD2-AE84-005EDB83A9F5}">
      <dsp:nvSpPr>
        <dsp:cNvPr id="0" name=""/>
        <dsp:cNvSpPr/>
      </dsp:nvSpPr>
      <dsp:spPr>
        <a:xfrm>
          <a:off x="3772614" y="893045"/>
          <a:ext cx="144937" cy="188404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84040"/>
              </a:lnTo>
              <a:lnTo>
                <a:pt x="144937" y="188404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6262406E-6E57-469A-9D00-C4979C60E5A4}">
      <dsp:nvSpPr>
        <dsp:cNvPr id="0" name=""/>
        <dsp:cNvSpPr/>
      </dsp:nvSpPr>
      <dsp:spPr>
        <a:xfrm>
          <a:off x="3917551" y="2568380"/>
          <a:ext cx="1159496" cy="417411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Layout</a:t>
          </a:r>
          <a:endParaRPr lang="en-US" sz="1000" kern="1200" noProof="0" dirty="0"/>
        </a:p>
      </dsp:txBody>
      <dsp:txXfrm>
        <a:off x="3929777" y="2580606"/>
        <a:ext cx="1135044" cy="392959"/>
      </dsp:txXfrm>
    </dsp:sp>
    <dsp:sp modelId="{B86E2444-AE59-4FB4-AB0D-249E5421DD94}">
      <dsp:nvSpPr>
        <dsp:cNvPr id="0" name=""/>
        <dsp:cNvSpPr/>
      </dsp:nvSpPr>
      <dsp:spPr>
        <a:xfrm>
          <a:off x="5439390" y="168359"/>
          <a:ext cx="1449370" cy="724685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Shader Interface</a:t>
          </a:r>
        </a:p>
      </dsp:txBody>
      <dsp:txXfrm>
        <a:off x="5460615" y="189584"/>
        <a:ext cx="1406920" cy="682235"/>
      </dsp:txXfrm>
    </dsp:sp>
    <dsp:sp modelId="{5F3E19FB-0CE0-438E-80E2-91606943A850}">
      <dsp:nvSpPr>
        <dsp:cNvPr id="0" name=""/>
        <dsp:cNvSpPr/>
      </dsp:nvSpPr>
      <dsp:spPr>
        <a:xfrm>
          <a:off x="5584327" y="893045"/>
          <a:ext cx="144937" cy="44661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46619"/>
              </a:lnTo>
              <a:lnTo>
                <a:pt x="144937" y="446619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27F8AAE5-3818-46AF-A968-6590255F3BB6}">
      <dsp:nvSpPr>
        <dsp:cNvPr id="0" name=""/>
        <dsp:cNvSpPr/>
      </dsp:nvSpPr>
      <dsp:spPr>
        <a:xfrm>
          <a:off x="5729264" y="1074216"/>
          <a:ext cx="1292722" cy="530897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Enums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ShaderType</a:t>
          </a:r>
        </a:p>
      </dsp:txBody>
      <dsp:txXfrm>
        <a:off x="5744813" y="1089765"/>
        <a:ext cx="1261624" cy="499799"/>
      </dsp:txXfrm>
    </dsp:sp>
    <dsp:sp modelId="{480E38F3-4DDA-4833-906D-058900E2A185}">
      <dsp:nvSpPr>
        <dsp:cNvPr id="0" name=""/>
        <dsp:cNvSpPr/>
      </dsp:nvSpPr>
      <dsp:spPr>
        <a:xfrm>
          <a:off x="5584327" y="893045"/>
          <a:ext cx="144937" cy="110665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06656"/>
              </a:lnTo>
              <a:lnTo>
                <a:pt x="144937" y="110665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E2ABBE-125B-4667-BC9C-A70BB53F168A}">
      <dsp:nvSpPr>
        <dsp:cNvPr id="0" name=""/>
        <dsp:cNvSpPr/>
      </dsp:nvSpPr>
      <dsp:spPr>
        <a:xfrm>
          <a:off x="5729264" y="1786285"/>
          <a:ext cx="1292722" cy="426832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/>
            <a:t>Texture Sampler</a:t>
          </a:r>
          <a:endParaRPr lang="en-US" sz="1400" kern="1200" noProof="0" dirty="0"/>
        </a:p>
      </dsp:txBody>
      <dsp:txXfrm>
        <a:off x="5741765" y="1798786"/>
        <a:ext cx="1267720" cy="401830"/>
      </dsp:txXfrm>
    </dsp:sp>
    <dsp:sp modelId="{5B9EA63D-BF72-4522-AFDA-9CC5D945E6EB}">
      <dsp:nvSpPr>
        <dsp:cNvPr id="0" name=""/>
        <dsp:cNvSpPr/>
      </dsp:nvSpPr>
      <dsp:spPr>
        <a:xfrm>
          <a:off x="5584327" y="893045"/>
          <a:ext cx="144937" cy="186358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63586"/>
              </a:lnTo>
              <a:lnTo>
                <a:pt x="144937" y="1863586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CB62DD-D922-4F9D-9153-0E7F3BF550B9}">
      <dsp:nvSpPr>
        <dsp:cNvPr id="0" name=""/>
        <dsp:cNvSpPr/>
      </dsp:nvSpPr>
      <dsp:spPr>
        <a:xfrm>
          <a:off x="5729264" y="2394289"/>
          <a:ext cx="1300050" cy="724685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Buffer</a:t>
          </a:r>
          <a:r>
            <a:rPr lang="pl-PL" sz="1400" kern="1200" noProof="0" dirty="0"/>
            <a:t> Sampler</a:t>
          </a:r>
          <a:r>
            <a:rPr lang="en-US" sz="1400" kern="1200" noProof="0" dirty="0"/>
            <a:t>s: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UniformBuffer</a:t>
          </a:r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100" kern="1200" noProof="0" dirty="0"/>
            <a:t>ShaderStorage</a:t>
          </a:r>
        </a:p>
      </dsp:txBody>
      <dsp:txXfrm>
        <a:off x="5750489" y="2415514"/>
        <a:ext cx="1257600" cy="682235"/>
      </dsp:txXfrm>
    </dsp:sp>
    <dsp:sp modelId="{12D3F18B-FF65-46CC-B23C-2EF564E6ECDC}">
      <dsp:nvSpPr>
        <dsp:cNvPr id="0" name=""/>
        <dsp:cNvSpPr/>
      </dsp:nvSpPr>
      <dsp:spPr>
        <a:xfrm>
          <a:off x="5584327" y="893045"/>
          <a:ext cx="144937" cy="260299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602993"/>
              </a:lnTo>
              <a:lnTo>
                <a:pt x="144937" y="2602993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B0322EE-7268-438B-9334-A4B129030272}">
      <dsp:nvSpPr>
        <dsp:cNvPr id="0" name=""/>
        <dsp:cNvSpPr/>
      </dsp:nvSpPr>
      <dsp:spPr>
        <a:xfrm>
          <a:off x="5729264" y="3300145"/>
          <a:ext cx="1292722" cy="391786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Specification</a:t>
          </a:r>
          <a:endParaRPr lang="en-US" sz="1600" kern="1200" noProof="0" dirty="0"/>
        </a:p>
      </dsp:txBody>
      <dsp:txXfrm>
        <a:off x="5740739" y="3311620"/>
        <a:ext cx="1269772" cy="368836"/>
      </dsp:txXfrm>
    </dsp:sp>
    <dsp:sp modelId="{EE917E78-C377-46F7-AD0D-626C4DE0CF6B}">
      <dsp:nvSpPr>
        <dsp:cNvPr id="0" name=""/>
        <dsp:cNvSpPr/>
      </dsp:nvSpPr>
      <dsp:spPr>
        <a:xfrm>
          <a:off x="5584327" y="893045"/>
          <a:ext cx="144937" cy="3269512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269512"/>
              </a:lnTo>
              <a:lnTo>
                <a:pt x="144937" y="3269512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E4135F1-6C37-4F72-8845-9450E4AEE42D}">
      <dsp:nvSpPr>
        <dsp:cNvPr id="0" name=""/>
        <dsp:cNvSpPr/>
      </dsp:nvSpPr>
      <dsp:spPr>
        <a:xfrm>
          <a:off x="5729264" y="3873103"/>
          <a:ext cx="1292722" cy="578907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400" kern="1200" noProof="0" dirty="0"/>
            <a:t>Program</a:t>
          </a:r>
          <a:r>
            <a:rPr lang="pl-PL" sz="1600" kern="1200" noProof="0" dirty="0"/>
            <a:t> </a:t>
          </a:r>
          <a:r>
            <a:rPr lang="en-US" sz="1400" kern="1200" noProof="0" dirty="0"/>
            <a:t>Specification</a:t>
          </a:r>
          <a:endParaRPr lang="en-US" sz="1600" kern="1200" noProof="0" dirty="0"/>
        </a:p>
      </dsp:txBody>
      <dsp:txXfrm>
        <a:off x="5746220" y="3890059"/>
        <a:ext cx="1258810" cy="544995"/>
      </dsp:txXfrm>
    </dsp:sp>
    <dsp:sp modelId="{1722C38D-D615-4D78-9D22-9555D2AEC17D}">
      <dsp:nvSpPr>
        <dsp:cNvPr id="0" name=""/>
        <dsp:cNvSpPr/>
      </dsp:nvSpPr>
      <dsp:spPr>
        <a:xfrm>
          <a:off x="7251103" y="168359"/>
          <a:ext cx="1449370" cy="724685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8100" tIns="25400" rIns="3810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Framebuffer</a:t>
          </a:r>
        </a:p>
      </dsp:txBody>
      <dsp:txXfrm>
        <a:off x="7272328" y="189584"/>
        <a:ext cx="1406920" cy="682235"/>
      </dsp:txXfrm>
    </dsp:sp>
    <dsp:sp modelId="{C560B845-9640-4773-817D-11EE03B0B13A}">
      <dsp:nvSpPr>
        <dsp:cNvPr id="0" name=""/>
        <dsp:cNvSpPr/>
      </dsp:nvSpPr>
      <dsp:spPr>
        <a:xfrm>
          <a:off x="7396041" y="893045"/>
          <a:ext cx="144937" cy="41901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19016"/>
              </a:lnTo>
              <a:lnTo>
                <a:pt x="144937" y="41901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21FC5255-B0B7-44EA-9502-00913E054241}">
      <dsp:nvSpPr>
        <dsp:cNvPr id="0" name=""/>
        <dsp:cNvSpPr/>
      </dsp:nvSpPr>
      <dsp:spPr>
        <a:xfrm>
          <a:off x="7540978" y="1074216"/>
          <a:ext cx="1159496" cy="47569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Attachment</a:t>
          </a:r>
          <a:endParaRPr lang="en-US" sz="1700" kern="1200" noProof="0" dirty="0"/>
        </a:p>
      </dsp:txBody>
      <dsp:txXfrm>
        <a:off x="7554910" y="1088148"/>
        <a:ext cx="1131632" cy="447826"/>
      </dsp:txXfrm>
    </dsp:sp>
    <dsp:sp modelId="{FC7D264D-51D4-4D60-8D6F-47BFE7E69348}">
      <dsp:nvSpPr>
        <dsp:cNvPr id="0" name=""/>
        <dsp:cNvSpPr/>
      </dsp:nvSpPr>
      <dsp:spPr>
        <a:xfrm>
          <a:off x="7396041" y="893045"/>
          <a:ext cx="144937" cy="107587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075878"/>
              </a:lnTo>
              <a:lnTo>
                <a:pt x="144937" y="1075878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A9458DDC-3504-4DD6-A864-84806C62F781}">
      <dsp:nvSpPr>
        <dsp:cNvPr id="0" name=""/>
        <dsp:cNvSpPr/>
      </dsp:nvSpPr>
      <dsp:spPr>
        <a:xfrm>
          <a:off x="7540978" y="1731078"/>
          <a:ext cx="1159496" cy="475690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Specification</a:t>
          </a:r>
          <a:endParaRPr lang="en-US" sz="1600" kern="1200" noProof="0" dirty="0"/>
        </a:p>
      </dsp:txBody>
      <dsp:txXfrm>
        <a:off x="7554910" y="1745010"/>
        <a:ext cx="1131632" cy="44782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105E12-1248-48F5-8D4B-431782FA236A}">
      <dsp:nvSpPr>
        <dsp:cNvPr id="0" name=""/>
        <dsp:cNvSpPr/>
      </dsp:nvSpPr>
      <dsp:spPr>
        <a:xfrm>
          <a:off x="559" y="161051"/>
          <a:ext cx="1373100" cy="747215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34290" tIns="22860" rIns="3429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noProof="0" dirty="0"/>
            <a:t>Pipeline</a:t>
          </a:r>
          <a:endParaRPr lang="en-US" sz="2600" kern="1200" noProof="0" dirty="0"/>
        </a:p>
      </dsp:txBody>
      <dsp:txXfrm>
        <a:off x="22444" y="182936"/>
        <a:ext cx="1329330" cy="703445"/>
      </dsp:txXfrm>
    </dsp:sp>
    <dsp:sp modelId="{9EE1D9D3-C088-4EA5-AE21-62C6FF3D06C5}">
      <dsp:nvSpPr>
        <dsp:cNvPr id="0" name=""/>
        <dsp:cNvSpPr/>
      </dsp:nvSpPr>
      <dsp:spPr>
        <a:xfrm>
          <a:off x="137869" y="908267"/>
          <a:ext cx="137310" cy="45118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51180"/>
              </a:lnTo>
              <a:lnTo>
                <a:pt x="137310" y="451180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114F77B0-7667-44EF-8FEB-98CDBE09B8E3}">
      <dsp:nvSpPr>
        <dsp:cNvPr id="0" name=""/>
        <dsp:cNvSpPr/>
      </dsp:nvSpPr>
      <dsp:spPr>
        <a:xfrm>
          <a:off x="275179" y="1079849"/>
          <a:ext cx="1255414" cy="559194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DepthTestType</a:t>
          </a:r>
          <a:br>
            <a:rPr lang="en-US" sz="1400" kern="1200" noProof="0" dirty="0"/>
          </a:br>
          <a:r>
            <a:rPr lang="en-US" sz="1100" kern="1200" noProof="0" dirty="0"/>
            <a:t>(enum)</a:t>
          </a:r>
          <a:endParaRPr lang="en-US" sz="1400" kern="1200" noProof="0" dirty="0"/>
        </a:p>
      </dsp:txBody>
      <dsp:txXfrm>
        <a:off x="291557" y="1096227"/>
        <a:ext cx="1222658" cy="526438"/>
      </dsp:txXfrm>
    </dsp:sp>
    <dsp:sp modelId="{2F335628-9DA2-4115-9775-E01B33576291}">
      <dsp:nvSpPr>
        <dsp:cNvPr id="0" name=""/>
        <dsp:cNvSpPr/>
      </dsp:nvSpPr>
      <dsp:spPr>
        <a:xfrm>
          <a:off x="137869" y="908267"/>
          <a:ext cx="137310" cy="1181436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81436"/>
              </a:lnTo>
              <a:lnTo>
                <a:pt x="137310" y="1181436"/>
              </a:lnTo>
            </a:path>
          </a:pathLst>
        </a:custGeom>
        <a:noFill/>
        <a:ln w="190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dsp:style>
    </dsp:sp>
    <dsp:sp modelId="{453E647A-381B-4D94-9614-FDEEC97DBBEB}">
      <dsp:nvSpPr>
        <dsp:cNvPr id="0" name=""/>
        <dsp:cNvSpPr/>
      </dsp:nvSpPr>
      <dsp:spPr>
        <a:xfrm>
          <a:off x="275179" y="1810627"/>
          <a:ext cx="1265495" cy="558151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dk1">
                <a:lumMod val="110000"/>
                <a:satMod val="105000"/>
                <a:tint val="67000"/>
              </a:schemeClr>
            </a:gs>
            <a:gs pos="50000">
              <a:schemeClr val="dk1">
                <a:lumMod val="105000"/>
                <a:satMod val="103000"/>
                <a:tint val="73000"/>
              </a:schemeClr>
            </a:gs>
            <a:gs pos="100000">
              <a:schemeClr val="dk1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1">
          <a:schemeClr val="dk1"/>
        </a:lnRef>
        <a:fillRef idx="2">
          <a:schemeClr val="dk1"/>
        </a:fillRef>
        <a:effectRef idx="1">
          <a:schemeClr val="dk1"/>
        </a:effectRef>
        <a:fontRef idx="minor">
          <a:schemeClr val="dk1"/>
        </a:fontRef>
      </dsp:style>
      <dsp:txBody>
        <a:bodyPr spcFirstLastPara="0" vert="horz" wrap="square" lIns="26670" tIns="17780" rIns="2667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noProof="0" dirty="0"/>
            <a:t>BlendFunction</a:t>
          </a:r>
          <a:br>
            <a:rPr lang="en-US" sz="1200" kern="1200" noProof="0" dirty="0"/>
          </a:br>
          <a:r>
            <a:rPr lang="en-US" sz="1200" kern="1200" noProof="0" dirty="0"/>
            <a:t>(</a:t>
          </a:r>
          <a:r>
            <a:rPr lang="en-US" sz="1100" kern="1200" noProof="0" dirty="0"/>
            <a:t>enum</a:t>
          </a:r>
          <a:r>
            <a:rPr lang="en-US" sz="1200" kern="1200" noProof="0" dirty="0"/>
            <a:t>)</a:t>
          </a:r>
        </a:p>
      </dsp:txBody>
      <dsp:txXfrm>
        <a:off x="291527" y="1826975"/>
        <a:ext cx="1232799" cy="52545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2A819C-0492-415D-93BA-8DABF228CA62}">
      <dsp:nvSpPr>
        <dsp:cNvPr id="0" name=""/>
        <dsp:cNvSpPr/>
      </dsp:nvSpPr>
      <dsp:spPr>
        <a:xfrm>
          <a:off x="0" y="5698418"/>
          <a:ext cx="2682643" cy="534297"/>
        </a:xfrm>
        <a:prstGeom prst="rec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0 – Graphics API Layer</a:t>
          </a:r>
        </a:p>
      </dsp:txBody>
      <dsp:txXfrm>
        <a:off x="0" y="5698418"/>
        <a:ext cx="2682643" cy="534297"/>
      </dsp:txXfrm>
    </dsp:sp>
    <dsp:sp modelId="{F44D84BB-4D82-4D22-AB84-931EDDB52237}">
      <dsp:nvSpPr>
        <dsp:cNvPr id="0" name=""/>
        <dsp:cNvSpPr/>
      </dsp:nvSpPr>
      <dsp:spPr>
        <a:xfrm rot="10800000">
          <a:off x="0" y="4884683"/>
          <a:ext cx="2682643" cy="821749"/>
        </a:xfrm>
        <a:prstGeom prst="upArrowCallout">
          <a:avLst/>
        </a:prstGeom>
        <a:gradFill rotWithShape="1">
          <a:gsLst>
            <a:gs pos="0">
              <a:schemeClr val="dk1">
                <a:satMod val="103000"/>
                <a:lumMod val="102000"/>
                <a:tint val="94000"/>
              </a:schemeClr>
            </a:gs>
            <a:gs pos="50000">
              <a:schemeClr val="dk1">
                <a:satMod val="110000"/>
                <a:lumMod val="100000"/>
                <a:shade val="100000"/>
              </a:schemeClr>
            </a:gs>
            <a:gs pos="100000">
              <a:schemeClr val="dk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>
              <a:solidFill>
                <a:schemeClr val="bg1"/>
              </a:solidFill>
            </a:rPr>
            <a:t>1 – Description Layer</a:t>
          </a:r>
        </a:p>
      </dsp:txBody>
      <dsp:txXfrm rot="10800000">
        <a:off x="0" y="4884683"/>
        <a:ext cx="2682643" cy="533948"/>
      </dsp:txXfrm>
    </dsp:sp>
    <dsp:sp modelId="{EAC5A75C-3ABE-44A2-8907-E4140A97C1E0}">
      <dsp:nvSpPr>
        <dsp:cNvPr id="0" name=""/>
        <dsp:cNvSpPr/>
      </dsp:nvSpPr>
      <dsp:spPr>
        <a:xfrm rot="10800000">
          <a:off x="0" y="4070949"/>
          <a:ext cx="2682643" cy="821749"/>
        </a:xfrm>
        <a:prstGeom prst="upArrowCallou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noProof="0" dirty="0">
              <a:solidFill>
                <a:srgbClr val="FF0000"/>
              </a:solidFill>
            </a:rPr>
            <a:t>&gt; 2 – Resource Layer &lt;</a:t>
          </a:r>
        </a:p>
      </dsp:txBody>
      <dsp:txXfrm rot="10800000">
        <a:off x="0" y="4070949"/>
        <a:ext cx="2682643" cy="533948"/>
      </dsp:txXfrm>
    </dsp:sp>
    <dsp:sp modelId="{CC90F8F4-F48D-4DB1-9179-26CCF2BFE1A2}">
      <dsp:nvSpPr>
        <dsp:cNvPr id="0" name=""/>
        <dsp:cNvSpPr/>
      </dsp:nvSpPr>
      <dsp:spPr>
        <a:xfrm rot="10800000">
          <a:off x="0" y="3257214"/>
          <a:ext cx="2682643" cy="821749"/>
        </a:xfrm>
        <a:prstGeom prst="upArrowCallout">
          <a:avLst/>
        </a:prstGeom>
        <a:gradFill rotWithShape="1">
          <a:gsLst>
            <a:gs pos="0">
              <a:schemeClr val="accent5">
                <a:satMod val="103000"/>
                <a:lumMod val="102000"/>
                <a:tint val="94000"/>
              </a:schemeClr>
            </a:gs>
            <a:gs pos="50000">
              <a:schemeClr val="accent5">
                <a:satMod val="110000"/>
                <a:lumMod val="100000"/>
                <a:shade val="100000"/>
              </a:schemeClr>
            </a:gs>
            <a:gs pos="100000">
              <a:schemeClr val="accent5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5"/>
        </a:lnRef>
        <a:fillRef idx="3">
          <a:schemeClr val="accent5"/>
        </a:fillRef>
        <a:effectRef idx="3">
          <a:schemeClr val="accent5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3 – Command Layer</a:t>
          </a:r>
        </a:p>
      </dsp:txBody>
      <dsp:txXfrm rot="10800000">
        <a:off x="0" y="3257214"/>
        <a:ext cx="2682643" cy="533948"/>
      </dsp:txXfrm>
    </dsp:sp>
    <dsp:sp modelId="{24D0BC81-A687-4ECE-A51B-5DFE2CF771EA}">
      <dsp:nvSpPr>
        <dsp:cNvPr id="0" name=""/>
        <dsp:cNvSpPr/>
      </dsp:nvSpPr>
      <dsp:spPr>
        <a:xfrm rot="10800000">
          <a:off x="0" y="2443479"/>
          <a:ext cx="2682643" cy="821749"/>
        </a:xfrm>
        <a:prstGeom prst="upArrowCallout">
          <a:avLst/>
        </a:prstGeom>
        <a:gradFill rotWithShape="1">
          <a:gsLst>
            <a:gs pos="0">
              <a:schemeClr val="accent4">
                <a:satMod val="103000"/>
                <a:lumMod val="102000"/>
                <a:tint val="94000"/>
              </a:schemeClr>
            </a:gs>
            <a:gs pos="50000">
              <a:schemeClr val="accent4">
                <a:satMod val="110000"/>
                <a:lumMod val="100000"/>
                <a:shade val="100000"/>
              </a:schemeClr>
            </a:gs>
            <a:gs pos="100000">
              <a:schemeClr val="accent4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4 – Render Context Layer</a:t>
          </a:r>
        </a:p>
      </dsp:txBody>
      <dsp:txXfrm rot="10800000">
        <a:off x="0" y="2443479"/>
        <a:ext cx="2682643" cy="533948"/>
      </dsp:txXfrm>
    </dsp:sp>
    <dsp:sp modelId="{E7721F18-C2E7-40DB-A6DF-077F19E12852}">
      <dsp:nvSpPr>
        <dsp:cNvPr id="0" name=""/>
        <dsp:cNvSpPr/>
      </dsp:nvSpPr>
      <dsp:spPr>
        <a:xfrm rot="10800000">
          <a:off x="0" y="1629744"/>
          <a:ext cx="2682643" cy="821749"/>
        </a:xfrm>
        <a:prstGeom prst="upArrowCallout">
          <a:avLst/>
        </a:prstGeom>
        <a:gradFill rotWithShape="1">
          <a:gsLst>
            <a:gs pos="0">
              <a:schemeClr val="accent3">
                <a:satMod val="103000"/>
                <a:lumMod val="102000"/>
                <a:tint val="94000"/>
              </a:schemeClr>
            </a:gs>
            <a:gs pos="50000">
              <a:schemeClr val="accent3">
                <a:satMod val="110000"/>
                <a:lumMod val="100000"/>
                <a:shade val="100000"/>
              </a:schemeClr>
            </a:gs>
            <a:gs pos="100000">
              <a:schemeClr val="accent3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3"/>
        </a:lnRef>
        <a:fillRef idx="3">
          <a:schemeClr val="accent3"/>
        </a:fillRef>
        <a:effectRef idx="3">
          <a:schemeClr val="accent3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0" kern="1200" noProof="0" dirty="0"/>
            <a:t>5 – Representation Layer</a:t>
          </a:r>
        </a:p>
      </dsp:txBody>
      <dsp:txXfrm rot="10800000">
        <a:off x="0" y="1629744"/>
        <a:ext cx="2682643" cy="533948"/>
      </dsp:txXfrm>
    </dsp:sp>
    <dsp:sp modelId="{EB973E16-5EFD-451A-8BC2-5210A9069A5F}">
      <dsp:nvSpPr>
        <dsp:cNvPr id="0" name=""/>
        <dsp:cNvSpPr/>
      </dsp:nvSpPr>
      <dsp:spPr>
        <a:xfrm rot="10800000">
          <a:off x="0" y="816009"/>
          <a:ext cx="2682643" cy="821749"/>
        </a:xfrm>
        <a:prstGeom prst="upArrowCallout">
          <a:avLst/>
        </a:prstGeom>
        <a:gradFill rotWithShape="1">
          <a:gsLst>
            <a:gs pos="0">
              <a:schemeClr val="accent2">
                <a:satMod val="103000"/>
                <a:lumMod val="102000"/>
                <a:tint val="94000"/>
              </a:schemeClr>
            </a:gs>
            <a:gs pos="50000">
              <a:schemeClr val="accent2">
                <a:satMod val="110000"/>
                <a:lumMod val="100000"/>
                <a:shade val="100000"/>
              </a:schemeClr>
            </a:gs>
            <a:gs pos="100000">
              <a:schemeClr val="accent2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6</a:t>
          </a:r>
          <a:r>
            <a:rPr lang="en-US" sz="1600" b="0" kern="1200" noProof="0" dirty="0"/>
            <a:t> – Render Layer</a:t>
          </a:r>
        </a:p>
      </dsp:txBody>
      <dsp:txXfrm rot="10800000">
        <a:off x="0" y="816009"/>
        <a:ext cx="2682643" cy="533948"/>
      </dsp:txXfrm>
    </dsp:sp>
    <dsp:sp modelId="{3DF89B0C-C280-49DB-91D6-BFC9CDC132DA}">
      <dsp:nvSpPr>
        <dsp:cNvPr id="0" name=""/>
        <dsp:cNvSpPr/>
      </dsp:nvSpPr>
      <dsp:spPr>
        <a:xfrm rot="10800000">
          <a:off x="0" y="2274"/>
          <a:ext cx="2682643" cy="821749"/>
        </a:xfrm>
        <a:prstGeom prst="upArrowCallout">
          <a:avLst/>
        </a:prstGeom>
        <a:gradFill rotWithShape="1">
          <a:gsLst>
            <a:gs pos="0">
              <a:schemeClr val="accent1">
                <a:satMod val="103000"/>
                <a:lumMod val="102000"/>
                <a:tint val="94000"/>
              </a:schemeClr>
            </a:gs>
            <a:gs pos="50000">
              <a:schemeClr val="accent1">
                <a:satMod val="110000"/>
                <a:lumMod val="100000"/>
                <a:shade val="100000"/>
              </a:schemeClr>
            </a:gs>
            <a:gs pos="100000">
              <a:schemeClr val="accent1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113792" tIns="113792" rIns="113792" bIns="113792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l-PL" sz="1600" b="0" kern="1200" noProof="0" dirty="0"/>
            <a:t>7 </a:t>
          </a:r>
          <a:r>
            <a:rPr lang="en-US" sz="1600" b="0" kern="1200" noProof="0" dirty="0"/>
            <a:t>– Integration Layer</a:t>
          </a:r>
        </a:p>
      </dsp:txBody>
      <dsp:txXfrm rot="10800000">
        <a:off x="0" y="2274"/>
        <a:ext cx="2682643" cy="53394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FB269A-7E70-4E0E-8258-8DCBDEEAE9E6}">
      <dsp:nvSpPr>
        <dsp:cNvPr id="0" name=""/>
        <dsp:cNvSpPr/>
      </dsp:nvSpPr>
      <dsp:spPr>
        <a:xfrm>
          <a:off x="633090" y="906"/>
          <a:ext cx="1729894" cy="1037936"/>
        </a:xfrm>
        <a:prstGeom prst="rec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Shader</a:t>
          </a:r>
        </a:p>
      </dsp:txBody>
      <dsp:txXfrm>
        <a:off x="633090" y="906"/>
        <a:ext cx="1729894" cy="1037936"/>
      </dsp:txXfrm>
    </dsp:sp>
    <dsp:sp modelId="{956840C9-F630-4243-8C92-334AD3D2DC93}">
      <dsp:nvSpPr>
        <dsp:cNvPr id="0" name=""/>
        <dsp:cNvSpPr/>
      </dsp:nvSpPr>
      <dsp:spPr>
        <a:xfrm>
          <a:off x="2535973" y="906"/>
          <a:ext cx="1729894" cy="1037936"/>
        </a:xfrm>
        <a:prstGeom prst="rec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Program</a:t>
          </a:r>
        </a:p>
      </dsp:txBody>
      <dsp:txXfrm>
        <a:off x="2535973" y="906"/>
        <a:ext cx="1729894" cy="1037936"/>
      </dsp:txXfrm>
    </dsp:sp>
    <dsp:sp modelId="{27CDE6DB-DBDA-43E8-9E49-E448CBB52D8F}">
      <dsp:nvSpPr>
        <dsp:cNvPr id="0" name=""/>
        <dsp:cNvSpPr/>
      </dsp:nvSpPr>
      <dsp:spPr>
        <a:xfrm>
          <a:off x="4438857" y="906"/>
          <a:ext cx="1729894" cy="1037936"/>
        </a:xfrm>
        <a:prstGeom prst="rec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Texture</a:t>
          </a:r>
        </a:p>
      </dsp:txBody>
      <dsp:txXfrm>
        <a:off x="4438857" y="906"/>
        <a:ext cx="1729894" cy="1037936"/>
      </dsp:txXfrm>
    </dsp:sp>
    <dsp:sp modelId="{4ADE4CC2-D34C-4043-9EE7-E90A0F7DBA3B}">
      <dsp:nvSpPr>
        <dsp:cNvPr id="0" name=""/>
        <dsp:cNvSpPr/>
      </dsp:nvSpPr>
      <dsp:spPr>
        <a:xfrm>
          <a:off x="6341740" y="906"/>
          <a:ext cx="1729894" cy="1037936"/>
        </a:xfrm>
        <a:prstGeom prst="rec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UpStream</a:t>
          </a:r>
        </a:p>
      </dsp:txBody>
      <dsp:txXfrm>
        <a:off x="6341740" y="906"/>
        <a:ext cx="1729894" cy="1037936"/>
      </dsp:txXfrm>
    </dsp:sp>
    <dsp:sp modelId="{A36F6397-AD26-478D-94F5-5DC0887E1A06}">
      <dsp:nvSpPr>
        <dsp:cNvPr id="0" name=""/>
        <dsp:cNvSpPr/>
      </dsp:nvSpPr>
      <dsp:spPr>
        <a:xfrm>
          <a:off x="633090" y="1211832"/>
          <a:ext cx="1729894" cy="1037936"/>
        </a:xfrm>
        <a:prstGeom prst="rec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Static Buffer</a:t>
          </a:r>
        </a:p>
      </dsp:txBody>
      <dsp:txXfrm>
        <a:off x="633090" y="1211832"/>
        <a:ext cx="1729894" cy="1037936"/>
      </dsp:txXfrm>
    </dsp:sp>
    <dsp:sp modelId="{4339DEB4-D4E4-46D5-B9B7-72F5A5782C7F}">
      <dsp:nvSpPr>
        <dsp:cNvPr id="0" name=""/>
        <dsp:cNvSpPr/>
      </dsp:nvSpPr>
      <dsp:spPr>
        <a:xfrm>
          <a:off x="2535973" y="1211832"/>
          <a:ext cx="1729894" cy="1037936"/>
        </a:xfrm>
        <a:prstGeom prst="rec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Dynamic Buffer</a:t>
          </a:r>
        </a:p>
      </dsp:txBody>
      <dsp:txXfrm>
        <a:off x="2535973" y="1211832"/>
        <a:ext cx="1729894" cy="1037936"/>
      </dsp:txXfrm>
    </dsp:sp>
    <dsp:sp modelId="{74BE5079-642C-4533-BCED-8CCAECD5F8FD}">
      <dsp:nvSpPr>
        <dsp:cNvPr id="0" name=""/>
        <dsp:cNvSpPr/>
      </dsp:nvSpPr>
      <dsp:spPr>
        <a:xfrm>
          <a:off x="4438857" y="1211832"/>
          <a:ext cx="1729894" cy="1037936"/>
        </a:xfrm>
        <a:prstGeom prst="rec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Mesh Bindings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kern="1200" noProof="0" dirty="0"/>
            <a:t>VertexArray in OpenGL</a:t>
          </a:r>
        </a:p>
      </dsp:txBody>
      <dsp:txXfrm>
        <a:off x="4438857" y="1211832"/>
        <a:ext cx="1729894" cy="1037936"/>
      </dsp:txXfrm>
    </dsp:sp>
    <dsp:sp modelId="{A292EA0F-4871-4505-9AA1-4B05AA34E838}">
      <dsp:nvSpPr>
        <dsp:cNvPr id="0" name=""/>
        <dsp:cNvSpPr/>
      </dsp:nvSpPr>
      <dsp:spPr>
        <a:xfrm>
          <a:off x="6341740" y="1211832"/>
          <a:ext cx="1729894" cy="1037936"/>
        </a:xfrm>
        <a:prstGeom prst="rect">
          <a:avLst/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noProof="0" dirty="0"/>
            <a:t>Frame Buffer</a:t>
          </a:r>
        </a:p>
      </dsp:txBody>
      <dsp:txXfrm>
        <a:off x="6341740" y="1211832"/>
        <a:ext cx="1729894" cy="1037936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E98597-D4B3-46AE-89D9-97FF617AC7E5}">
      <dsp:nvSpPr>
        <dsp:cNvPr id="0" name=""/>
        <dsp:cNvSpPr/>
      </dsp:nvSpPr>
      <dsp:spPr>
        <a:xfrm>
          <a:off x="847" y="1180"/>
          <a:ext cx="8296957" cy="681219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noProof="0" dirty="0"/>
            <a:t>DownStream</a:t>
          </a:r>
        </a:p>
      </dsp:txBody>
      <dsp:txXfrm>
        <a:off x="20799" y="21132"/>
        <a:ext cx="8257053" cy="641315"/>
      </dsp:txXfrm>
    </dsp:sp>
    <dsp:sp modelId="{7293E992-A40E-4304-B958-CB51E79EAA24}">
      <dsp:nvSpPr>
        <dsp:cNvPr id="0" name=""/>
        <dsp:cNvSpPr/>
      </dsp:nvSpPr>
      <dsp:spPr>
        <a:xfrm>
          <a:off x="8945" y="801984"/>
          <a:ext cx="7035927" cy="268059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Frame</a:t>
          </a:r>
        </a:p>
      </dsp:txBody>
      <dsp:txXfrm>
        <a:off x="16796" y="809835"/>
        <a:ext cx="7020225" cy="252357"/>
      </dsp:txXfrm>
    </dsp:sp>
    <dsp:sp modelId="{0F0BF013-536C-4089-8ACF-7C58C133FF53}">
      <dsp:nvSpPr>
        <dsp:cNvPr id="0" name=""/>
        <dsp:cNvSpPr/>
      </dsp:nvSpPr>
      <dsp:spPr>
        <a:xfrm>
          <a:off x="22667" y="1189629"/>
          <a:ext cx="5816417" cy="268059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/>
            <a:t>Region Creation</a:t>
          </a:r>
          <a:endParaRPr lang="en-US" sz="1100" kern="1200" noProof="0" dirty="0"/>
        </a:p>
      </dsp:txBody>
      <dsp:txXfrm>
        <a:off x="30518" y="1197480"/>
        <a:ext cx="5800715" cy="252357"/>
      </dsp:txXfrm>
    </dsp:sp>
    <dsp:sp modelId="{88C05558-E0D5-4604-B95A-4E4951BC5E62}">
      <dsp:nvSpPr>
        <dsp:cNvPr id="0" name=""/>
        <dsp:cNvSpPr/>
      </dsp:nvSpPr>
      <dsp:spPr>
        <a:xfrm>
          <a:off x="48128" y="1577274"/>
          <a:ext cx="3449771" cy="268059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Up Front</a:t>
          </a:r>
        </a:p>
      </dsp:txBody>
      <dsp:txXfrm>
        <a:off x="55979" y="1585125"/>
        <a:ext cx="3434069" cy="252357"/>
      </dsp:txXfrm>
    </dsp:sp>
    <dsp:sp modelId="{07451E05-541F-4CEE-B4BC-D61C7BE5FF67}">
      <dsp:nvSpPr>
        <dsp:cNvPr id="0" name=""/>
        <dsp:cNvSpPr/>
      </dsp:nvSpPr>
      <dsp:spPr>
        <a:xfrm>
          <a:off x="48128" y="1964918"/>
          <a:ext cx="1134047" cy="681219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BeginRegion()</a:t>
          </a:r>
        </a:p>
      </dsp:txBody>
      <dsp:txXfrm>
        <a:off x="68080" y="1984870"/>
        <a:ext cx="1094143" cy="641315"/>
      </dsp:txXfrm>
    </dsp:sp>
    <dsp:sp modelId="{E6ABB909-210C-4024-8DAA-E5F29FE0FBAA}">
      <dsp:nvSpPr>
        <dsp:cNvPr id="0" name=""/>
        <dsp:cNvSpPr/>
      </dsp:nvSpPr>
      <dsp:spPr>
        <a:xfrm>
          <a:off x="1205990" y="1964918"/>
          <a:ext cx="1134047" cy="681219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PushData()</a:t>
          </a:r>
        </a:p>
      </dsp:txBody>
      <dsp:txXfrm>
        <a:off x="1225942" y="1984870"/>
        <a:ext cx="1094143" cy="641315"/>
      </dsp:txXfrm>
    </dsp:sp>
    <dsp:sp modelId="{D72D43F8-B6CD-4F12-AA5C-FF3BC8D43737}">
      <dsp:nvSpPr>
        <dsp:cNvPr id="0" name=""/>
        <dsp:cNvSpPr/>
      </dsp:nvSpPr>
      <dsp:spPr>
        <a:xfrm>
          <a:off x="2363852" y="1964918"/>
          <a:ext cx="1134047" cy="681219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EndRegion()</a:t>
          </a:r>
        </a:p>
      </dsp:txBody>
      <dsp:txXfrm>
        <a:off x="2383804" y="1984870"/>
        <a:ext cx="1094143" cy="641315"/>
      </dsp:txXfrm>
    </dsp:sp>
    <dsp:sp modelId="{8B0095E0-0F9A-4271-8930-477B65C1D7F5}">
      <dsp:nvSpPr>
        <dsp:cNvPr id="0" name=""/>
        <dsp:cNvSpPr/>
      </dsp:nvSpPr>
      <dsp:spPr>
        <a:xfrm>
          <a:off x="3521714" y="1577274"/>
          <a:ext cx="2291909" cy="268059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6">
                <a:lumMod val="110000"/>
                <a:satMod val="105000"/>
                <a:tint val="67000"/>
              </a:schemeClr>
            </a:gs>
            <a:gs pos="50000">
              <a:schemeClr val="accent6">
                <a:lumMod val="105000"/>
                <a:satMod val="103000"/>
                <a:tint val="73000"/>
              </a:schemeClr>
            </a:gs>
            <a:gs pos="100000">
              <a:schemeClr val="accent6">
                <a:lumMod val="105000"/>
                <a:satMod val="109000"/>
                <a:tint val="81000"/>
              </a:schemeClr>
            </a:gs>
          </a:gsLst>
          <a:lin ang="5400000" scaled="0"/>
        </a:gradFill>
        <a:ln w="6350" cap="flat" cmpd="sng" algn="ctr">
          <a:solidFill>
            <a:schemeClr val="accent6"/>
          </a:solidFill>
          <a:prstDash val="solid"/>
          <a:miter lim="800000"/>
        </a:ln>
        <a:effectLst/>
      </dsp:spPr>
      <dsp:style>
        <a:lnRef idx="1">
          <a:schemeClr val="accent6"/>
        </a:lnRef>
        <a:fillRef idx="2">
          <a:schemeClr val="accent6"/>
        </a:fillRef>
        <a:effectRef idx="1">
          <a:schemeClr val="accent6"/>
        </a:effectRef>
        <a:fontRef idx="minor">
          <a:schemeClr val="dk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Deferred (parallel)</a:t>
          </a:r>
        </a:p>
      </dsp:txBody>
      <dsp:txXfrm>
        <a:off x="3529565" y="1585125"/>
        <a:ext cx="2276207" cy="252357"/>
      </dsp:txXfrm>
    </dsp:sp>
    <dsp:sp modelId="{709D8ACC-7158-4AA0-A8DF-D59C00AF515A}">
      <dsp:nvSpPr>
        <dsp:cNvPr id="0" name=""/>
        <dsp:cNvSpPr/>
      </dsp:nvSpPr>
      <dsp:spPr>
        <a:xfrm>
          <a:off x="3521714" y="1964918"/>
          <a:ext cx="1134047" cy="681219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ReserveRegion()</a:t>
          </a:r>
        </a:p>
      </dsp:txBody>
      <dsp:txXfrm>
        <a:off x="3541666" y="1984870"/>
        <a:ext cx="1094143" cy="641315"/>
      </dsp:txXfrm>
    </dsp:sp>
    <dsp:sp modelId="{B47925A4-356D-4F47-815A-AF1CB19EEB44}">
      <dsp:nvSpPr>
        <dsp:cNvPr id="0" name=""/>
        <dsp:cNvSpPr/>
      </dsp:nvSpPr>
      <dsp:spPr>
        <a:xfrm>
          <a:off x="4679577" y="1964918"/>
          <a:ext cx="1134047" cy="681219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CommitRegion()</a:t>
          </a:r>
        </a:p>
      </dsp:txBody>
      <dsp:txXfrm>
        <a:off x="4699529" y="1984870"/>
        <a:ext cx="1094143" cy="641315"/>
      </dsp:txXfrm>
    </dsp:sp>
    <dsp:sp modelId="{A0AEF860-8DB9-40FA-8DA7-07F38BC36C7A}">
      <dsp:nvSpPr>
        <dsp:cNvPr id="0" name=""/>
        <dsp:cNvSpPr/>
      </dsp:nvSpPr>
      <dsp:spPr>
        <a:xfrm>
          <a:off x="5887088" y="1189629"/>
          <a:ext cx="1144063" cy="681219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/>
            <a:t>RetireRegion()</a:t>
          </a:r>
          <a:endParaRPr lang="en-US" sz="1100" kern="1200" noProof="0" dirty="0"/>
        </a:p>
      </dsp:txBody>
      <dsp:txXfrm>
        <a:off x="5907040" y="1209581"/>
        <a:ext cx="1104159" cy="641315"/>
      </dsp:txXfrm>
    </dsp:sp>
    <dsp:sp modelId="{25EDC498-9D6F-4771-B69A-ED3C98210EAE}">
      <dsp:nvSpPr>
        <dsp:cNvPr id="0" name=""/>
        <dsp:cNvSpPr/>
      </dsp:nvSpPr>
      <dsp:spPr>
        <a:xfrm>
          <a:off x="7141163" y="801984"/>
          <a:ext cx="1148543" cy="681219"/>
        </a:xfrm>
        <a:prstGeom prst="roundRect">
          <a:avLst>
            <a:gd name="adj" fmla="val 10000"/>
          </a:avLst>
        </a:prstGeom>
        <a:gradFill rotWithShape="1">
          <a:gsLst>
            <a:gs pos="0">
              <a:schemeClr val="accent6">
                <a:satMod val="103000"/>
                <a:lumMod val="102000"/>
                <a:tint val="94000"/>
              </a:schemeClr>
            </a:gs>
            <a:gs pos="50000">
              <a:schemeClr val="accent6">
                <a:satMod val="110000"/>
                <a:lumMod val="100000"/>
                <a:shade val="100000"/>
              </a:schemeClr>
            </a:gs>
            <a:gs pos="100000">
              <a:schemeClr val="accent6"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hemeClr val="accent6"/>
        </a:lnRef>
        <a:fillRef idx="3">
          <a:schemeClr val="accent6"/>
        </a:fillRef>
        <a:effectRef idx="3">
          <a:schemeClr val="accent6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noProof="0" dirty="0"/>
            <a:t>EndFrame()</a:t>
          </a:r>
          <a:br>
            <a:rPr lang="en-US" sz="1100" kern="1200" noProof="0" dirty="0"/>
          </a:br>
          <a:r>
            <a:rPr lang="en-US" sz="1000" kern="1200" noProof="0" dirty="0"/>
            <a:t>(debug checks)</a:t>
          </a:r>
          <a:endParaRPr lang="en-US" sz="1100" kern="1200" noProof="0" dirty="0"/>
        </a:p>
      </dsp:txBody>
      <dsp:txXfrm>
        <a:off x="7161115" y="821936"/>
        <a:ext cx="1108639" cy="64131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ierarchy3">
  <dgm:title val=""/>
  <dgm:desc val=""/>
  <dgm:catLst>
    <dgm:cat type="hierarchy" pri="7000"/>
    <dgm:cat type="list" pri="23000"/>
    <dgm:cat type="relationship" pri="15000"/>
    <dgm:cat type="convert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</dgm:ptLst>
      <dgm:cxnLst>
        <dgm:cxn modelId="4" srcId="0" destId="1" srcOrd="0" destOrd="0"/>
        <dgm:cxn modelId="5" srcId="1" destId="11" srcOrd="0" destOrd="0"/>
        <dgm:cxn modelId="6" srcId="1" destId="12" srcOrd="1" destOrd="0"/>
        <dgm:cxn modelId="7" srcId="0" destId="2" srcOrd="1" destOrd="0"/>
        <dgm:cxn modelId="8" srcId="2" destId="21" srcOrd="0" destOrd="0"/>
        <dgm:cxn modelId="9" srcId="2" destId="2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rootText" op="equ" val="65"/>
      <dgm:constr type="primFontSz" for="des" forName="childText" op="equ" val="65"/>
      <dgm:constr type="w" for="des" forName="rootComposite" refType="w"/>
      <dgm:constr type="h" for="des" forName="rootComposite" refType="w" fact="0.5"/>
      <dgm:constr type="w" for="des" forName="childText" refType="w" refFor="des" refForName="rootComposite" fact="0.8"/>
      <dgm:constr type="h" for="des" forName="childText" refType="h" refFor="des" refForName="rootComposite"/>
      <dgm:constr type="sibSp" refType="w" refFor="des" refForName="rootComposite" fact="0.25"/>
      <dgm:constr type="sibSp" for="des" forName="childShape" refType="h" refFor="des" refForName="childText" fact="0.25"/>
      <dgm:constr type="sp" for="des" forName="root" refType="h" refFor="des" refForName="childText" fact="0.25"/>
    </dgm:constrLst>
    <dgm:ruleLst/>
    <dgm:forEach name="Name3" axis="ch">
      <dgm:forEach name="Name4" axis="self" ptType="node" cnt="1">
        <dgm:layoutNode name="root">
          <dgm:choose name="Name5">
            <dgm:if name="Name6" func="var" arg="dir" op="equ" val="norm">
              <dgm:alg type="hierRoot">
                <dgm:param type="hierAlign" val="tL"/>
              </dgm:alg>
            </dgm:if>
            <dgm:else name="Name7">
              <dgm:alg type="hierRoot">
                <dgm:param type="hierAlign" val="t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alignOff" val="0.2"/>
          </dgm:constrLst>
          <dgm:ruleLst/>
          <dgm:layoutNode name="rootComposite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8">
              <dgm:if name="Name9" func="var" arg="dir" op="equ" val="norm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l" for="ch" forName="rootConnector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if>
              <dgm:else name="Name10">
                <dgm:constrLst>
                  <dgm:constr type="l" for="ch" forName="rootText"/>
                  <dgm:constr type="t" for="ch" forName="rootText"/>
                  <dgm:constr type="w" for="ch" forName="rootText" refType="w"/>
                  <dgm:constr type="h" for="ch" forName="rootText" refType="h"/>
                  <dgm:constr type="r" for="ch" forName="rootConnector" refType="w"/>
                  <dgm:constr type="t" for="ch" forName="rootConnector"/>
                  <dgm:constr type="w" for="ch" forName="rootConnector" refType="w" refFor="ch" refForName="rootText" fact="0.2"/>
                  <dgm:constr type="h" for="ch" forName="rootConnector" refType="h" refFor="ch" refForName="rootText"/>
                </dgm:constrLst>
              </dgm:else>
            </dgm:choose>
            <dgm:ruleLst/>
            <dgm:layoutNode name="rootText" styleLbl="node1"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 ptType="node" cnt="1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rootConnector" moveWith="rootText">
              <dgm:alg type="sp"/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self" ptType="node" cnt="1"/>
              <dgm:constrLst/>
              <dgm:ruleLst/>
            </dgm:layoutNode>
          </dgm:layoutNode>
          <dgm:layoutNode name="childShape">
            <dgm:alg type="hierChild">
              <dgm:param type="chAlign" val="l"/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parTrans" cnt="1">
                <dgm:layoutNode name="Name13">
                  <dgm:choose name="Name14">
                    <dgm:if name="Name15" func="var" arg="dir" op="equ" val="norm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L"/>
                      </dgm:alg>
                    </dgm:if>
                    <dgm:else name="Name16">
                      <dgm:alg type="conn">
                        <dgm:param type="dim" val="1D"/>
                        <dgm:param type="endSty" val="noArr"/>
                        <dgm:param type="connRout" val="bend"/>
                        <dgm:param type="srcNode" val="rootConnector"/>
                        <dgm:param type="begPts" val="bCtr"/>
                        <dgm:param type="endPts" val="mid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7" axis="self" ptType="node">
                <dgm:layoutNode name="childText" styleLbl="bgAcc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self desOrSelf" ptType="node node" st="1 1" cnt="1 0"/>
                  <dgm:constrLst>
                    <dgm:constr type="tMarg" refType="primFontSz" fact="0.1"/>
                    <dgm:constr type="bMarg" refType="primFontSz" fact="0.1"/>
                    <dgm:constr type="lMarg" refType="primFontSz" fact="0.15"/>
                    <dgm:constr type="rMarg" refType="primFontSz" fact="0.15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3ACDCB5-FFA0-8DF9-2604-F461B94887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70812F54-0B24-40C6-5E7D-4BD2B0C62A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001640A5-1D18-C650-D8D2-F650BB28E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04.04.2026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626104E-3045-7064-98EC-F3F510DCC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780AD97-E35B-FE7A-B54F-2B101342F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65092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A0C1130-4E4F-152D-1522-794FB81AD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AE79004-9096-6FCD-34E4-7CAD3557B6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D65596E-85BF-CA6A-BED7-25ED618F1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04.04.2026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00712EE-5553-C20F-2005-896D679DB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6871F2C-9DF7-80DD-1603-CFBEF7063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29161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C24136D-1286-DF38-5565-9E15A1C69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3CF4317-FCC0-C96E-5458-B600F390F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C12F92C-F6C9-BC6D-6E7B-0DB501200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04.04.2026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B45CDF8-9777-B55D-F08E-C776CC231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8259142-DC26-2C9E-3835-DA001C5DF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05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D9E6D63-1299-52F6-5B09-DC6C22461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C3EBA68-E1D0-CF40-0D30-FA8EE8D857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CB65E6A0-3890-121B-F377-B8A2B7314B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AF64F231-C307-3452-9C23-611D8486B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04.04.2026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80B3070-E10F-B8D0-BDA3-B7B6E132F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1DD0DF9-D8BB-81CE-D16F-5DC2C1156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56189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E7E54C-7B9F-FA40-E280-1ACB0D97C2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9A9EC276-2D38-5281-FDA2-28971C1CA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A21578C4-ED61-F73B-2266-B86846F877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CFA8E7B7-2AED-C625-ABFA-EC3C4C2024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4218E689-80B2-25C6-5FBE-358A284003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E326C624-A4CD-8B3E-6E71-820D4A4725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04.04.2026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02E75A4D-3A19-4C7E-EC2F-A20BABDCD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F7D0ED07-DAD0-5095-D24D-838DCF75C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33294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8821822-FBDC-3B1E-B384-03ED14FB2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4AC4A524-F82A-B769-3D65-C3DB0E9E1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04.04.2026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DFD381B-521B-7089-9180-8E5126BA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4C7905B-373E-CF05-0AF9-C8FC62DB5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526621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B8CFC161-2933-FFF0-6377-D7D8DFB8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04.04.2026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6446EFCF-0490-608F-C80C-2B7D3534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814D355B-A06B-EBAB-D76E-D1DD10EA8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90286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D4FBF21-62EF-D821-E5AC-EFF793B30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B50C729-1827-7BE3-ADF3-868BB176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9630F258-F778-D416-9F27-B8AD81F7E4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9591F722-064E-8EAC-3F02-2A78D7796C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04.04.2026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0F847F4E-C4E3-586C-B21A-122BB6DB3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43CF6BE9-678F-7691-5470-1C7B4922C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44648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5E8978F-BC21-5494-4922-3F64FF8D8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D0010A66-C154-5430-E5BB-D1471688DC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E826B55-51A9-ED4B-C080-487A11EC7C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F79A87D0-246F-F364-CC85-9983F9CF3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04.04.2026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44B67091-4986-AC7D-9F6E-A882B769F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10209CA8-E935-0119-2C04-A89C04982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11314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EE7C624-C8B4-80FF-D00F-29AD5C804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8B6329A8-88EB-6250-9A08-2DE348DD8D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FF346A8-0B52-A119-5BA4-4FC9D0D37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04.04.2026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1058C2E-EFB9-C70A-E67F-A3B1D65A7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DF92E2FE-267B-5C2E-39B7-9FEDF1128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958291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E7D56A7C-B823-156D-A433-371189E75E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5CFBBF36-3D22-C6FC-ADBB-DC7D468ABC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6D64B91-2250-3B4F-518B-B4E316E0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B9C430-E1D8-403E-B8DC-FA88E62CE512}" type="datetimeFigureOut">
              <a:rPr lang="pl-PL" smtClean="0"/>
              <a:t>04.04.2026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46B50B3-25EA-3799-B286-092639B69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DDFB7C5-9F18-AFAB-E6B9-C103DA5AD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6607772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B107B39D-3A43-4A04-4934-A20BDFF76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BD86EC28-87C8-81B7-E628-7C2D19357C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6EE80F0-54FD-EB9D-85FB-D5BC354321B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B9C430-E1D8-403E-B8DC-FA88E62CE512}" type="datetimeFigureOut">
              <a:rPr lang="pl-PL" smtClean="0"/>
              <a:t>04.04.2026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383C51B-19BC-EC1A-69C8-AE783287FA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736B4EB-0B83-6C39-E68D-D92DC41496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483B447-EA28-455C-918A-ACA65669C43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245180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13" Type="http://schemas.openxmlformats.org/officeDocument/2006/relationships/diagramLayout" Target="../diagrams/layout4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12" Type="http://schemas.openxmlformats.org/officeDocument/2006/relationships/diagramData" Target="../diagrams/data4.xml"/><Relationship Id="rId2" Type="http://schemas.openxmlformats.org/officeDocument/2006/relationships/diagramData" Target="../diagrams/data2.xml"/><Relationship Id="rId16" Type="http://schemas.microsoft.com/office/2007/relationships/diagramDrawing" Target="../diagrams/drawing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5" Type="http://schemas.openxmlformats.org/officeDocument/2006/relationships/diagramColors" Target="../diagrams/colors4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Relationship Id="rId14" Type="http://schemas.openxmlformats.org/officeDocument/2006/relationships/diagramQuickStyle" Target="../diagrams/quickStyle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13" Type="http://schemas.openxmlformats.org/officeDocument/2006/relationships/diagramLayout" Target="../diagrams/layout7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12" Type="http://schemas.openxmlformats.org/officeDocument/2006/relationships/diagramData" Target="../diagrams/data7.xml"/><Relationship Id="rId2" Type="http://schemas.openxmlformats.org/officeDocument/2006/relationships/diagramData" Target="../diagrams/data5.xml"/><Relationship Id="rId16" Type="http://schemas.microsoft.com/office/2007/relationships/diagramDrawing" Target="../diagrams/drawing7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5" Type="http://schemas.openxmlformats.org/officeDocument/2006/relationships/diagramColors" Target="../diagrams/colors7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Relationship Id="rId14" Type="http://schemas.openxmlformats.org/officeDocument/2006/relationships/diagramQuickStyle" Target="../diagrams/quickStyle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www.ea.com/seed/news/seed-dd18-presentation-slides-raytrac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rostokąt: zaokrąglone rogi 48">
            <a:extLst>
              <a:ext uri="{FF2B5EF4-FFF2-40B4-BE49-F238E27FC236}">
                <a16:creationId xmlns:a16="http://schemas.microsoft.com/office/drawing/2014/main" id="{AFFA8836-B587-ECDC-FDB9-0A1A72903C32}"/>
              </a:ext>
            </a:extLst>
          </p:cNvPr>
          <p:cNvSpPr/>
          <p:nvPr/>
        </p:nvSpPr>
        <p:spPr>
          <a:xfrm>
            <a:off x="2930925" y="2077081"/>
            <a:ext cx="6330150" cy="2703838"/>
          </a:xfrm>
          <a:prstGeom prst="roundRect">
            <a:avLst>
              <a:gd name="adj" fmla="val 9724"/>
            </a:avLst>
          </a:prstGeom>
          <a:ln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Planned </a:t>
            </a:r>
            <a:r>
              <a:rPr lang="pl-PL" sz="3200" b="1" dirty="0">
                <a:solidFill>
                  <a:schemeClr val="tx1"/>
                </a:solidFill>
              </a:rPr>
              <a:t>Rendering Architecture</a:t>
            </a:r>
          </a:p>
          <a:p>
            <a:pPr algn="ctr"/>
            <a:r>
              <a:rPr lang="en-US" sz="3200" b="1" dirty="0">
                <a:solidFill>
                  <a:schemeClr val="tx1"/>
                </a:solidFill>
              </a:rPr>
              <a:t>of Fools Engine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443A3A9-BD8C-B789-7BDD-19C256E4ECA4}"/>
              </a:ext>
            </a:extLst>
          </p:cNvPr>
          <p:cNvSpPr/>
          <p:nvPr/>
        </p:nvSpPr>
        <p:spPr>
          <a:xfrm>
            <a:off x="6891306" y="4638612"/>
            <a:ext cx="2113415" cy="442061"/>
          </a:xfrm>
          <a:prstGeom prst="roundRect">
            <a:avLst>
              <a:gd name="adj" fmla="val 33105"/>
            </a:avLst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Work in progress</a:t>
            </a:r>
          </a:p>
        </p:txBody>
      </p:sp>
    </p:spTree>
    <p:extLst>
      <p:ext uri="{BB962C8B-B14F-4D97-AF65-F5344CB8AC3E}">
        <p14:creationId xmlns:p14="http://schemas.microsoft.com/office/powerpoint/2010/main" val="29694082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59338-5ABE-399A-F283-ED7129069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5FF003B-27B4-5793-606A-AE43BC5681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5870595"/>
              </p:ext>
            </p:extLst>
          </p:nvPr>
        </p:nvGraphicFramePr>
        <p:xfrm>
          <a:off x="1047626" y="284614"/>
          <a:ext cx="10034178" cy="62349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463454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D94FB-3A8D-FF1D-21C0-66E1FE423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BB3D1CF-FDAD-A79C-CAB4-9B7975BD44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94851862"/>
              </p:ext>
            </p:extLst>
          </p:nvPr>
        </p:nvGraphicFramePr>
        <p:xfrm>
          <a:off x="9192445" y="284614"/>
          <a:ext cx="2682643" cy="62349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9EC70259-8E3B-6109-3F46-7448A423A8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0248641"/>
              </p:ext>
            </p:extLst>
          </p:nvPr>
        </p:nvGraphicFramePr>
        <p:xfrm>
          <a:off x="256942" y="142724"/>
          <a:ext cx="8704725" cy="536056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4" name="Prostokąt: zaokrąglone rogi 3">
            <a:extLst>
              <a:ext uri="{FF2B5EF4-FFF2-40B4-BE49-F238E27FC236}">
                <a16:creationId xmlns:a16="http://schemas.microsoft.com/office/drawing/2014/main" id="{AFA31E1B-1156-3E99-AC63-307A605F1DB2}"/>
              </a:ext>
            </a:extLst>
          </p:cNvPr>
          <p:cNvSpPr/>
          <p:nvPr/>
        </p:nvSpPr>
        <p:spPr>
          <a:xfrm>
            <a:off x="468889" y="5345698"/>
            <a:ext cx="1408356" cy="847788"/>
          </a:xfrm>
          <a:prstGeom prst="roundRect">
            <a:avLst>
              <a:gd name="adj" fmla="val 11150"/>
            </a:avLst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GAPIType</a:t>
            </a:r>
            <a:endParaRPr lang="en-US" dirty="0"/>
          </a:p>
          <a:p>
            <a:pPr algn="ctr"/>
            <a:r>
              <a:rPr lang="en-US" sz="1100" dirty="0"/>
              <a:t>(enum)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CEC42D35-7529-B863-503C-470A53C922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51172134"/>
              </p:ext>
            </p:extLst>
          </p:nvPr>
        </p:nvGraphicFramePr>
        <p:xfrm>
          <a:off x="7535822" y="3917991"/>
          <a:ext cx="1541234" cy="25298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</p:spTree>
    <p:extLst>
      <p:ext uri="{BB962C8B-B14F-4D97-AF65-F5344CB8AC3E}">
        <p14:creationId xmlns:p14="http://schemas.microsoft.com/office/powerpoint/2010/main" val="2196953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5823D-6B21-201F-C5AE-C79B36D1E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492A092-E363-682E-9D3E-E51E360DF0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8137107"/>
              </p:ext>
            </p:extLst>
          </p:nvPr>
        </p:nvGraphicFramePr>
        <p:xfrm>
          <a:off x="9192445" y="284614"/>
          <a:ext cx="2682643" cy="62349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5010C0AF-2C13-5177-9091-B14E273E901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4415286"/>
              </p:ext>
            </p:extLst>
          </p:nvPr>
        </p:nvGraphicFramePr>
        <p:xfrm>
          <a:off x="316912" y="534913"/>
          <a:ext cx="8704725" cy="22506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764F611-EAD4-149A-0977-A8569102D3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3520352"/>
              </p:ext>
            </p:extLst>
          </p:nvPr>
        </p:nvGraphicFramePr>
        <p:xfrm>
          <a:off x="409344" y="3178051"/>
          <a:ext cx="8298652" cy="264731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sp>
        <p:nvSpPr>
          <p:cNvPr id="7" name="pole tekstowe 6">
            <a:extLst>
              <a:ext uri="{FF2B5EF4-FFF2-40B4-BE49-F238E27FC236}">
                <a16:creationId xmlns:a16="http://schemas.microsoft.com/office/drawing/2014/main" id="{24DCBF0B-0077-D3B6-D241-B7631197796B}"/>
              </a:ext>
            </a:extLst>
          </p:cNvPr>
          <p:cNvSpPr txBox="1"/>
          <p:nvPr/>
        </p:nvSpPr>
        <p:spPr>
          <a:xfrm>
            <a:off x="2175780" y="6015310"/>
            <a:ext cx="47657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Region creation order != Region retirement order</a:t>
            </a:r>
          </a:p>
        </p:txBody>
      </p:sp>
    </p:spTree>
    <p:extLst>
      <p:ext uri="{BB962C8B-B14F-4D97-AF65-F5344CB8AC3E}">
        <p14:creationId xmlns:p14="http://schemas.microsoft.com/office/powerpoint/2010/main" val="1886070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A91E86B-1088-6125-D6A6-663EA79175C5}"/>
                  </a:ext>
                </a:extLst>
              </p:cNvPr>
              <p:cNvSpPr txBox="1"/>
              <p:nvPr/>
            </p:nvSpPr>
            <p:spPr>
              <a:xfrm>
                <a:off x="668215" y="1231381"/>
                <a:ext cx="4353950" cy="37371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i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i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𝜔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f>
                                <m:f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𝐷𝐹𝐺</m:t>
                                  </m:r>
                                </m:num>
                                <m:den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𝑜</m:t>
                                          </m:r>
                                        </m:sub>
                                      </m:sSub>
                                      <m: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∙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den>
                              </m:f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US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A91E86B-1088-6125-D6A6-663EA79175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215" y="1231381"/>
                <a:ext cx="4353950" cy="3737177"/>
              </a:xfrm>
              <a:prstGeom prst="rect">
                <a:avLst/>
              </a:prstGeom>
              <a:blipFill>
                <a:blip r:embed="rId2"/>
                <a:stretch>
                  <a:fillRect l="-9384" t="-14356" b="-16476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850F1EB5-FC4A-31B5-A238-6352AEFCAB09}"/>
              </a:ext>
            </a:extLst>
          </p:cNvPr>
          <p:cNvSpPr txBox="1"/>
          <p:nvPr/>
        </p:nvSpPr>
        <p:spPr>
          <a:xfrm>
            <a:off x="668215" y="358725"/>
            <a:ext cx="85781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Redeferred</a:t>
            </a:r>
            <a:r>
              <a:rPr lang="en-US" dirty="0"/>
              <a:t> rendering – Experimental concept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80D278-A6F8-EFEB-1BBA-DB3684144AD8}"/>
              </a:ext>
            </a:extLst>
          </p:cNvPr>
          <p:cNvSpPr txBox="1"/>
          <p:nvPr/>
        </p:nvSpPr>
        <p:spPr>
          <a:xfrm>
            <a:off x="668215" y="815882"/>
            <a:ext cx="6150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Let’s split diffused and specular contributions of the reflectance part of the rendering equation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CF65EB-1EBC-955D-E199-D0F801876199}"/>
              </a:ext>
            </a:extLst>
          </p:cNvPr>
          <p:cNvSpPr txBox="1"/>
          <p:nvPr/>
        </p:nvSpPr>
        <p:spPr>
          <a:xfrm>
            <a:off x="841240" y="3474551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sz="1200" dirty="0"/>
          </a:p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739991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1CF65EB-1EBC-955D-E199-D0F801876199}"/>
                  </a:ext>
                </a:extLst>
              </p:cNvPr>
              <p:cNvSpPr txBox="1"/>
              <p:nvPr/>
            </p:nvSpPr>
            <p:spPr>
              <a:xfrm>
                <a:off x="601891" y="1187372"/>
                <a:ext cx="4606690" cy="467544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i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i="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num>
                            <m:den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  <m:oMath xmlns:m="http://schemas.openxmlformats.org/officeDocument/2006/math"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𝐹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𝑃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en-US" sz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  <m:oMath xmlns:m="http://schemas.openxmlformats.org/officeDocument/2006/math">
                      <m:r>
                        <a:rPr lang="pl-PL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 smtClean="0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 smtClean="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1CF65EB-1EBC-955D-E199-D0F8018761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891" y="1187372"/>
                <a:ext cx="4606690" cy="4675447"/>
              </a:xfrm>
              <a:prstGeom prst="rect">
                <a:avLst/>
              </a:prstGeom>
              <a:blipFill>
                <a:blip r:embed="rId2"/>
                <a:stretch>
                  <a:fillRect l="-8344" t="-16428" b="-149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7CCD9E-8F0D-07DF-A50E-708DB962A343}"/>
                  </a:ext>
                </a:extLst>
              </p:cNvPr>
              <p:cNvSpPr txBox="1"/>
              <p:nvPr/>
            </p:nvSpPr>
            <p:spPr>
              <a:xfrm>
                <a:off x="8592938" y="708972"/>
                <a:ext cx="3045618" cy="9568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Fresnel-</a:t>
                </a:r>
                <a:r>
                  <a:rPr lang="en-US" sz="1200" dirty="0" err="1"/>
                  <a:t>Schlick</a:t>
                </a:r>
                <a:r>
                  <a:rPr lang="en-US" sz="1200" b="0" i="0" dirty="0">
                    <a:solidFill>
                      <a:srgbClr val="111111"/>
                    </a:solidFill>
                    <a:effectLst/>
                    <a:latin typeface="Gudea"/>
                  </a:rPr>
                  <a:t> approximation:</a:t>
                </a:r>
                <a:endParaRPr lang="en-US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l-PL" sz="12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7CCD9E-8F0D-07DF-A50E-708DB962A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2938" y="708972"/>
                <a:ext cx="3045618" cy="956800"/>
              </a:xfrm>
              <a:prstGeom prst="rect">
                <a:avLst/>
              </a:prstGeom>
              <a:blipFill>
                <a:blip r:embed="rId3"/>
                <a:stretch>
                  <a:fillRect l="-200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2">
            <a:extLst>
              <a:ext uri="{FF2B5EF4-FFF2-40B4-BE49-F238E27FC236}">
                <a16:creationId xmlns:a16="http://schemas.microsoft.com/office/drawing/2014/main" id="{6D30357B-58C1-CE7B-B87E-8B23CFC29544}"/>
              </a:ext>
            </a:extLst>
          </p:cNvPr>
          <p:cNvSpPr txBox="1"/>
          <p:nvPr/>
        </p:nvSpPr>
        <p:spPr>
          <a:xfrm>
            <a:off x="4765039" y="218466"/>
            <a:ext cx="2855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Diffused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9736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0257-C490-2631-2F98-D79B34D1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AB5527-483B-744D-4A65-7BDD6BDF7837}"/>
              </a:ext>
            </a:extLst>
          </p:cNvPr>
          <p:cNvSpPr txBox="1"/>
          <p:nvPr/>
        </p:nvSpPr>
        <p:spPr>
          <a:xfrm>
            <a:off x="5367441" y="167893"/>
            <a:ext cx="1099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Specular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1">
                <a:extLst>
                  <a:ext uri="{FF2B5EF4-FFF2-40B4-BE49-F238E27FC236}">
                    <a16:creationId xmlns:a16="http://schemas.microsoft.com/office/drawing/2014/main" id="{D891AABD-8CC2-BFA6-8BE7-B8644705AE6E}"/>
                  </a:ext>
                </a:extLst>
              </p:cNvPr>
              <p:cNvSpPr txBox="1"/>
              <p:nvPr/>
            </p:nvSpPr>
            <p:spPr>
              <a:xfrm>
                <a:off x="432647" y="610377"/>
                <a:ext cx="6848997" cy="62173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𝐷𝐹𝐺</m:t>
                              </m:r>
                            </m:num>
                            <m:den>
                              <m:r>
                                <a:rPr lang="en-US" sz="120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𝐺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r>
                            <a:rPr lang="en-GB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 lang="pl-PL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den>
                          </m:f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den>
                          </m:f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𝐹</m:t>
                          </m:r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f>
                            <m:f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nary>
                            <m:naryPr>
                              <m:limLoc m:val="undOvr"/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sty m:val="p"/>
                                  <m:brk m:alnAt="24"/>
                                </m:rPr>
                                <a:rPr lang="el-G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Ω</m:t>
                              </m:r>
                            </m:sub>
                            <m: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pl-PL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1">
                <a:extLst>
                  <a:ext uri="{FF2B5EF4-FFF2-40B4-BE49-F238E27FC236}">
                    <a16:creationId xmlns:a16="http://schemas.microsoft.com/office/drawing/2014/main" id="{48467EB4-BDAB-1B5E-3D1D-554A31219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647" y="610377"/>
                <a:ext cx="6848997" cy="6217343"/>
              </a:xfrm>
              <a:prstGeom prst="rect">
                <a:avLst/>
              </a:prstGeom>
              <a:blipFill>
                <a:blip r:embed="rId2"/>
                <a:stretch>
                  <a:fillRect l="-801" t="-122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671978D3-4CAD-02F1-258B-A30CA3FBCF0C}"/>
                  </a:ext>
                </a:extLst>
              </p:cNvPr>
              <p:cNvSpPr txBox="1"/>
              <p:nvPr/>
            </p:nvSpPr>
            <p:spPr>
              <a:xfrm>
                <a:off x="7650760" y="224229"/>
                <a:ext cx="4181020" cy="28442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dirty="0"/>
                  <a:t>Fresnel-</a:t>
                </a:r>
                <a:r>
                  <a:rPr lang="en-US" sz="1200" dirty="0" err="1"/>
                  <a:t>Schlick</a:t>
                </a:r>
                <a:r>
                  <a:rPr lang="en-US" sz="1200" b="0" i="0" dirty="0">
                    <a:solidFill>
                      <a:srgbClr val="111111"/>
                    </a:solidFill>
                    <a:effectLst/>
                    <a:latin typeface="Gudea"/>
                  </a:rPr>
                  <a:t> approximation:</a:t>
                </a:r>
                <a:endParaRPr lang="en-US" sz="120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l-PL" sz="1200" b="0" dirty="0"/>
              </a:p>
              <a:p>
                <a:endParaRPr lang="pl-PL" sz="1200" dirty="0"/>
              </a:p>
              <a:p>
                <a:r>
                  <a:rPr lang="pl-PL" sz="1200" dirty="0" err="1"/>
                  <a:t>Smith's</a:t>
                </a:r>
                <a:r>
                  <a:rPr lang="pl-PL" sz="1200" dirty="0"/>
                  <a:t> </a:t>
                </a:r>
                <a:r>
                  <a:rPr lang="pl-PL" sz="1200" dirty="0" err="1"/>
                  <a:t>method</a:t>
                </a:r>
                <a:r>
                  <a:rPr lang="pl-PL" sz="1200" dirty="0"/>
                  <a:t> with Schlick-GGX: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∙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en-GB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pl-PL" sz="1200" dirty="0"/>
              </a:p>
              <a:p>
                <a14:m>
                  <m:oMath xmlns:m="http://schemas.openxmlformats.org/officeDocument/2006/math">
                    <m:r>
                      <a:rPr lang="en-GB" sz="120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l-PL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l-PL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l-PL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pl-PL" sz="12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l-PL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  <m:r>
                                  <a:rPr lang="pl-PL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e>
                          <m:sup>
                            <m:r>
                              <a:rPr lang="pl-PL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pl-PL" sz="12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den>
                    </m:f>
                  </m:oMath>
                </a14:m>
                <a:r>
                  <a:rPr lang="pl-PL" sz="1200" dirty="0"/>
                  <a:t> or </a:t>
                </a:r>
                <a14:m>
                  <m:oMath xmlns:m="http://schemas.openxmlformats.org/officeDocument/2006/math">
                    <m:r>
                      <a:rPr lang="en-GB" sz="1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pl-PL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l-PL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pl-PL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l-PL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𝛼</m:t>
                            </m:r>
                          </m:e>
                          <m:sup>
                            <m:r>
                              <a:rPr lang="pl-PL" sz="12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pl-PL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pl-PL" sz="1200" dirty="0"/>
              </a:p>
              <a:p>
                <a:endParaRPr lang="pl-PL" sz="1200" dirty="0"/>
              </a:p>
              <a:p>
                <a:r>
                  <a:rPr lang="pl-PL" sz="1200" dirty="0" err="1"/>
                  <a:t>Trowbridge-Reitz</a:t>
                </a:r>
                <a:r>
                  <a:rPr lang="pl-PL" sz="1200" dirty="0"/>
                  <a:t> GGX: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sSup>
                            <m:sSup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−1)+1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sz="1200" dirty="0"/>
              </a:p>
            </p:txBody>
          </p:sp>
        </mc:Choice>
        <mc:Fallback xmlns="">
          <p:sp>
            <p:nvSpPr>
              <p:cNvPr id="7" name="TextBox 4">
                <a:extLst>
                  <a:ext uri="{FF2B5EF4-FFF2-40B4-BE49-F238E27FC236}">
                    <a16:creationId xmlns:a16="http://schemas.microsoft.com/office/drawing/2014/main" id="{B2030CB6-BCEF-E6CA-B4B4-B0086EF502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0760" y="224229"/>
                <a:ext cx="4181020" cy="28442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pole tekstowe 1">
                <a:extLst>
                  <a:ext uri="{FF2B5EF4-FFF2-40B4-BE49-F238E27FC236}">
                    <a16:creationId xmlns:a16="http://schemas.microsoft.com/office/drawing/2014/main" id="{C8059106-DEE4-E83F-EFEE-57477C2BC673}"/>
                  </a:ext>
                </a:extLst>
              </p:cNvPr>
              <p:cNvSpPr txBox="1"/>
              <p:nvPr/>
            </p:nvSpPr>
            <p:spPr>
              <a:xfrm>
                <a:off x="7281644" y="4136910"/>
                <a:ext cx="4211987" cy="22928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𝑅</m:t>
                          </m:r>
                        </m:e>
                        <m:sub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sSup>
                        <m:sSupPr>
                          <m:ctrl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0" lang="el-GR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kumimoji="0" lang="el-GR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kumimoji="0" lang="en-GB" sz="12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⋅</m:t>
                              </m:r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𝑛</m:t>
                              </m:r>
                            </m:e>
                          </m:d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(1−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)+</m:t>
                          </m:r>
                          <m: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Cambria Math" panose="02040503050406030204" pitchFamily="18" charset="0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Ω</m:t>
                          </m:r>
                        </m:sub>
                        <m:sup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pl-PL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kumimoji="0" lang="en-US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Ω</m:t>
                          </m:r>
                        </m:sub>
                        <m:sup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836967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⋅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𝑑</m:t>
                          </m:r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𝜔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GB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83696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L</m:t>
                          </m:r>
                        </m:e>
                        <m:sub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836967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p</m:t>
                          </m:r>
                          <m:r>
                            <a:rPr kumimoji="0" lang="en-GB" sz="12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836967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0" lang="en-GB" sz="12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ω</m:t>
                              </m:r>
                            </m:e>
                            <m:sub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𝛼</m:t>
                              </m:r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</m:t>
                          </m:r>
                          <m: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𝜋</m:t>
                          </m:r>
                          <m:d>
                            <m:dPr>
                              <m:ctrlP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836967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kumimoji="0" lang="en-GB" sz="1200" b="0" i="0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kumimoji="0" lang="en-GB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kumimoji="0" lang="en-GB" sz="12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∙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a:rPr kumimoji="0" lang="en-GB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+</m:t>
                              </m:r>
                              <m:r>
                                <a:rPr kumimoji="0" lang="en-GB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kumimoji="0" lang="en-GB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𝐹</m:t>
                              </m:r>
                            </m:e>
                            <m:sub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kumimoji="0" lang="pl-PL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+</m:t>
                          </m:r>
                          <m:d>
                            <m:d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pl-PL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kumimoji="0" lang="pl-PL" sz="12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 Math" panose="02040503050406030204" pitchFamily="18" charset="0"/>
                  <a:ea typeface="+mn-ea"/>
                  <a:cs typeface="+mn-cs"/>
                </a:endParaRPr>
              </a:p>
            </p:txBody>
          </p:sp>
        </mc:Choice>
        <mc:Fallback xmlns="">
          <p:sp>
            <p:nvSpPr>
              <p:cNvPr id="2" name="pole tekstowe 1">
                <a:extLst>
                  <a:ext uri="{FF2B5EF4-FFF2-40B4-BE49-F238E27FC236}">
                    <a16:creationId xmlns:a16="http://schemas.microsoft.com/office/drawing/2014/main" id="{7FE5FE55-C83F-1B56-CBF7-B14F529F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1644" y="4136910"/>
                <a:ext cx="4211987" cy="2292872"/>
              </a:xfrm>
              <a:prstGeom prst="rect">
                <a:avLst/>
              </a:prstGeom>
              <a:blipFill>
                <a:blip r:embed="rId4"/>
                <a:stretch>
                  <a:fillRect l="-2315" b="-24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73549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C8BAF-B2A1-53CC-15A1-42E679249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E528F1E-560A-C9BB-74A9-E90D98EAA606}"/>
              </a:ext>
            </a:extLst>
          </p:cNvPr>
          <p:cNvSpPr txBox="1"/>
          <p:nvPr/>
        </p:nvSpPr>
        <p:spPr>
          <a:xfrm>
            <a:off x="550268" y="365087"/>
            <a:ext cx="3275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Recombination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FC8C21-BD30-3102-7832-BCEC6508FAE4}"/>
                  </a:ext>
                </a:extLst>
              </p:cNvPr>
              <p:cNvSpPr txBox="1"/>
              <p:nvPr/>
            </p:nvSpPr>
            <p:spPr>
              <a:xfrm>
                <a:off x="521246" y="1156066"/>
                <a:ext cx="4689928" cy="41731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200" dirty="0"/>
                        <m:t>or</m:t>
                      </m:r>
                      <m:r>
                        <m:rPr>
                          <m:nor/>
                        </m:rPr>
                        <a:rPr lang="pl-PL" sz="1200" dirty="0"/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endParaRPr lang="pl-PL" sz="1200" b="0" dirty="0"/>
              </a:p>
              <a:p>
                <a:endParaRPr lang="en-US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2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2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2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200" dirty="0"/>
              </a:p>
              <a:p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46" y="1156066"/>
                <a:ext cx="4689928" cy="4173194"/>
              </a:xfrm>
              <a:prstGeom prst="rect">
                <a:avLst/>
              </a:prstGeom>
              <a:blipFill>
                <a:blip r:embed="rId2"/>
                <a:stretch>
                  <a:fillRect l="-4941"/>
                </a:stretch>
              </a:blipFill>
            </p:spPr>
            <p:txBody>
              <a:bodyPr/>
              <a:lstStyle/>
              <a:p>
                <a:r>
                  <a:rPr lang="pl-PL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5F2D1C-D5C7-C375-6BA9-9810B1BE53CE}"/>
                  </a:ext>
                </a:extLst>
              </p:cNvPr>
              <p:cNvSpPr txBox="1"/>
              <p:nvPr/>
            </p:nvSpPr>
            <p:spPr>
              <a:xfrm>
                <a:off x="5274453" y="2056142"/>
                <a:ext cx="6396301" cy="18870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We are going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i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600" dirty="0"/>
                  <a:t> first, looping through all illumination sources (lights / rays).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Then we are going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sz="1600" dirty="0"/>
                  <a:t>,</a:t>
                </a:r>
                <a:r>
                  <a:rPr lang="en-US" sz="16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1600" dirty="0"/>
                  <a:t> and finally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sz="1600" dirty="0"/>
                  <a:t> outside the loop.</a:t>
                </a:r>
              </a:p>
              <a:p>
                <a:endParaRPr lang="en-US" sz="1600" dirty="0"/>
              </a:p>
              <a:p>
                <a:r>
                  <a:rPr lang="en-US" sz="1600" dirty="0"/>
                  <a:t>A portion of calculations is now pushed out of the loop and performed only once, instead of on a per illumination source basis.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0A0461F-E854-417F-0750-02C90C193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4453" y="2056142"/>
                <a:ext cx="6396301" cy="1887055"/>
              </a:xfrm>
              <a:prstGeom prst="rect">
                <a:avLst/>
              </a:prstGeom>
              <a:blipFill>
                <a:blip r:embed="rId3"/>
                <a:stretch>
                  <a:fillRect l="-477" t="-645" r="-1144" b="-19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03858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E73FA-0BF8-B02B-1114-21F68A2EEB4C}"/>
              </a:ext>
            </a:extLst>
          </p:cNvPr>
          <p:cNvSpPr txBox="1"/>
          <p:nvPr/>
        </p:nvSpPr>
        <p:spPr>
          <a:xfrm>
            <a:off x="550268" y="371911"/>
            <a:ext cx="3318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Redeffered</a:t>
            </a:r>
            <a:r>
              <a:rPr lang="pl-PL" dirty="0"/>
              <a:t> rendering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/>
              <p:nvPr/>
            </p:nvSpPr>
            <p:spPr>
              <a:xfrm>
                <a:off x="348344" y="932784"/>
                <a:ext cx="6403682" cy="41370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just"/>
                <a:r>
                  <a:rPr lang="en-US" sz="1400" dirty="0"/>
                  <a:t>Lets split shading into two stages.</a:t>
                </a:r>
              </a:p>
              <a:p>
                <a:pPr algn="just"/>
                <a:endParaRPr lang="en-US" sz="1400" dirty="0"/>
              </a:p>
              <a:p>
                <a:pPr algn="just"/>
                <a:r>
                  <a:rPr lang="en-US" sz="1400" dirty="0"/>
                  <a:t>First stage (Illumination pass) will produce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sub>
                        </m:sSub>
                      </m:sub>
                    </m:sSub>
                  </m:oMath>
                </a14:m>
                <a:r>
                  <a:rPr lang="en-US" sz="1400" dirty="0"/>
                  <a:t> values and store them in a dedicated buffer, let’s call it I-buffer.</a:t>
                </a:r>
              </a:p>
              <a:p>
                <a:pPr algn="just"/>
                <a:r>
                  <a:rPr lang="en-US" sz="1400" dirty="0"/>
                  <a:t>Second stage (Material pass) will use those values to 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smtClean="0">
                            <a:latin typeface="Cambria Math" panose="02040503050406030204" pitchFamily="18" charset="0"/>
                          </a:rPr>
                          <m:t>L</m:t>
                        </m:r>
                      </m:e>
                      <m:sub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sz="1400" dirty="0"/>
                  <a:t>.</a:t>
                </a:r>
              </a:p>
              <a:p>
                <a:pPr algn="just"/>
                <a:endParaRPr lang="en-US" sz="1400" dirty="0"/>
              </a:p>
              <a:p>
                <a:pPr algn="just"/>
                <a:r>
                  <a:rPr lang="en-US" sz="1400" dirty="0"/>
                  <a:t>I-buffer retains fundamental characteristic of light to be cumulative. This allows first stage to be split into multiple passes using specialized shaders for different types of lights, shadows. </a:t>
                </a:r>
                <a:r>
                  <a:rPr lang="en-US" sz="1400" dirty="0" err="1"/>
                  <a:t>R</a:t>
                </a:r>
                <a:r>
                  <a:rPr lang="en-US" sz="1400" dirty="0" err="1">
                    <a:solidFill>
                      <a:prstClr val="black"/>
                    </a:solidFill>
                  </a:rPr>
                  <a:t>edeferred</a:t>
                </a:r>
                <a:r>
                  <a:rPr lang="en-US" sz="1400" dirty="0">
                    <a:solidFill>
                      <a:prstClr val="black"/>
                    </a:solidFill>
                  </a:rPr>
                  <a:t>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rendering can be used analogously with most of indirect illumination techniques too and their results can be accumulated to the same I-buffer with a common second stage to be applied.</a:t>
                </a:r>
              </a:p>
              <a:p>
                <a:pPr algn="just"/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algn="just"/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The first stage depends only on lights and geometry (from the PBR point of view roughness is a simplified representation of microscopic geometry). The variability of the </a:t>
                </a:r>
                <a:r>
                  <a:rPr lang="en-US" sz="1400" dirty="0">
                    <a:solidFill>
                      <a:prstClr val="black"/>
                    </a:solidFill>
                  </a:rPr>
                  <a:t>I-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buffer is expected to be low (imagine a white world with colorful lights). That makes this stage a good candidate for shading rate reducing techniques. We can safely apply a reduced shading rate everywhere unless there is an illumination discontinuity </a:t>
                </a:r>
                <a:r>
                  <a:rPr lang="en-US" sz="1400" dirty="0">
                    <a:solidFill>
                      <a:prstClr val="black"/>
                    </a:solidFill>
                  </a:rPr>
                  <a:t>(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hard shadow coming from an illumination </a:t>
                </a:r>
                <a:r>
                  <a:rPr kumimoji="0" lang="en-US" sz="1400" b="0" i="0" u="none" strike="noStrike" kern="1200" cap="none" spc="0" normalizeH="0" baseline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source considered by a particular shader) or 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geometry edge – this will require tuning based on visual quality.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344" y="932784"/>
                <a:ext cx="6403682" cy="4137095"/>
              </a:xfrm>
              <a:prstGeom prst="rect">
                <a:avLst/>
              </a:prstGeom>
              <a:blipFill>
                <a:blip r:embed="rId2"/>
                <a:stretch>
                  <a:fillRect l="-1713" t="-1325" r="-1618" b="-16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36D20-9BBD-2FC3-EC4F-2D7A4AE87D9F}"/>
                  </a:ext>
                </a:extLst>
              </p:cNvPr>
              <p:cNvSpPr txBox="1"/>
              <p:nvPr/>
            </p:nvSpPr>
            <p:spPr>
              <a:xfrm>
                <a:off x="6898514" y="487702"/>
                <a:ext cx="4945142" cy="4745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400" dirty="0"/>
                        <m:t>or</m:t>
                      </m:r>
                      <m:r>
                        <m:rPr>
                          <m:nor/>
                        </m:rPr>
                        <a:rPr lang="pl-PL" sz="1400" dirty="0"/>
                        <m:t>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4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endParaRPr lang="pl-PL" sz="1400" dirty="0"/>
              </a:p>
              <a:p>
                <a:endParaRPr lang="en-US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4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D736D20-9BBD-2FC3-EC4F-2D7A4AE87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8514" y="487702"/>
                <a:ext cx="4945142" cy="474501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38C10A9E-81E2-D669-4827-7D0151479684}"/>
              </a:ext>
            </a:extLst>
          </p:cNvPr>
          <p:cNvSpPr txBox="1"/>
          <p:nvPr/>
        </p:nvSpPr>
        <p:spPr>
          <a:xfrm>
            <a:off x="263564" y="5510522"/>
            <a:ext cx="1149041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The second stage does not have to iterate over illumination sources, so it will be used to refine results by integrating them with materials at full resolution. 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still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consider 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geometry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during the refining second stage, providing us with differentiation of pixels shaded together in the first pass.</a:t>
            </a:r>
            <a:r>
              <a:rPr kumimoji="0" lang="pl-PL" sz="1400" b="0" i="0" u="none" strike="noStrike" kern="1200" cap="none" spc="0" normalizeH="0" baseline="0" noProof="0" dirty="0">
                <a:ln>
                  <a:noFill/>
                </a:ln>
                <a:solidFill>
                  <a:srgbClr val="111111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This fully covers artifacts of the reduced shading rate from the first stage, making them completely imperceptible. 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111111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52796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E06D69-D766-CE98-EAE1-6A2BB9B1129F}"/>
                  </a:ext>
                </a:extLst>
              </p:cNvPr>
              <p:cNvSpPr txBox="1"/>
              <p:nvPr/>
            </p:nvSpPr>
            <p:spPr>
              <a:xfrm>
                <a:off x="329716" y="971036"/>
                <a:ext cx="6464699" cy="54784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just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B</a:t>
                </a:r>
                <a:r>
                  <a:rPr kumimoji="0" lang="en-US" sz="1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ottleneck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of memory throughput: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r>
                  <a:rPr kumimoji="0" lang="en-US" sz="14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Precalculating</a:t>
                </a: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 smtClean="0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smtClean="0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US" sz="140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US" sz="1400" smtClean="0">
                            <a:latin typeface="Cambria Math" panose="02040503050406030204" pitchFamily="18" charset="0"/>
                          </a:rPr>
                          <m:t>∙</m:t>
                        </m:r>
                        <m:r>
                          <a:rPr lang="en-US" sz="140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in geometry pass – no need</a:t>
                </a:r>
                <a:r>
                  <a:rPr kumimoji="0" lang="en-US" sz="1400" b="0" i="0" u="none" strike="noStrike" kern="1200" cap="none" spc="0" normalizeH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 for fetching normal and depth in the second stage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Smart packing of G-Buffer to separate values used only in the second stage from those used in both stages</a:t>
                </a:r>
              </a:p>
              <a:p>
                <a:pPr marL="228600" lvl="0" indent="-228600" algn="just">
                  <a:buFontTx/>
                  <a:buAutoNum type="alphaUcPeriod"/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Light bleeding over geometry edges, aliased shadow edges and aliasing in strongly illuminated pixels due to greater aliasing in I-Buffer than in G-Buffer: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VRCS with dedicated shading rate attachments per illumination source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(direct, shadows, reflections, indirect diffuse, etc.) and shading into an intermediary render target (to have a base for producing attachment texture)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Separate, specialized upscaling for diffuse and specular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Using G-Buffer as additional information for upscaling (edge preservation)</a:t>
                </a:r>
              </a:p>
              <a:p>
                <a:pPr marL="228600" indent="-228600" algn="just">
                  <a:buFont typeface="+mj-lt"/>
                  <a:buAutoNum type="alphaUcPeriod"/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Temporal upscaling</a:t>
                </a:r>
              </a:p>
              <a:p>
                <a:pPr marL="228600" lvl="0" indent="-228600" algn="just">
                  <a:buFont typeface="+mj-lt"/>
                  <a:buAutoNum type="alphaUcPeriod"/>
                  <a:defRPr/>
                </a:pPr>
                <a:endPara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  <a:p>
                <a:pPr lvl="0" algn="just">
                  <a:defRPr/>
                </a:pPr>
                <a:r>
                  <a:rPr kumimoji="0" 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Separate diffuse and specular aspects of illumination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when used with temporal techniques separately  improve quality (e.g. different types of reprojection: hit point and motion vector - 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  <a:hlinkClick r:id="rId2"/>
                  </a:rPr>
                  <a:t>Tomasz Stachowiak: Stochastic all the things: Raytracing in hybrid real-time rendering</a:t>
                </a: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)</a:t>
                </a:r>
              </a:p>
              <a:p>
                <a:pPr marL="342900" lvl="0" indent="-342900" algn="just">
                  <a:buAutoNum type="alphaUcPeriod"/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Final frame still needs antialiasing</a:t>
                </a:r>
              </a:p>
              <a:p>
                <a:pPr lvl="0" algn="just"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Other shading models may not be compatible with this technique!</a:t>
                </a:r>
              </a:p>
              <a:p>
                <a:pPr lvl="0" algn="just">
                  <a:defRPr/>
                </a:pPr>
                <a:endParaRPr lang="en-US" sz="1400" dirty="0">
                  <a:solidFill>
                    <a:prstClr val="black"/>
                  </a:solidFill>
                  <a:latin typeface="Calibri" panose="020F0502020204030204"/>
                </a:endParaRPr>
              </a:p>
              <a:p>
                <a:pPr lvl="0" algn="just">
                  <a:defRPr/>
                </a:pPr>
                <a:r>
                  <a:rPr lang="en-US" sz="1400" dirty="0">
                    <a:solidFill>
                      <a:prstClr val="black"/>
                    </a:solidFill>
                    <a:latin typeface="Calibri" panose="020F0502020204030204"/>
                  </a:rPr>
                  <a:t>Complete incompatibility with translucency.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DE06D69-D766-CE98-EAE1-6A2BB9B112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16" y="971036"/>
                <a:ext cx="6464699" cy="5478423"/>
              </a:xfrm>
              <a:prstGeom prst="rect">
                <a:avLst/>
              </a:prstGeom>
              <a:blipFill>
                <a:blip r:embed="rId3"/>
                <a:stretch>
                  <a:fillRect l="-283" t="-111" r="-189" b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134750D-DF5D-F08F-03FB-6A28FAF1BFA2}"/>
              </a:ext>
            </a:extLst>
          </p:cNvPr>
          <p:cNvSpPr txBox="1"/>
          <p:nvPr/>
        </p:nvSpPr>
        <p:spPr>
          <a:xfrm>
            <a:off x="329716" y="293534"/>
            <a:ext cx="3991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Redeffered</a:t>
            </a:r>
            <a:r>
              <a:rPr lang="en-US" dirty="0"/>
              <a:t> rendering - considerations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786625-9E20-7967-8C62-571578CEFC79}"/>
                  </a:ext>
                </a:extLst>
              </p:cNvPr>
              <p:cNvSpPr txBox="1"/>
              <p:nvPr/>
            </p:nvSpPr>
            <p:spPr>
              <a:xfrm>
                <a:off x="7072974" y="1232157"/>
                <a:ext cx="4928589" cy="47450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400" dirty="0"/>
                        <m:t>or</m:t>
                      </m:r>
                      <m:r>
                        <m:rPr>
                          <m:nor/>
                        </m:rPr>
                        <a:rPr lang="pl-PL" sz="1400" dirty="0"/>
                        <m:t> 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4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4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4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d>
                            <m:d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l-PL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4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pl-PL" sz="1400" i="1" dirty="0">
                  <a:latin typeface="Cambria Math" panose="02040503050406030204" pitchFamily="18" charset="0"/>
                </a:endParaRPr>
              </a:p>
              <a:p>
                <a:endParaRPr lang="pl-PL" sz="1400" dirty="0"/>
              </a:p>
              <a:p>
                <a:endParaRPr lang="en-US" sz="14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f>
                        <m:f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  <m:d>
                        <m:dPr>
                          <m:ctrlP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GB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GB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GB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GB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pl-PL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pl-PL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4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4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4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4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GB" sz="14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GB" sz="1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  <m:d>
                        <m:d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  <m:r>
                            <a:rPr lang="pl-PL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pl-PL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sub>
                          </m:sSub>
                        </m:e>
                      </m:d>
                    </m:oMath>
                  </m:oMathPara>
                </a14:m>
                <a:endParaRPr lang="en-US" sz="1400" i="1" dirty="0">
                  <a:solidFill>
                    <a:prstClr val="black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400" i="1" dirty="0">
                    <a:solidFill>
                      <a:prstClr val="black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L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>
                                  <a:latin typeface="Cambria Math" panose="02040503050406030204" pitchFamily="18" charset="0"/>
                                </a:rPr>
                                <m:t>ω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9786625-9E20-7967-8C62-571578CEF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2974" y="1232157"/>
                <a:ext cx="4928589" cy="47450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72046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82E73FA-0BF8-B02B-1114-21F68A2EEB4C}"/>
              </a:ext>
            </a:extLst>
          </p:cNvPr>
          <p:cNvSpPr txBox="1"/>
          <p:nvPr/>
        </p:nvSpPr>
        <p:spPr>
          <a:xfrm>
            <a:off x="550268" y="365087"/>
            <a:ext cx="3275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Specular importance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/>
              <p:nvPr/>
            </p:nvSpPr>
            <p:spPr>
              <a:xfrm>
                <a:off x="437356" y="854062"/>
                <a:ext cx="10703224" cy="489133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120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e>
                            <m:sup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  <m:r>
                        <m:rPr>
                          <m:nor/>
                        </m:rPr>
                        <a:rPr lang="pl-PL" sz="1200" dirty="0"/>
                        <m:t>or</m:t>
                      </m:r>
                      <m:r>
                        <m:rPr>
                          <m:nor/>
                        </m:rPr>
                        <a:rPr lang="pl-PL" sz="1200" dirty="0"/>
                        <m:t> </m:t>
                      </m:r>
                      <m:r>
                        <a:rPr lang="en-GB" sz="12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l-GR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l-G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−1)+1</m:t>
                              </m:r>
                            </m:e>
                          </m:d>
                        </m:e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GB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lang="en-GB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(1−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)+</m:t>
                          </m:r>
                          <m:r>
                            <a:rPr lang="en-GB" sz="12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20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d>
                                <m:d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  <m:sup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endParaRPr lang="pl-PL" sz="1200" i="1" dirty="0">
                  <a:solidFill>
                    <a:srgbClr val="836967"/>
                  </a:solidFill>
                  <a:latin typeface="Cambria Math" panose="02040503050406030204" pitchFamily="18" charset="0"/>
                </a:endParaRPr>
              </a:p>
              <a:p>
                <a:pPr/>
                <a:br>
                  <a:rPr lang="en-US" sz="120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pl-PL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l-PL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p>
                        <m:e>
                          <m:nary>
                            <m:naryPr>
                              <m:limLoc m:val="undOvr"/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f>
                                <m:fPr>
                                  <m:ctrlPr>
                                    <a:rPr lang="pl-PL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l-PL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pl-PL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sup>
                            <m:e>
                              <m:f>
                                <m:f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func>
                                <m:funcPr>
                                  <m:ctrlPr>
                                    <a:rPr lang="en-US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20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nary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</m:sSub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unc>
                            <m:func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b>
                                  </m:sSub>
                                </m:e>
                              </m:d>
                            </m:e>
                          </m:func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func>
                                <m:funcPr>
                                  <m:ctrlPr>
                                    <a:rPr lang="pl-PL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1200" i="0" smtClean="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func>
                                <m:funcPr>
                                  <m:ctrlPr>
                                    <a:rPr lang="pl-PL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l-PL" sz="1200" i="0" smtClean="0"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l-PL" sz="12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pl-PL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ω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</m:sub>
                              </m:sSub>
                              <m:r>
                                <a:rPr lang="en-GB" sz="1200">
                                  <a:latin typeface="Cambria Math" panose="02040503050406030204" pitchFamily="18" charset="0"/>
                                </a:rPr>
                                <m:t>∙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pl-PL" sz="1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  <m:r>
                            <a:rPr lang="pl-PL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f>
                            <m:fPr>
                              <m:ctrlP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l-GR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l-GR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pl-PL" sz="12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l-PL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sSup>
                                <m:sSupPr>
                                  <m:ctrlPr>
                                    <a:rPr lang="el-GR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l-G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l-GR" sz="1200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⋅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2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sSup>
                                        <m:sSupPr>
                                          <m:ctrlPr>
                                            <a:rPr lang="en-US" sz="1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sz="12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𝛼</m:t>
                                          </m:r>
                                        </m:e>
                                        <m:sup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r>
                                        <a:rPr lang="el-GR" sz="1200" i="1">
                                          <a:latin typeface="Cambria Math" panose="02040503050406030204" pitchFamily="18" charset="0"/>
                                        </a:rPr>
                                        <m:t>−1)+1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  <m:r>
                        <a:rPr lang="pl-PL" sz="12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endParaRPr lang="pl-PL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l-PL" sz="12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r>
                        <a:rPr lang="pl-PL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4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Ω</m:t>
                          </m:r>
                        </m:sub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836967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pl-PL" sz="12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l-GR" sz="12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  <m:sSup>
                            <m:sSupPr>
                              <m:ctrlP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p>
                              <m:r>
                                <a:rPr lang="pl-PL" sz="12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pl-PL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l-PL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l-PL" sz="12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GB" sz="1200" i="1">
                                      <a:solidFill>
                                        <a:srgbClr val="836967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pl-PL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⋅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GB" sz="1200" i="1">
                                          <a:solidFill>
                                            <a:srgbClr val="836967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GB" sz="1200">
                                          <a:latin typeface="Cambria Math" panose="02040503050406030204" pitchFamily="18" charset="0"/>
                                        </a:rPr>
                                        <m:t>ω</m:t>
                                      </m:r>
                                    </m:e>
                                    <m: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𝑜</m:t>
                                      </m:r>
                                    </m:sub>
                                  </m:sSub>
                                  <m:r>
                                    <a:rPr lang="en-GB" sz="1200">
                                      <a:latin typeface="Cambria Math" panose="02040503050406030204" pitchFamily="18" charset="0"/>
                                    </a:rPr>
                                    <m:t>∙</m:t>
                                  </m:r>
                                  <m:sSub>
                                    <m:sSubPr>
                                      <m:ctrlP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en-US" sz="12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num>
                            <m:den>
                              <m:d>
                                <m:dPr>
                                  <m:ctrlPr>
                                    <a:rPr lang="pl-PL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GB" sz="1200" i="1">
                                              <a:solidFill>
                                                <a:srgbClr val="836967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GB" sz="1200">
                                              <a:latin typeface="Cambria Math" panose="02040503050406030204" pitchFamily="18" charset="0"/>
                                            </a:rPr>
                                            <m:t>ω</m:t>
                                          </m:r>
                                        </m:e>
                                        <m:sub>
                                          <m:r>
                                            <a:rPr lang="pl-PL" sz="12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⋅</m:t>
                                      </m:r>
                                      <m:r>
                                        <a:rPr lang="en-GB" sz="12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e>
                                  </m:d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(1−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)+</m:t>
                                  </m:r>
                                  <m:r>
                                    <a:rPr lang="en-GB" sz="12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  <m:r>
                                <a:rPr lang="el-G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sSub>
                                <m:sSub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12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pl-PL" sz="1200" i="1" dirty="0">
                  <a:latin typeface="Cambria Math" panose="02040503050406030204" pitchFamily="18" charset="0"/>
                </a:endParaRPr>
              </a:p>
              <a:p>
                <a:endParaRPr lang="pl-PL" sz="1200" b="0" dirty="0"/>
              </a:p>
              <a:p>
                <a:endParaRPr lang="en-US" sz="1200" i="1" dirty="0">
                  <a:latin typeface="Cambria Math" panose="02040503050406030204" pitchFamily="18" charset="0"/>
                </a:endParaRPr>
              </a:p>
              <a:p>
                <a:endParaRPr lang="en-US" sz="1200" dirty="0"/>
              </a:p>
              <a:p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B72E16-8C64-443F-8DD8-34DB8C8F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356" y="854062"/>
                <a:ext cx="10703224" cy="4891339"/>
              </a:xfrm>
              <a:prstGeom prst="rect">
                <a:avLst/>
              </a:prstGeom>
              <a:blipFill>
                <a:blip r:embed="rId2"/>
                <a:stretch>
                  <a:fillRect l="-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pole tekstowe 9">
                <a:extLst>
                  <a:ext uri="{FF2B5EF4-FFF2-40B4-BE49-F238E27FC236}">
                    <a16:creationId xmlns:a16="http://schemas.microsoft.com/office/drawing/2014/main" id="{4FDC9C4F-EFD7-6003-EEAB-9F44C796B972}"/>
                  </a:ext>
                </a:extLst>
              </p:cNvPr>
              <p:cNvSpPr txBox="1"/>
              <p:nvPr/>
            </p:nvSpPr>
            <p:spPr>
              <a:xfrm>
                <a:off x="8279935" y="599333"/>
                <a:ext cx="3179428" cy="31034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pl-PL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Trowbridge-Reitz GGX:</a:t>
                </a: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GB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𝐷</m:t>
                      </m:r>
                      <m:r>
                        <a:rPr kumimoji="0" lang="pl-PL" sz="12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r>
                                <a:rPr kumimoji="0" lang="en-US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𝛼</m:t>
                              </m:r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kumimoji="0" lang="el-G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𝜋</m:t>
                          </m:r>
                          <m:sSup>
                            <m:sSupPr>
                              <m:ctrlPr>
                                <a:rPr kumimoji="0" lang="el-GR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l-GR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l-GR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(</m:t>
                                      </m:r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⋅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kumimoji="0" lang="en-US" sz="12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)</m:t>
                                      </m:r>
                                    </m:e>
                                    <m:sup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kumimoji="0" lang="en-US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(</m:t>
                                  </m:r>
                                  <m:sSup>
                                    <m:sSupPr>
                                      <m:ctrlP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𝛼</m:t>
                                      </m:r>
                                    </m:e>
                                    <m:sup>
                                      <m:r>
                                        <a:rPr kumimoji="0" lang="pl-PL" sz="12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  <m:r>
                                    <a:rPr kumimoji="0" lang="el-GR" sz="12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−1)+1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0" lang="pl-PL" sz="12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pl-PL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lang="pl-PL" dirty="0"/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l-PL" sz="1100" dirty="0"/>
                  <a:t>For </a:t>
                </a:r>
                <a:r>
                  <a:rPr lang="en-US" sz="1100" dirty="0"/>
                  <a:t>low discrepancy</a:t>
                </a:r>
                <a:r>
                  <a:rPr lang="pl-PL" sz="1100" dirty="0"/>
                  <a:t> </a:t>
                </a:r>
                <a:r>
                  <a:rPr lang="pl-PL" sz="1100" dirty="0" err="1"/>
                  <a:t>sampled</a:t>
                </a:r>
                <a:r>
                  <a:rPr lang="pl-PL" sz="1100" dirty="0"/>
                  <a:t> </a:t>
                </a:r>
                <a:r>
                  <a:rPr lang="pl-PL" sz="1100" dirty="0" err="1"/>
                  <a:t>random</a:t>
                </a:r>
                <a:r>
                  <a:rPr lang="pl-PL" sz="1100" dirty="0"/>
                  <a:t> A and B:</a:t>
                </a: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kumimoji="0" lang="pl-PL" sz="11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pl-PL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pl-PL" sz="11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𝑎𝑟𝑐</m:t>
                          </m:r>
                          <m:r>
                            <m:rPr>
                              <m:sty m:val="p"/>
                            </m:rPr>
                            <a:rPr kumimoji="0" lang="pl-PL" sz="11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kumimoji="0" lang="pl-PL" sz="11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</m:ctrlPr>
                            </m:dPr>
                            <m:e>
                              <m:rad>
                                <m:radPr>
                                  <m:degHide m:val="on"/>
                                  <m:ctrlPr>
                                    <a:rPr kumimoji="0" lang="pl-PL" sz="11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radPr>
                                <m:deg/>
                                <m:e>
                                  <m:f>
                                    <m:fPr>
                                      <m:ctrlP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1−</m:t>
                                      </m:r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𝐴</m:t>
                                      </m:r>
                                    </m:num>
                                    <m:den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𝐴</m:t>
                                      </m:r>
                                      <m:d>
                                        <m:dPr>
                                          <m:ctrlPr>
                                            <a:rPr kumimoji="0" lang="pl-PL" sz="1100" b="0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ea typeface="+mn-ea"/>
                                              <a:cs typeface="+mn-cs"/>
                                            </a:rPr>
                                          </m:ctrlPr>
                                        </m:dPr>
                                        <m:e>
                                          <m:sSup>
                                            <m:sSupPr>
                                              <m:ctrlPr>
                                                <a:rPr lang="en-US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en-US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𝛼</m:t>
                                              </m:r>
                                            </m:e>
                                            <m:sup>
                                              <m:r>
                                                <a:rPr lang="pl-PL" sz="1100" i="1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  <m:r>
                                            <a:rPr lang="el-GR" sz="1100" i="1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  <m:r>
                                        <a:rPr kumimoji="0" lang="pl-PL" sz="11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+1</m:t>
                                      </m:r>
                                    </m:den>
                                  </m:f>
                                </m:e>
                              </m:rad>
                            </m:e>
                          </m:d>
                        </m:e>
                      </m:func>
                    </m:oMath>
                  </m:oMathPara>
                </a14:m>
                <a:endParaRPr kumimoji="0" lang="pl-PL" sz="1100" b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l-PL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l-PL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sSub>
                            <m:sSubPr>
                              <m:ctrlPr>
                                <a:rPr lang="en-U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sz="11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pl-PL" sz="11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l-GR" sz="11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pl-PL" sz="1100" b="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pl-PL" sz="1100" dirty="0"/>
              </a:p>
              <a:p>
                <a:pPr lvl="0">
                  <a:defRPr/>
                </a:pPr>
                <a:endParaRPr lang="pl-PL" sz="1100" dirty="0"/>
              </a:p>
              <a:p>
                <a:pPr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l-PL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l-PL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l-PL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1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pl-PL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l-PL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pl-PL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l-PL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sz="110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pl-PL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pl-PL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pl-PL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pl-PL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𝜙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sz="1100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pl-PL" sz="1100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sz="11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11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11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b>
                                            <m:sSub>
                                              <m:sSubPr>
                                                <m:ctrlP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h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sz="1100" i="1">
                                                    <a:latin typeface="Cambria Math" panose="02040503050406030204" pitchFamily="18" charset="0"/>
                                                  </a:rPr>
                                                  <m:t>𝑖</m:t>
                                                </m:r>
                                              </m:sub>
                                            </m:sSub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l-PL" sz="1100" dirty="0"/>
              </a:p>
              <a:p>
                <a:pPr>
                  <a:defRPr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pl-PL" sz="11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l-PL" sz="1100" b="0" i="1" smtClean="0">
                        <a:latin typeface="Cambria Math" panose="02040503050406030204" pitchFamily="18" charset="0"/>
                      </a:rPr>
                      <m:t>=2</m:t>
                    </m:r>
                    <m:d>
                      <m:dPr>
                        <m:ctrlPr>
                          <a:rPr lang="pl-PL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GB" sz="11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GB" sz="1100">
                                <a:latin typeface="Cambria Math" panose="02040503050406030204" pitchFamily="18" charset="0"/>
                              </a:rPr>
                              <m:t>ω</m:t>
                            </m:r>
                          </m:e>
                          <m:sub>
                            <m:r>
                              <a:rPr lang="en-GB" sz="1100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  <m:r>
                          <a:rPr lang="en-GB" sz="1100">
                            <a:latin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en-US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1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l-PL" sz="1100" dirty="0"/>
                  <a:t>-</a:t>
                </a:r>
                <a:r>
                  <a:rPr lang="en-GB" sz="1100" dirty="0">
                    <a:solidFill>
                      <a:srgbClr val="836967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sz="11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GB" sz="1100">
                            <a:latin typeface="Cambria Math" panose="02040503050406030204" pitchFamily="18" charset="0"/>
                          </a:rPr>
                          <m:t>ω</m:t>
                        </m:r>
                      </m:e>
                      <m:sub>
                        <m:r>
                          <a:rPr lang="en-GB" sz="1100" i="1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endParaRPr lang="pl-PL" sz="1100" dirty="0"/>
              </a:p>
              <a:p>
                <a:pPr lvl="0">
                  <a:defRPr/>
                </a:pPr>
                <a:endParaRPr lang="en-US" sz="1100" dirty="0"/>
              </a:p>
            </p:txBody>
          </p:sp>
        </mc:Choice>
        <mc:Fallback xmlns="">
          <p:sp>
            <p:nvSpPr>
              <p:cNvPr id="10" name="pole tekstowe 9">
                <a:extLst>
                  <a:ext uri="{FF2B5EF4-FFF2-40B4-BE49-F238E27FC236}">
                    <a16:creationId xmlns:a16="http://schemas.microsoft.com/office/drawing/2014/main" id="{4FDC9C4F-EFD7-6003-EEAB-9F44C796B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9935" y="599333"/>
                <a:ext cx="3179428" cy="310341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8516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F4259D0-7D9D-DA33-8C9A-115A7C185F6B}"/>
              </a:ext>
            </a:extLst>
          </p:cNvPr>
          <p:cNvSpPr/>
          <p:nvPr/>
        </p:nvSpPr>
        <p:spPr>
          <a:xfrm>
            <a:off x="348344" y="692336"/>
            <a:ext cx="10611765" cy="4396988"/>
          </a:xfrm>
          <a:prstGeom prst="roundRect">
            <a:avLst>
              <a:gd name="adj" fmla="val 2510"/>
            </a:avLst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252D262A-AE59-3EE1-DE3F-D63D25088B38}"/>
              </a:ext>
            </a:extLst>
          </p:cNvPr>
          <p:cNvSpPr/>
          <p:nvPr/>
        </p:nvSpPr>
        <p:spPr>
          <a:xfrm>
            <a:off x="1417011" y="2657020"/>
            <a:ext cx="9448783" cy="2027174"/>
          </a:xfrm>
          <a:prstGeom prst="roundRect">
            <a:avLst>
              <a:gd name="adj" fmla="val 689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270" lIns="0" rtlCol="0" anchor="t"/>
          <a:lstStyle/>
          <a:p>
            <a:pPr algn="ctr"/>
            <a:r>
              <a:rPr lang="pl-PL" dirty="0"/>
              <a:t>G-</a:t>
            </a:r>
            <a:r>
              <a:rPr lang="en-US" dirty="0"/>
              <a:t>Buffer</a:t>
            </a:r>
          </a:p>
        </p:txBody>
      </p:sp>
      <p:sp>
        <p:nvSpPr>
          <p:cNvPr id="223" name="Rectangle: Rounded Corners 222">
            <a:extLst>
              <a:ext uri="{FF2B5EF4-FFF2-40B4-BE49-F238E27FC236}">
                <a16:creationId xmlns:a16="http://schemas.microsoft.com/office/drawing/2014/main" id="{FFFB8165-84C7-AFF6-3354-07A6234085D0}"/>
              </a:ext>
            </a:extLst>
          </p:cNvPr>
          <p:cNvSpPr/>
          <p:nvPr/>
        </p:nvSpPr>
        <p:spPr>
          <a:xfrm>
            <a:off x="2115241" y="2735541"/>
            <a:ext cx="8654372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Albedo</a:t>
            </a:r>
          </a:p>
        </p:txBody>
      </p:sp>
      <p:sp>
        <p:nvSpPr>
          <p:cNvPr id="226" name="Rectangle: Rounded Corners 225">
            <a:extLst>
              <a:ext uri="{FF2B5EF4-FFF2-40B4-BE49-F238E27FC236}">
                <a16:creationId xmlns:a16="http://schemas.microsoft.com/office/drawing/2014/main" id="{C6EF45DF-BBC6-6A63-02DD-B5767ADDB0EA}"/>
              </a:ext>
            </a:extLst>
          </p:cNvPr>
          <p:cNvSpPr/>
          <p:nvPr/>
        </p:nvSpPr>
        <p:spPr>
          <a:xfrm>
            <a:off x="3099198" y="1526345"/>
            <a:ext cx="7762335" cy="1051834"/>
          </a:xfrm>
          <a:prstGeom prst="roundRect">
            <a:avLst>
              <a:gd name="adj" fmla="val 11339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vert="vert270" lIns="0" rtlCol="0" anchor="t"/>
          <a:lstStyle/>
          <a:p>
            <a:pPr algn="ctr"/>
            <a:r>
              <a:rPr lang="en-US" dirty="0"/>
              <a:t>I</a:t>
            </a:r>
            <a:r>
              <a:rPr lang="pl-PL" dirty="0"/>
              <a:t>-</a:t>
            </a:r>
            <a:r>
              <a:rPr lang="en-US" dirty="0"/>
              <a:t>Buffer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D035AB2-F3F2-1F3C-4336-FA15540B837C}"/>
              </a:ext>
            </a:extLst>
          </p:cNvPr>
          <p:cNvSpPr/>
          <p:nvPr/>
        </p:nvSpPr>
        <p:spPr>
          <a:xfrm>
            <a:off x="2109856" y="3059551"/>
            <a:ext cx="8659757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Metalness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C03CCB-2EF5-8877-2D4C-1EC502360AC6}"/>
              </a:ext>
            </a:extLst>
          </p:cNvPr>
          <p:cNvSpPr/>
          <p:nvPr/>
        </p:nvSpPr>
        <p:spPr>
          <a:xfrm>
            <a:off x="2115114" y="3708045"/>
            <a:ext cx="8654498" cy="252000"/>
          </a:xfrm>
          <a:prstGeom prst="roundRect">
            <a:avLst>
              <a:gd name="adj" fmla="val 3387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Roughness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D07B44A-E351-CA5D-D912-8727958DCAD5}"/>
              </a:ext>
            </a:extLst>
          </p:cNvPr>
          <p:cNvSpPr/>
          <p:nvPr/>
        </p:nvSpPr>
        <p:spPr>
          <a:xfrm>
            <a:off x="368815" y="5085573"/>
            <a:ext cx="10591295" cy="1458891"/>
          </a:xfrm>
          <a:prstGeom prst="roundRect">
            <a:avLst>
              <a:gd name="adj" fmla="val 8375"/>
            </a:avLst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56A2FF4-CAD0-56F1-2BAF-F52D680413B6}"/>
              </a:ext>
            </a:extLst>
          </p:cNvPr>
          <p:cNvSpPr/>
          <p:nvPr/>
        </p:nvSpPr>
        <p:spPr>
          <a:xfrm rot="16200000">
            <a:off x="69900" y="2812562"/>
            <a:ext cx="1125894" cy="304802"/>
          </a:xfrm>
          <a:prstGeom prst="round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8C68787-A4D1-122B-D188-9ABC271A5571}"/>
              </a:ext>
            </a:extLst>
          </p:cNvPr>
          <p:cNvSpPr/>
          <p:nvPr/>
        </p:nvSpPr>
        <p:spPr>
          <a:xfrm rot="16200000">
            <a:off x="102635" y="5633636"/>
            <a:ext cx="1125894" cy="304802"/>
          </a:xfrm>
          <a:prstGeom prst="round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97485FB-6752-5231-7313-1E62521E32DE}"/>
              </a:ext>
            </a:extLst>
          </p:cNvPr>
          <p:cNvSpPr/>
          <p:nvPr/>
        </p:nvSpPr>
        <p:spPr>
          <a:xfrm>
            <a:off x="989298" y="5883290"/>
            <a:ext cx="1051249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Depth only</a:t>
            </a:r>
          </a:p>
          <a:p>
            <a:pPr algn="ctr"/>
            <a:r>
              <a:rPr lang="en-US" sz="1400" dirty="0"/>
              <a:t>Pre-Pass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5B112BD-654A-6B03-9D3E-1064BA4E8858}"/>
              </a:ext>
            </a:extLst>
          </p:cNvPr>
          <p:cNvSpPr/>
          <p:nvPr/>
        </p:nvSpPr>
        <p:spPr>
          <a:xfrm>
            <a:off x="1508985" y="4356655"/>
            <a:ext cx="606245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C7F66150-ED1C-2F58-8BEE-B81C19839986}"/>
              </a:ext>
            </a:extLst>
          </p:cNvPr>
          <p:cNvSpPr/>
          <p:nvPr/>
        </p:nvSpPr>
        <p:spPr>
          <a:xfrm>
            <a:off x="2115229" y="4354863"/>
            <a:ext cx="8654381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Z-Buffer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699C9DB5-2707-4E9C-B9EB-A80E60994D2A}"/>
              </a:ext>
            </a:extLst>
          </p:cNvPr>
          <p:cNvSpPr/>
          <p:nvPr/>
        </p:nvSpPr>
        <p:spPr>
          <a:xfrm>
            <a:off x="1626215" y="5191417"/>
            <a:ext cx="98843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Geometry Pass</a:t>
            </a:r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CC90293B-1A06-ED04-93AE-82D98C24A912}"/>
              </a:ext>
            </a:extLst>
          </p:cNvPr>
          <p:cNvSpPr/>
          <p:nvPr/>
        </p:nvSpPr>
        <p:spPr>
          <a:xfrm>
            <a:off x="2565802" y="5892126"/>
            <a:ext cx="789628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Lights Culling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F6C043F0-0EB5-A0B1-51A3-3CD5CCEC7230}"/>
              </a:ext>
            </a:extLst>
          </p:cNvPr>
          <p:cNvSpPr/>
          <p:nvPr/>
        </p:nvSpPr>
        <p:spPr>
          <a:xfrm>
            <a:off x="2960169" y="4746579"/>
            <a:ext cx="7905625" cy="252000"/>
          </a:xfrm>
          <a:prstGeom prst="roundRect">
            <a:avLst>
              <a:gd name="adj" fmla="val 33874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Lights</a:t>
            </a: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62B94087-07AE-3598-25E6-E761491CBF75}"/>
              </a:ext>
            </a:extLst>
          </p:cNvPr>
          <p:cNvCxnSpPr>
            <a:cxnSpLocks/>
            <a:stCxn id="10" idx="0"/>
            <a:endCxn id="23" idx="1"/>
          </p:cNvCxnSpPr>
          <p:nvPr/>
        </p:nvCxnSpPr>
        <p:spPr>
          <a:xfrm flipH="1" flipV="1">
            <a:off x="1508985" y="4482655"/>
            <a:ext cx="5938" cy="1400635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2C8B559-1B9E-EC0E-FF89-D0ADC1844618}"/>
              </a:ext>
            </a:extLst>
          </p:cNvPr>
          <p:cNvSpPr/>
          <p:nvPr/>
        </p:nvSpPr>
        <p:spPr>
          <a:xfrm>
            <a:off x="2115229" y="3382583"/>
            <a:ext cx="8659759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Motion Vector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C329E85-EC65-4FFA-390B-8BF8BE2FC74D}"/>
              </a:ext>
            </a:extLst>
          </p:cNvPr>
          <p:cNvSpPr/>
          <p:nvPr/>
        </p:nvSpPr>
        <p:spPr>
          <a:xfrm>
            <a:off x="2115228" y="4033319"/>
            <a:ext cx="8654383" cy="252000"/>
          </a:xfrm>
          <a:prstGeom prst="roundRect">
            <a:avLst>
              <a:gd name="adj" fmla="val 33875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Normal</a:t>
            </a: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82B893E4-046A-F076-5A93-CDE17DA0D654}"/>
              </a:ext>
            </a:extLst>
          </p:cNvPr>
          <p:cNvCxnSpPr>
            <a:cxnSpLocks/>
          </p:cNvCxnSpPr>
          <p:nvPr/>
        </p:nvCxnSpPr>
        <p:spPr>
          <a:xfrm>
            <a:off x="1972803" y="4606863"/>
            <a:ext cx="0" cy="58455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03AEB763-6D3E-EC8B-8F1B-CF729FBF2DDC}"/>
              </a:ext>
            </a:extLst>
          </p:cNvPr>
          <p:cNvCxnSpPr>
            <a:cxnSpLocks/>
          </p:cNvCxnSpPr>
          <p:nvPr/>
        </p:nvCxnSpPr>
        <p:spPr>
          <a:xfrm>
            <a:off x="2731879" y="4606863"/>
            <a:ext cx="0" cy="12761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426E9A0A-8B40-AC1D-76CF-DFAC56BDB317}"/>
              </a:ext>
            </a:extLst>
          </p:cNvPr>
          <p:cNvCxnSpPr>
            <a:cxnSpLocks/>
          </p:cNvCxnSpPr>
          <p:nvPr/>
        </p:nvCxnSpPr>
        <p:spPr>
          <a:xfrm>
            <a:off x="2846024" y="4285319"/>
            <a:ext cx="0" cy="15977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889BE1D7-55C3-357D-19B6-FBF0184F5F21}"/>
              </a:ext>
            </a:extLst>
          </p:cNvPr>
          <p:cNvCxnSpPr>
            <a:cxnSpLocks/>
            <a:stCxn id="119" idx="0"/>
          </p:cNvCxnSpPr>
          <p:nvPr/>
        </p:nvCxnSpPr>
        <p:spPr>
          <a:xfrm flipV="1">
            <a:off x="2960616" y="4872579"/>
            <a:ext cx="580" cy="1019547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65C4057F-3FEA-6929-B9EB-3B359F602FBB}"/>
              </a:ext>
            </a:extLst>
          </p:cNvPr>
          <p:cNvCxnSpPr>
            <a:cxnSpLocks/>
            <a:stCxn id="71" idx="0"/>
          </p:cNvCxnSpPr>
          <p:nvPr/>
        </p:nvCxnSpPr>
        <p:spPr>
          <a:xfrm flipV="1">
            <a:off x="2120432" y="2861541"/>
            <a:ext cx="0" cy="2329876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C0E08BDF-1CB0-B5DE-AB9E-8764429BC438}"/>
              </a:ext>
            </a:extLst>
          </p:cNvPr>
          <p:cNvSpPr/>
          <p:nvPr/>
        </p:nvSpPr>
        <p:spPr>
          <a:xfrm>
            <a:off x="4363460" y="5189981"/>
            <a:ext cx="85498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Shadow Maps</a:t>
            </a:r>
          </a:p>
        </p:txBody>
      </p:sp>
      <p:sp>
        <p:nvSpPr>
          <p:cNvPr id="237" name="Rectangle: Rounded Corners 236">
            <a:extLst>
              <a:ext uri="{FF2B5EF4-FFF2-40B4-BE49-F238E27FC236}">
                <a16:creationId xmlns:a16="http://schemas.microsoft.com/office/drawing/2014/main" id="{35D2B40B-3E9C-6805-6D5D-C21D0DBAD8B7}"/>
              </a:ext>
            </a:extLst>
          </p:cNvPr>
          <p:cNvSpPr/>
          <p:nvPr/>
        </p:nvSpPr>
        <p:spPr>
          <a:xfrm>
            <a:off x="6426145" y="1124896"/>
            <a:ext cx="932246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38" name="Rectangle: Rounded Corners 237">
            <a:extLst>
              <a:ext uri="{FF2B5EF4-FFF2-40B4-BE49-F238E27FC236}">
                <a16:creationId xmlns:a16="http://schemas.microsoft.com/office/drawing/2014/main" id="{0360D9EF-8C4A-FFD7-3237-15208E90D423}"/>
              </a:ext>
            </a:extLst>
          </p:cNvPr>
          <p:cNvSpPr/>
          <p:nvPr/>
        </p:nvSpPr>
        <p:spPr>
          <a:xfrm>
            <a:off x="5827857" y="5217434"/>
            <a:ext cx="119657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sz="1400" dirty="0" err="1"/>
              <a:t>Redeferred</a:t>
            </a:r>
            <a:r>
              <a:rPr lang="en-US" sz="1400" dirty="0"/>
              <a:t> Material Pass</a:t>
            </a:r>
          </a:p>
        </p:txBody>
      </p:sp>
      <p:sp>
        <p:nvSpPr>
          <p:cNvPr id="243" name="Rectangle: Rounded Corners 242">
            <a:extLst>
              <a:ext uri="{FF2B5EF4-FFF2-40B4-BE49-F238E27FC236}">
                <a16:creationId xmlns:a16="http://schemas.microsoft.com/office/drawing/2014/main" id="{03EB042A-1600-D561-F58D-F88084CE2647}"/>
              </a:ext>
            </a:extLst>
          </p:cNvPr>
          <p:cNvSpPr/>
          <p:nvPr/>
        </p:nvSpPr>
        <p:spPr>
          <a:xfrm>
            <a:off x="6730207" y="5896599"/>
            <a:ext cx="1264890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VFX Pass</a:t>
            </a:r>
          </a:p>
        </p:txBody>
      </p:sp>
      <p:sp>
        <p:nvSpPr>
          <p:cNvPr id="245" name="Rectangle: Rounded Corners 244">
            <a:extLst>
              <a:ext uri="{FF2B5EF4-FFF2-40B4-BE49-F238E27FC236}">
                <a16:creationId xmlns:a16="http://schemas.microsoft.com/office/drawing/2014/main" id="{F467F5DE-E031-14DF-58FA-3F2FD83462F4}"/>
              </a:ext>
            </a:extLst>
          </p:cNvPr>
          <p:cNvSpPr/>
          <p:nvPr/>
        </p:nvSpPr>
        <p:spPr>
          <a:xfrm>
            <a:off x="9268654" y="1130859"/>
            <a:ext cx="1592880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r"/>
            <a:r>
              <a:rPr lang="en-US" sz="1600" dirty="0"/>
              <a:t>Final Frame</a:t>
            </a: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04DD6CC8-0001-E14C-4DDD-E7BE59FB4E10}"/>
              </a:ext>
            </a:extLst>
          </p:cNvPr>
          <p:cNvSpPr/>
          <p:nvPr/>
        </p:nvSpPr>
        <p:spPr>
          <a:xfrm>
            <a:off x="7474368" y="5225791"/>
            <a:ext cx="113728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Transparent Pass</a:t>
            </a:r>
          </a:p>
        </p:txBody>
      </p:sp>
      <p:sp>
        <p:nvSpPr>
          <p:cNvPr id="251" name="Rectangle: Rounded Corners 250">
            <a:extLst>
              <a:ext uri="{FF2B5EF4-FFF2-40B4-BE49-F238E27FC236}">
                <a16:creationId xmlns:a16="http://schemas.microsoft.com/office/drawing/2014/main" id="{73473B23-8975-A98A-5954-F9362DBC572B}"/>
              </a:ext>
            </a:extLst>
          </p:cNvPr>
          <p:cNvSpPr/>
          <p:nvPr/>
        </p:nvSpPr>
        <p:spPr>
          <a:xfrm>
            <a:off x="7358392" y="1130402"/>
            <a:ext cx="671202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sp>
        <p:nvSpPr>
          <p:cNvPr id="252" name="Rectangle: Rounded Corners 251">
            <a:extLst>
              <a:ext uri="{FF2B5EF4-FFF2-40B4-BE49-F238E27FC236}">
                <a16:creationId xmlns:a16="http://schemas.microsoft.com/office/drawing/2014/main" id="{1FC93EB5-47C7-9673-EB45-7B9ED531CF8C}"/>
              </a:ext>
            </a:extLst>
          </p:cNvPr>
          <p:cNvSpPr/>
          <p:nvPr/>
        </p:nvSpPr>
        <p:spPr>
          <a:xfrm>
            <a:off x="8029593" y="1124896"/>
            <a:ext cx="854369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US" sz="1600" dirty="0"/>
          </a:p>
        </p:txBody>
      </p: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C0700450-CAFB-F021-5DD9-E0349FB923A4}"/>
              </a:ext>
            </a:extLst>
          </p:cNvPr>
          <p:cNvCxnSpPr>
            <a:cxnSpLocks/>
          </p:cNvCxnSpPr>
          <p:nvPr/>
        </p:nvCxnSpPr>
        <p:spPr>
          <a:xfrm>
            <a:off x="3275916" y="4606863"/>
            <a:ext cx="0" cy="57371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70" name="Straight Arrow Connector 269">
            <a:extLst>
              <a:ext uri="{FF2B5EF4-FFF2-40B4-BE49-F238E27FC236}">
                <a16:creationId xmlns:a16="http://schemas.microsoft.com/office/drawing/2014/main" id="{CD0336AD-FC58-21E7-7936-8E4AA519D28E}"/>
              </a:ext>
            </a:extLst>
          </p:cNvPr>
          <p:cNvCxnSpPr>
            <a:cxnSpLocks/>
          </p:cNvCxnSpPr>
          <p:nvPr/>
        </p:nvCxnSpPr>
        <p:spPr>
          <a:xfrm>
            <a:off x="6264000" y="2981485"/>
            <a:ext cx="0" cy="223825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82" name="Straight Arrow Connector 281">
            <a:extLst>
              <a:ext uri="{FF2B5EF4-FFF2-40B4-BE49-F238E27FC236}">
                <a16:creationId xmlns:a16="http://schemas.microsoft.com/office/drawing/2014/main" id="{758B0092-E647-0218-6B98-B872432FF12B}"/>
              </a:ext>
            </a:extLst>
          </p:cNvPr>
          <p:cNvCxnSpPr>
            <a:cxnSpLocks/>
          </p:cNvCxnSpPr>
          <p:nvPr/>
        </p:nvCxnSpPr>
        <p:spPr>
          <a:xfrm>
            <a:off x="7889352" y="4606863"/>
            <a:ext cx="0" cy="62411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0" name="Straight Arrow Connector 289">
            <a:extLst>
              <a:ext uri="{FF2B5EF4-FFF2-40B4-BE49-F238E27FC236}">
                <a16:creationId xmlns:a16="http://schemas.microsoft.com/office/drawing/2014/main" id="{C1DC5788-DEE2-C3E5-E6B3-CCCB3F1B48AA}"/>
              </a:ext>
            </a:extLst>
          </p:cNvPr>
          <p:cNvCxnSpPr>
            <a:cxnSpLocks/>
          </p:cNvCxnSpPr>
          <p:nvPr/>
        </p:nvCxnSpPr>
        <p:spPr>
          <a:xfrm>
            <a:off x="7762849" y="4998598"/>
            <a:ext cx="0" cy="23238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1" name="Rectangle: Rounded Corners 290">
            <a:extLst>
              <a:ext uri="{FF2B5EF4-FFF2-40B4-BE49-F238E27FC236}">
                <a16:creationId xmlns:a16="http://schemas.microsoft.com/office/drawing/2014/main" id="{5148CA5E-1577-07F1-8625-E5CA88B445F4}"/>
              </a:ext>
            </a:extLst>
          </p:cNvPr>
          <p:cNvSpPr/>
          <p:nvPr/>
        </p:nvSpPr>
        <p:spPr>
          <a:xfrm>
            <a:off x="8368874" y="5889774"/>
            <a:ext cx="102310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Post Processing</a:t>
            </a:r>
          </a:p>
        </p:txBody>
      </p:sp>
      <p:cxnSp>
        <p:nvCxnSpPr>
          <p:cNvPr id="296" name="Straight Arrow Connector 295">
            <a:extLst>
              <a:ext uri="{FF2B5EF4-FFF2-40B4-BE49-F238E27FC236}">
                <a16:creationId xmlns:a16="http://schemas.microsoft.com/office/drawing/2014/main" id="{B984EC98-5B5E-0BF0-23BD-B66AEEB41248}"/>
              </a:ext>
            </a:extLst>
          </p:cNvPr>
          <p:cNvCxnSpPr>
            <a:cxnSpLocks/>
          </p:cNvCxnSpPr>
          <p:nvPr/>
        </p:nvCxnSpPr>
        <p:spPr>
          <a:xfrm>
            <a:off x="7267230" y="4606863"/>
            <a:ext cx="0" cy="128291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7" name="Rectangle: Rounded Corners 296">
            <a:extLst>
              <a:ext uri="{FF2B5EF4-FFF2-40B4-BE49-F238E27FC236}">
                <a16:creationId xmlns:a16="http://schemas.microsoft.com/office/drawing/2014/main" id="{D308AC84-2413-8B10-B372-09C8A29E4A74}"/>
              </a:ext>
            </a:extLst>
          </p:cNvPr>
          <p:cNvSpPr/>
          <p:nvPr/>
        </p:nvSpPr>
        <p:spPr>
          <a:xfrm>
            <a:off x="8990387" y="5217434"/>
            <a:ext cx="556534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UI Pass</a:t>
            </a:r>
          </a:p>
        </p:txBody>
      </p:sp>
      <p:sp>
        <p:nvSpPr>
          <p:cNvPr id="298" name="Rectangle: Rounded Corners 297">
            <a:extLst>
              <a:ext uri="{FF2B5EF4-FFF2-40B4-BE49-F238E27FC236}">
                <a16:creationId xmlns:a16="http://schemas.microsoft.com/office/drawing/2014/main" id="{E383F436-8261-3D34-45EA-D0DF5659F879}"/>
              </a:ext>
            </a:extLst>
          </p:cNvPr>
          <p:cNvSpPr/>
          <p:nvPr/>
        </p:nvSpPr>
        <p:spPr>
          <a:xfrm>
            <a:off x="8890953" y="1130299"/>
            <a:ext cx="377701" cy="252000"/>
          </a:xfrm>
          <a:prstGeom prst="roundRect">
            <a:avLst>
              <a:gd name="adj" fmla="val 31416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E16505B-A2E1-7775-95D8-EAFC8FCB602D}"/>
              </a:ext>
            </a:extLst>
          </p:cNvPr>
          <p:cNvCxnSpPr>
            <a:cxnSpLocks/>
          </p:cNvCxnSpPr>
          <p:nvPr/>
        </p:nvCxnSpPr>
        <p:spPr>
          <a:xfrm>
            <a:off x="8676805" y="3634583"/>
            <a:ext cx="0" cy="224845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E5D6A45-5DEC-7F16-1A4D-F4E912CA272C}"/>
              </a:ext>
            </a:extLst>
          </p:cNvPr>
          <p:cNvCxnSpPr>
            <a:cxnSpLocks/>
          </p:cNvCxnSpPr>
          <p:nvPr/>
        </p:nvCxnSpPr>
        <p:spPr>
          <a:xfrm>
            <a:off x="5607772" y="3960045"/>
            <a:ext cx="0" cy="1908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BD46541-F543-E095-4056-C23A83B4C800}"/>
              </a:ext>
            </a:extLst>
          </p:cNvPr>
          <p:cNvCxnSpPr>
            <a:cxnSpLocks/>
          </p:cNvCxnSpPr>
          <p:nvPr/>
        </p:nvCxnSpPr>
        <p:spPr>
          <a:xfrm>
            <a:off x="7151255" y="4996252"/>
            <a:ext cx="0" cy="893522"/>
          </a:xfrm>
          <a:prstGeom prst="straightConnector1">
            <a:avLst/>
          </a:prstGeom>
          <a:ln>
            <a:prstDash val="lgDash"/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8EAC3C53-E43A-A4F4-41D1-A50AF8587C4F}"/>
              </a:ext>
            </a:extLst>
          </p:cNvPr>
          <p:cNvSpPr/>
          <p:nvPr/>
        </p:nvSpPr>
        <p:spPr>
          <a:xfrm>
            <a:off x="3833837" y="5878139"/>
            <a:ext cx="884898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sz="1400" dirty="0"/>
              <a:t>Reflection</a:t>
            </a:r>
            <a:r>
              <a:rPr lang="pl-PL" sz="1400" dirty="0"/>
              <a:t> </a:t>
            </a:r>
            <a:r>
              <a:rPr lang="en-US" sz="1400" dirty="0"/>
              <a:t>Pass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950C50E-FB7B-446A-88D9-13A6A6197F24}"/>
              </a:ext>
            </a:extLst>
          </p:cNvPr>
          <p:cNvCxnSpPr>
            <a:cxnSpLocks/>
          </p:cNvCxnSpPr>
          <p:nvPr/>
        </p:nvCxnSpPr>
        <p:spPr>
          <a:xfrm>
            <a:off x="3974250" y="4600039"/>
            <a:ext cx="0" cy="127127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90894DCD-2682-A313-F046-DEE64E7E91F2}"/>
              </a:ext>
            </a:extLst>
          </p:cNvPr>
          <p:cNvSpPr/>
          <p:nvPr/>
        </p:nvSpPr>
        <p:spPr>
          <a:xfrm>
            <a:off x="453337" y="803924"/>
            <a:ext cx="10408196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r"/>
            <a:r>
              <a:rPr lang="en-US" dirty="0"/>
              <a:t>Previous Frame</a:t>
            </a:r>
          </a:p>
        </p:txBody>
      </p: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77D167C7-5233-EECF-D63E-802D38D241E1}"/>
              </a:ext>
            </a:extLst>
          </p:cNvPr>
          <p:cNvCxnSpPr>
            <a:cxnSpLocks/>
            <a:stCxn id="297" idx="0"/>
            <a:endCxn id="245" idx="1"/>
          </p:cNvCxnSpPr>
          <p:nvPr/>
        </p:nvCxnSpPr>
        <p:spPr>
          <a:xfrm flipV="1">
            <a:off x="9268654" y="1256859"/>
            <a:ext cx="0" cy="396057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9D54712A-F239-F3AE-8C54-BE79175740FD}"/>
              </a:ext>
            </a:extLst>
          </p:cNvPr>
          <p:cNvCxnSpPr>
            <a:cxnSpLocks/>
            <a:stCxn id="246" idx="0"/>
            <a:endCxn id="251" idx="3"/>
          </p:cNvCxnSpPr>
          <p:nvPr/>
        </p:nvCxnSpPr>
        <p:spPr>
          <a:xfrm flipH="1" flipV="1">
            <a:off x="8029594" y="1256402"/>
            <a:ext cx="13417" cy="3969389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435B76C7-92E2-586A-AAB5-2C3D7CF848A9}"/>
              </a:ext>
            </a:extLst>
          </p:cNvPr>
          <p:cNvCxnSpPr>
            <a:cxnSpLocks/>
            <a:stCxn id="243" idx="0"/>
            <a:endCxn id="251" idx="1"/>
          </p:cNvCxnSpPr>
          <p:nvPr/>
        </p:nvCxnSpPr>
        <p:spPr>
          <a:xfrm flipH="1" flipV="1">
            <a:off x="7358392" y="1256402"/>
            <a:ext cx="4260" cy="4640197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497008E6-2B93-26FC-0B4C-ACDDB41FE865}"/>
              </a:ext>
            </a:extLst>
          </p:cNvPr>
          <p:cNvCxnSpPr>
            <a:cxnSpLocks/>
            <a:stCxn id="238" idx="0"/>
            <a:endCxn id="237" idx="1"/>
          </p:cNvCxnSpPr>
          <p:nvPr/>
        </p:nvCxnSpPr>
        <p:spPr>
          <a:xfrm flipV="1">
            <a:off x="6426144" y="1250896"/>
            <a:ext cx="1" cy="3966538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3A38B8A6-21C2-7321-0FE0-91735D9AF0B4}"/>
              </a:ext>
            </a:extLst>
          </p:cNvPr>
          <p:cNvCxnSpPr>
            <a:cxnSpLocks/>
          </p:cNvCxnSpPr>
          <p:nvPr/>
        </p:nvCxnSpPr>
        <p:spPr>
          <a:xfrm>
            <a:off x="6337270" y="2578179"/>
            <a:ext cx="0" cy="26407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CF46B8B8-AC59-ECE4-5F5F-3F710FE878CF}"/>
              </a:ext>
            </a:extLst>
          </p:cNvPr>
          <p:cNvCxnSpPr>
            <a:cxnSpLocks/>
          </p:cNvCxnSpPr>
          <p:nvPr/>
        </p:nvCxnSpPr>
        <p:spPr>
          <a:xfrm>
            <a:off x="8781430" y="1055924"/>
            <a:ext cx="0" cy="48271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087488B2-290B-0172-4564-4C3B24245CAD}"/>
              </a:ext>
            </a:extLst>
          </p:cNvPr>
          <p:cNvCxnSpPr>
            <a:cxnSpLocks/>
            <a:stCxn id="291" idx="0"/>
            <a:endCxn id="298" idx="1"/>
          </p:cNvCxnSpPr>
          <p:nvPr/>
        </p:nvCxnSpPr>
        <p:spPr>
          <a:xfrm flipV="1">
            <a:off x="8880426" y="1256299"/>
            <a:ext cx="10527" cy="4633475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72" name="Rectangle: Rounded Corners 71">
            <a:extLst>
              <a:ext uri="{FF2B5EF4-FFF2-40B4-BE49-F238E27FC236}">
                <a16:creationId xmlns:a16="http://schemas.microsoft.com/office/drawing/2014/main" id="{3E6C03DF-AA2E-CF82-B8EB-1389DFCF495C}"/>
              </a:ext>
            </a:extLst>
          </p:cNvPr>
          <p:cNvSpPr/>
          <p:nvPr/>
        </p:nvSpPr>
        <p:spPr>
          <a:xfrm>
            <a:off x="3067621" y="5178745"/>
            <a:ext cx="808192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400" dirty="0"/>
              <a:t>GI </a:t>
            </a:r>
            <a:r>
              <a:rPr lang="en-US" sz="1400" dirty="0"/>
              <a:t>Pass</a:t>
            </a: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4DA7103-064A-1F77-D5AC-9218993267C2}"/>
              </a:ext>
            </a:extLst>
          </p:cNvPr>
          <p:cNvCxnSpPr>
            <a:cxnSpLocks/>
          </p:cNvCxnSpPr>
          <p:nvPr/>
        </p:nvCxnSpPr>
        <p:spPr>
          <a:xfrm>
            <a:off x="3380547" y="4285319"/>
            <a:ext cx="0" cy="89526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9FA707FA-253C-B7CF-9CD6-271CD33F9F57}"/>
              </a:ext>
            </a:extLst>
          </p:cNvPr>
          <p:cNvCxnSpPr>
            <a:cxnSpLocks/>
          </p:cNvCxnSpPr>
          <p:nvPr/>
        </p:nvCxnSpPr>
        <p:spPr>
          <a:xfrm>
            <a:off x="4081869" y="4285319"/>
            <a:ext cx="0" cy="158826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08" name="Rectangle: Rounded Corners 307">
            <a:extLst>
              <a:ext uri="{FF2B5EF4-FFF2-40B4-BE49-F238E27FC236}">
                <a16:creationId xmlns:a16="http://schemas.microsoft.com/office/drawing/2014/main" id="{25551650-929F-E3B8-341C-8434C92DFF36}"/>
              </a:ext>
            </a:extLst>
          </p:cNvPr>
          <p:cNvSpPr/>
          <p:nvPr/>
        </p:nvSpPr>
        <p:spPr>
          <a:xfrm>
            <a:off x="5160225" y="5881498"/>
            <a:ext cx="1116256" cy="566056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Direct Illumination</a:t>
            </a:r>
          </a:p>
        </p:txBody>
      </p:sp>
      <p:cxnSp>
        <p:nvCxnSpPr>
          <p:cNvPr id="315" name="Straight Arrow Connector 314">
            <a:extLst>
              <a:ext uri="{FF2B5EF4-FFF2-40B4-BE49-F238E27FC236}">
                <a16:creationId xmlns:a16="http://schemas.microsoft.com/office/drawing/2014/main" id="{607064B7-932C-6CB1-7FE6-B3A4910BB6DA}"/>
              </a:ext>
            </a:extLst>
          </p:cNvPr>
          <p:cNvCxnSpPr>
            <a:cxnSpLocks/>
          </p:cNvCxnSpPr>
          <p:nvPr/>
        </p:nvCxnSpPr>
        <p:spPr>
          <a:xfrm>
            <a:off x="5513411" y="4285319"/>
            <a:ext cx="0" cy="15790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7" name="Straight Arrow Connector 316">
            <a:extLst>
              <a:ext uri="{FF2B5EF4-FFF2-40B4-BE49-F238E27FC236}">
                <a16:creationId xmlns:a16="http://schemas.microsoft.com/office/drawing/2014/main" id="{A1D212DF-E605-A61B-5A31-304FFBC634AD}"/>
              </a:ext>
            </a:extLst>
          </p:cNvPr>
          <p:cNvCxnSpPr>
            <a:cxnSpLocks/>
          </p:cNvCxnSpPr>
          <p:nvPr/>
        </p:nvCxnSpPr>
        <p:spPr>
          <a:xfrm>
            <a:off x="5419050" y="4600039"/>
            <a:ext cx="0" cy="12665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1F002F5C-75B7-1674-E781-67769B383F4B}"/>
              </a:ext>
            </a:extLst>
          </p:cNvPr>
          <p:cNvCxnSpPr>
            <a:cxnSpLocks/>
          </p:cNvCxnSpPr>
          <p:nvPr/>
        </p:nvCxnSpPr>
        <p:spPr>
          <a:xfrm>
            <a:off x="5324689" y="4996252"/>
            <a:ext cx="0" cy="87263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8625FE60-5259-2803-E8FC-39E8762EC0A8}"/>
              </a:ext>
            </a:extLst>
          </p:cNvPr>
          <p:cNvCxnSpPr>
            <a:cxnSpLocks/>
          </p:cNvCxnSpPr>
          <p:nvPr/>
        </p:nvCxnSpPr>
        <p:spPr>
          <a:xfrm>
            <a:off x="6176792" y="3305495"/>
            <a:ext cx="0" cy="190968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61F308C-4353-F6CE-EF51-F9C132A2ACFE}"/>
              </a:ext>
            </a:extLst>
          </p:cNvPr>
          <p:cNvCxnSpPr>
            <a:cxnSpLocks/>
          </p:cNvCxnSpPr>
          <p:nvPr/>
        </p:nvCxnSpPr>
        <p:spPr>
          <a:xfrm>
            <a:off x="6093022" y="3960045"/>
            <a:ext cx="0" cy="125738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A82AEBF-19B9-E2E9-324F-C98E14D481C5}"/>
              </a:ext>
            </a:extLst>
          </p:cNvPr>
          <p:cNvCxnSpPr>
            <a:cxnSpLocks/>
          </p:cNvCxnSpPr>
          <p:nvPr/>
        </p:nvCxnSpPr>
        <p:spPr>
          <a:xfrm>
            <a:off x="6009251" y="4285319"/>
            <a:ext cx="0" cy="92742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25" name="Straight Arrow Connector 224">
            <a:extLst>
              <a:ext uri="{FF2B5EF4-FFF2-40B4-BE49-F238E27FC236}">
                <a16:creationId xmlns:a16="http://schemas.microsoft.com/office/drawing/2014/main" id="{42511F26-E4C4-FA9C-B731-45C3F3420332}"/>
              </a:ext>
            </a:extLst>
          </p:cNvPr>
          <p:cNvCxnSpPr>
            <a:cxnSpLocks/>
          </p:cNvCxnSpPr>
          <p:nvPr/>
        </p:nvCxnSpPr>
        <p:spPr>
          <a:xfrm>
            <a:off x="5925481" y="4606863"/>
            <a:ext cx="0" cy="60588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79255C7-E8EF-E909-A51F-937059A822E9}"/>
              </a:ext>
            </a:extLst>
          </p:cNvPr>
          <p:cNvSpPr/>
          <p:nvPr/>
        </p:nvSpPr>
        <p:spPr>
          <a:xfrm>
            <a:off x="3470907" y="2253005"/>
            <a:ext cx="79757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CBC43F7-F297-4846-1563-8111185437B3}"/>
              </a:ext>
            </a:extLst>
          </p:cNvPr>
          <p:cNvSpPr/>
          <p:nvPr/>
        </p:nvSpPr>
        <p:spPr>
          <a:xfrm>
            <a:off x="3471718" y="1600827"/>
            <a:ext cx="80456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E456564-C7A6-4BC0-9180-E382E061CDE6}"/>
              </a:ext>
            </a:extLst>
          </p:cNvPr>
          <p:cNvSpPr/>
          <p:nvPr/>
        </p:nvSpPr>
        <p:spPr>
          <a:xfrm>
            <a:off x="4276287" y="1601598"/>
            <a:ext cx="1438764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24" name="Rectangle: Rounded Corners 223">
            <a:extLst>
              <a:ext uri="{FF2B5EF4-FFF2-40B4-BE49-F238E27FC236}">
                <a16:creationId xmlns:a16="http://schemas.microsoft.com/office/drawing/2014/main" id="{FB4BADD8-425A-AD42-981B-5F5817C48D37}"/>
              </a:ext>
            </a:extLst>
          </p:cNvPr>
          <p:cNvSpPr/>
          <p:nvPr/>
        </p:nvSpPr>
        <p:spPr>
          <a:xfrm>
            <a:off x="4280608" y="2249766"/>
            <a:ext cx="1435241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2" name="Rectangle: Rounded Corners 16">
            <a:extLst>
              <a:ext uri="{FF2B5EF4-FFF2-40B4-BE49-F238E27FC236}">
                <a16:creationId xmlns:a16="http://schemas.microsoft.com/office/drawing/2014/main" id="{AF7377FE-8B40-BA00-56FF-911D65BD059E}"/>
              </a:ext>
            </a:extLst>
          </p:cNvPr>
          <p:cNvSpPr/>
          <p:nvPr/>
        </p:nvSpPr>
        <p:spPr>
          <a:xfrm>
            <a:off x="3470909" y="1930018"/>
            <a:ext cx="797578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sp>
        <p:nvSpPr>
          <p:cNvPr id="4" name="Rectangle: Rounded Corners 29">
            <a:extLst>
              <a:ext uri="{FF2B5EF4-FFF2-40B4-BE49-F238E27FC236}">
                <a16:creationId xmlns:a16="http://schemas.microsoft.com/office/drawing/2014/main" id="{C49B0B23-C9E1-32A2-C677-8BFAEFD212A0}"/>
              </a:ext>
            </a:extLst>
          </p:cNvPr>
          <p:cNvSpPr/>
          <p:nvPr/>
        </p:nvSpPr>
        <p:spPr>
          <a:xfrm>
            <a:off x="4275478" y="1930789"/>
            <a:ext cx="1438764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dirty="0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0B6DCA65-5EC2-5569-427D-F45A9C049F1A}"/>
              </a:ext>
            </a:extLst>
          </p:cNvPr>
          <p:cNvCxnSpPr>
            <a:cxnSpLocks/>
            <a:stCxn id="43" idx="0"/>
            <a:endCxn id="30" idx="1"/>
          </p:cNvCxnSpPr>
          <p:nvPr/>
        </p:nvCxnSpPr>
        <p:spPr>
          <a:xfrm flipV="1">
            <a:off x="4276286" y="1727598"/>
            <a:ext cx="1" cy="4150541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7003B8D-0870-D099-A2F5-473CFF7DB572}"/>
              </a:ext>
            </a:extLst>
          </p:cNvPr>
          <p:cNvCxnSpPr>
            <a:cxnSpLocks/>
            <a:stCxn id="72" idx="0"/>
            <a:endCxn id="17" idx="1"/>
          </p:cNvCxnSpPr>
          <p:nvPr/>
        </p:nvCxnSpPr>
        <p:spPr>
          <a:xfrm flipV="1">
            <a:off x="3471717" y="1726827"/>
            <a:ext cx="1" cy="3451918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363A2161-2D8B-113E-5401-16820E0CCF39}"/>
              </a:ext>
            </a:extLst>
          </p:cNvPr>
          <p:cNvCxnSpPr>
            <a:cxnSpLocks/>
            <a:stCxn id="308" idx="0"/>
            <a:endCxn id="30" idx="3"/>
          </p:cNvCxnSpPr>
          <p:nvPr/>
        </p:nvCxnSpPr>
        <p:spPr>
          <a:xfrm flipH="1" flipV="1">
            <a:off x="5715051" y="1727598"/>
            <a:ext cx="3302" cy="4153900"/>
          </a:xfrm>
          <a:prstGeom prst="line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0BF4E14F-C80A-1F5A-70F8-5A26C1EE372E}"/>
              </a:ext>
            </a:extLst>
          </p:cNvPr>
          <p:cNvCxnSpPr>
            <a:cxnSpLocks/>
          </p:cNvCxnSpPr>
          <p:nvPr/>
        </p:nvCxnSpPr>
        <p:spPr>
          <a:xfrm>
            <a:off x="4181920" y="1055924"/>
            <a:ext cx="0" cy="48222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" name="Rectangle: Rounded Corners 29">
            <a:extLst>
              <a:ext uri="{FF2B5EF4-FFF2-40B4-BE49-F238E27FC236}">
                <a16:creationId xmlns:a16="http://schemas.microsoft.com/office/drawing/2014/main" id="{62CA84F4-A5D8-24AE-2604-F518698AEB07}"/>
              </a:ext>
            </a:extLst>
          </p:cNvPr>
          <p:cNvSpPr/>
          <p:nvPr/>
        </p:nvSpPr>
        <p:spPr>
          <a:xfrm>
            <a:off x="5721876" y="1602138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sp>
        <p:nvSpPr>
          <p:cNvPr id="12" name="Rectangle: Rounded Corners 29">
            <a:extLst>
              <a:ext uri="{FF2B5EF4-FFF2-40B4-BE49-F238E27FC236}">
                <a16:creationId xmlns:a16="http://schemas.microsoft.com/office/drawing/2014/main" id="{6872983A-23B0-8753-B7EA-049C15A64652}"/>
              </a:ext>
            </a:extLst>
          </p:cNvPr>
          <p:cNvSpPr/>
          <p:nvPr/>
        </p:nvSpPr>
        <p:spPr>
          <a:xfrm>
            <a:off x="5723553" y="1930018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sp>
        <p:nvSpPr>
          <p:cNvPr id="13" name="Rectangle: Rounded Corners 29">
            <a:extLst>
              <a:ext uri="{FF2B5EF4-FFF2-40B4-BE49-F238E27FC236}">
                <a16:creationId xmlns:a16="http://schemas.microsoft.com/office/drawing/2014/main" id="{480C04B2-BBE1-568D-E8FB-E0B77C0D61B7}"/>
              </a:ext>
            </a:extLst>
          </p:cNvPr>
          <p:cNvSpPr/>
          <p:nvPr/>
        </p:nvSpPr>
        <p:spPr>
          <a:xfrm>
            <a:off x="5722674" y="2246661"/>
            <a:ext cx="697277" cy="252000"/>
          </a:xfrm>
          <a:prstGeom prst="roundRect">
            <a:avLst>
              <a:gd name="adj" fmla="val 36333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en-US" sz="1400" b="1" dirty="0"/>
          </a:p>
        </p:txBody>
      </p:sp>
      <p:cxnSp>
        <p:nvCxnSpPr>
          <p:cNvPr id="63" name="Straight Arrow Connector 267">
            <a:extLst>
              <a:ext uri="{FF2B5EF4-FFF2-40B4-BE49-F238E27FC236}">
                <a16:creationId xmlns:a16="http://schemas.microsoft.com/office/drawing/2014/main" id="{1C2A4C56-09E1-161F-DB17-0CB3A08DFC98}"/>
              </a:ext>
            </a:extLst>
          </p:cNvPr>
          <p:cNvCxnSpPr>
            <a:cxnSpLocks/>
          </p:cNvCxnSpPr>
          <p:nvPr/>
        </p:nvCxnSpPr>
        <p:spPr>
          <a:xfrm>
            <a:off x="3180034" y="4996252"/>
            <a:ext cx="0" cy="18767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64" name="Prostokąt: zaokrąglone rogi 263">
            <a:extLst>
              <a:ext uri="{FF2B5EF4-FFF2-40B4-BE49-F238E27FC236}">
                <a16:creationId xmlns:a16="http://schemas.microsoft.com/office/drawing/2014/main" id="{96D42437-11E0-5E41-75D8-143167653D6B}"/>
              </a:ext>
            </a:extLst>
          </p:cNvPr>
          <p:cNvSpPr/>
          <p:nvPr/>
        </p:nvSpPr>
        <p:spPr>
          <a:xfrm>
            <a:off x="3913523" y="195833"/>
            <a:ext cx="3199775" cy="358450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GPU Memory Buffers Lifetimes</a:t>
            </a:r>
          </a:p>
        </p:txBody>
      </p:sp>
    </p:spTree>
    <p:extLst>
      <p:ext uri="{BB962C8B-B14F-4D97-AF65-F5344CB8AC3E}">
        <p14:creationId xmlns:p14="http://schemas.microsoft.com/office/powerpoint/2010/main" val="255045236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37672</TotalTime>
  <Words>1387</Words>
  <Application>Microsoft Office PowerPoint</Application>
  <PresentationFormat>Panoramiczny</PresentationFormat>
  <Paragraphs>298</Paragraphs>
  <Slides>12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Gudea</vt:lpstr>
      <vt:lpstr>Motyw pakietu Office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Prezentacja programu PowerPoint</dc:title>
  <dc:creator>Paweł</dc:creator>
  <cp:lastModifiedBy>Paweł</cp:lastModifiedBy>
  <cp:revision>83</cp:revision>
  <dcterms:created xsi:type="dcterms:W3CDTF">2023-07-13T00:34:55Z</dcterms:created>
  <dcterms:modified xsi:type="dcterms:W3CDTF">2026-04-05T03:11:05Z</dcterms:modified>
</cp:coreProperties>
</file>
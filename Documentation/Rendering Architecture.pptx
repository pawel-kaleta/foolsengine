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75" r:id="rId3"/>
    <p:sldId id="276" r:id="rId4"/>
    <p:sldId id="258" r:id="rId5"/>
    <p:sldId id="259" r:id="rId6"/>
    <p:sldId id="285" r:id="rId7"/>
    <p:sldId id="286" r:id="rId8"/>
    <p:sldId id="263" r:id="rId9"/>
    <p:sldId id="267" r:id="rId10"/>
    <p:sldId id="262" r:id="rId11"/>
    <p:sldId id="257" r:id="rId12"/>
  </p:sldIdLst>
  <p:sldSz cx="12192000" cy="6858000"/>
  <p:notesSz cx="6858000" cy="9144000"/>
  <p:defaultTextStyle>
    <a:defPPr>
      <a:defRPr lang="pl-P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E0FCF930-6044-45E4-A42C-D6FD0B186388}">
          <p14:sldIdLst>
            <p14:sldId id="256"/>
            <p14:sldId id="275"/>
            <p14:sldId id="276"/>
            <p14:sldId id="258"/>
            <p14:sldId id="259"/>
            <p14:sldId id="285"/>
            <p14:sldId id="286"/>
            <p14:sldId id="263"/>
            <p14:sldId id="267"/>
            <p14:sldId id="262"/>
            <p14:sldId id="25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Paweł" initials="P" lastIdx="1" clrIdx="0">
    <p:extLst>
      <p:ext uri="{19B8F6BF-5375-455C-9EA6-DF929625EA0E}">
        <p15:presenceInfo xmlns:p15="http://schemas.microsoft.com/office/powerpoint/2012/main" userId="Paweł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0000"/>
    <a:srgbClr val="FFFFFF"/>
    <a:srgbClr val="A5A5A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74" autoAdjust="0"/>
    <p:restoredTop sz="94660"/>
  </p:normalViewPr>
  <p:slideViewPr>
    <p:cSldViewPr snapToGrid="0">
      <p:cViewPr varScale="1">
        <p:scale>
          <a:sx n="114" d="100"/>
          <a:sy n="114" d="100"/>
        </p:scale>
        <p:origin x="432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commentAuthors" Target="commentAuthor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492A7F8C-4384-4FED-90C3-C50AD51CD4D0}" type="doc">
      <dgm:prSet loTypeId="urn:microsoft.com/office/officeart/2005/8/layout/process4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7CA02680-229E-4DE5-8E8F-D7DCCA469999}">
      <dgm:prSet phldrT="[Text]" custT="1">
        <dgm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dgm:style>
      </dgm:prSet>
      <dgm:spPr/>
      <dgm:t>
        <a:bodyPr anchor="ctr"/>
        <a:lstStyle/>
        <a:p>
          <a:pPr algn="l"/>
          <a:r>
            <a:rPr lang="en-US" sz="1600" b="0" noProof="0" dirty="0"/>
            <a:t>7 – Integration Layer</a:t>
          </a:r>
        </a:p>
      </dgm:t>
    </dgm:pt>
    <dgm:pt modelId="{FD9C8912-36C2-4F70-8D27-0C7B04281544}" type="parTrans" cxnId="{F72A6830-7DE4-4781-8BD8-BB5BAFDFFB3D}">
      <dgm:prSet/>
      <dgm:spPr/>
      <dgm:t>
        <a:bodyPr/>
        <a:lstStyle/>
        <a:p>
          <a:endParaRPr lang="en-US"/>
        </a:p>
      </dgm:t>
    </dgm:pt>
    <dgm:pt modelId="{399D986D-F361-4165-9BF5-4EE27F4222A9}" type="sibTrans" cxnId="{F72A6830-7DE4-4781-8BD8-BB5BAFDFFB3D}">
      <dgm:prSet/>
      <dgm:spPr/>
      <dgm:t>
        <a:bodyPr/>
        <a:lstStyle/>
        <a:p>
          <a:endParaRPr lang="en-US"/>
        </a:p>
      </dgm:t>
    </dgm:pt>
    <dgm:pt modelId="{15D27807-574C-49D4-AAE8-60C386DD610E}">
      <dgm:prSet phldrT="[Text]" custT="1">
        <dgm:style>
          <a:lnRef idx="0">
            <a:schemeClr val="accent3"/>
          </a:lnRef>
          <a:fillRef idx="3">
            <a:schemeClr val="accent3"/>
          </a:fillRef>
          <a:effectRef idx="3">
            <a:schemeClr val="accent3"/>
          </a:effectRef>
          <a:fontRef idx="minor">
            <a:schemeClr val="lt1"/>
          </a:fontRef>
        </dgm:style>
      </dgm:prSet>
      <dgm:spPr/>
      <dgm:t>
        <a:bodyPr/>
        <a:lstStyle/>
        <a:p>
          <a:pPr algn="l"/>
          <a:r>
            <a:rPr lang="en-US" sz="1600" b="0" noProof="0" dirty="0"/>
            <a:t>5 – Render Context Layer</a:t>
          </a:r>
        </a:p>
      </dgm:t>
    </dgm:pt>
    <dgm:pt modelId="{12794ECD-87A3-4EB4-B8FB-778740C225A6}" type="parTrans" cxnId="{A8F79E71-435F-40AC-9C75-ACDA74F128AC}">
      <dgm:prSet/>
      <dgm:spPr/>
      <dgm:t>
        <a:bodyPr/>
        <a:lstStyle/>
        <a:p>
          <a:endParaRPr lang="en-US"/>
        </a:p>
      </dgm:t>
    </dgm:pt>
    <dgm:pt modelId="{6206A475-1A0B-4810-89EF-DE321E2667A1}" type="sibTrans" cxnId="{A8F79E71-435F-40AC-9C75-ACDA74F128AC}">
      <dgm:prSet/>
      <dgm:spPr/>
      <dgm:t>
        <a:bodyPr/>
        <a:lstStyle/>
        <a:p>
          <a:endParaRPr lang="en-US"/>
        </a:p>
      </dgm:t>
    </dgm:pt>
    <dgm:pt modelId="{425CD942-2779-41D0-914F-F640AB7E3C5D}">
      <dgm:prSet phldrT="[Text]" custT="1">
        <dgm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dgm:style>
      </dgm:prSet>
      <dgm:spPr/>
      <dgm:t>
        <a:bodyPr/>
        <a:lstStyle/>
        <a:p>
          <a:pPr algn="l"/>
          <a:r>
            <a:rPr lang="en-US" sz="1600" b="0" noProof="0" dirty="0"/>
            <a:t>3 – Command Layer</a:t>
          </a:r>
        </a:p>
      </dgm:t>
    </dgm:pt>
    <dgm:pt modelId="{26726183-1047-4D19-B9C9-AFA9DCE3BFF1}" type="parTrans" cxnId="{0784F12C-A432-4EA0-B448-B797BA8E04F8}">
      <dgm:prSet/>
      <dgm:spPr/>
      <dgm:t>
        <a:bodyPr/>
        <a:lstStyle/>
        <a:p>
          <a:endParaRPr lang="en-US"/>
        </a:p>
      </dgm:t>
    </dgm:pt>
    <dgm:pt modelId="{BC1C9FDF-FF4F-4C1B-8990-DC00A0EA6773}" type="sibTrans" cxnId="{0784F12C-A432-4EA0-B448-B797BA8E04F8}">
      <dgm:prSet/>
      <dgm:spPr/>
      <dgm:t>
        <a:bodyPr/>
        <a:lstStyle/>
        <a:p>
          <a:endParaRPr lang="en-US"/>
        </a:p>
      </dgm:t>
    </dgm:pt>
    <dgm:pt modelId="{67180261-FA11-4C70-99B6-208D22A34225}">
      <dgm:prSet phldrT="[Text]" custT="1">
        <dgm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dgm:style>
      </dgm:prSet>
      <dgm:spPr/>
      <dgm:t>
        <a:bodyPr/>
        <a:lstStyle/>
        <a:p>
          <a:pPr algn="l"/>
          <a:r>
            <a:rPr lang="en-US" sz="1600" b="0" noProof="0" dirty="0"/>
            <a:t>2 – Resource Layer</a:t>
          </a:r>
        </a:p>
      </dgm:t>
    </dgm:pt>
    <dgm:pt modelId="{59464F09-C52D-4303-BCD3-E1A86FD40B46}" type="parTrans" cxnId="{3E7F8416-6E5A-4FB7-8B5D-7E6552DB9137}">
      <dgm:prSet/>
      <dgm:spPr/>
      <dgm:t>
        <a:bodyPr/>
        <a:lstStyle/>
        <a:p>
          <a:endParaRPr lang="en-US"/>
        </a:p>
      </dgm:t>
    </dgm:pt>
    <dgm:pt modelId="{EFC46B28-C8E4-4492-89C7-7481CD0F35E9}" type="sibTrans" cxnId="{3E7F8416-6E5A-4FB7-8B5D-7E6552DB9137}">
      <dgm:prSet/>
      <dgm:spPr/>
      <dgm:t>
        <a:bodyPr/>
        <a:lstStyle/>
        <a:p>
          <a:endParaRPr lang="en-US"/>
        </a:p>
      </dgm:t>
    </dgm:pt>
    <dgm:pt modelId="{432AFB55-08FE-4212-9DC7-D14ED2A025FB}">
      <dgm:prSet phldrT="[Text]" custT="1">
        <dgm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dgm:style>
      </dgm:prSet>
      <dgm:spPr/>
      <dgm:t>
        <a:bodyPr/>
        <a:lstStyle/>
        <a:p>
          <a:pPr algn="l"/>
          <a:r>
            <a:rPr lang="en-US" sz="1600" b="0" noProof="0" dirty="0"/>
            <a:t>1 – Description Layer</a:t>
          </a:r>
        </a:p>
      </dgm:t>
    </dgm:pt>
    <dgm:pt modelId="{05D130B0-583C-42EF-A013-EBA84E5F5145}" type="parTrans" cxnId="{56130A09-99EE-4BE9-B402-62BA4482F777}">
      <dgm:prSet/>
      <dgm:spPr/>
      <dgm:t>
        <a:bodyPr/>
        <a:lstStyle/>
        <a:p>
          <a:endParaRPr lang="en-US"/>
        </a:p>
      </dgm:t>
    </dgm:pt>
    <dgm:pt modelId="{C810953B-BB37-4D99-95A3-2A0E2B593AD3}" type="sibTrans" cxnId="{56130A09-99EE-4BE9-B402-62BA4482F777}">
      <dgm:prSet/>
      <dgm:spPr/>
      <dgm:t>
        <a:bodyPr/>
        <a:lstStyle/>
        <a:p>
          <a:endParaRPr lang="en-US"/>
        </a:p>
      </dgm:t>
    </dgm:pt>
    <dgm:pt modelId="{42BCD4A9-A9CF-4288-8C26-147300DFC46C}">
      <dgm:prSet phldrT="[Text]" custT="1">
        <dgm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dgm:style>
      </dgm:prSet>
      <dgm:spPr/>
      <dgm:t>
        <a:bodyPr/>
        <a:lstStyle/>
        <a:p>
          <a:pPr algn="l"/>
          <a:r>
            <a:rPr lang="en-US" sz="1600" b="0" noProof="0" dirty="0"/>
            <a:t>0 – Graphics API Library</a:t>
          </a:r>
        </a:p>
      </dgm:t>
    </dgm:pt>
    <dgm:pt modelId="{2EC818B6-7EF7-49B2-8071-9F139B646C3D}" type="parTrans" cxnId="{69E0F8E1-8528-47CB-81D2-7A5C3269F765}">
      <dgm:prSet/>
      <dgm:spPr/>
      <dgm:t>
        <a:bodyPr/>
        <a:lstStyle/>
        <a:p>
          <a:endParaRPr lang="en-US"/>
        </a:p>
      </dgm:t>
    </dgm:pt>
    <dgm:pt modelId="{AC7342C8-5124-4DD3-A2EE-25BE180D55FB}" type="sibTrans" cxnId="{69E0F8E1-8528-47CB-81D2-7A5C3269F765}">
      <dgm:prSet/>
      <dgm:spPr/>
      <dgm:t>
        <a:bodyPr/>
        <a:lstStyle/>
        <a:p>
          <a:endParaRPr lang="en-US"/>
        </a:p>
      </dgm:t>
    </dgm:pt>
    <dgm:pt modelId="{C616C108-B7C7-48F6-8927-297071625E4C}">
      <dgm:prSet phldrT="[Text]" custT="1">
        <dgm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dgm:style>
      </dgm:prSet>
      <dgm:spPr/>
      <dgm:t>
        <a:bodyPr/>
        <a:lstStyle/>
        <a:p>
          <a:pPr algn="l"/>
          <a:r>
            <a:rPr lang="en-US" sz="1600" b="0" noProof="0" dirty="0"/>
            <a:t>4 – Representation Layer</a:t>
          </a:r>
        </a:p>
      </dgm:t>
    </dgm:pt>
    <dgm:pt modelId="{ADA804D4-279F-4CAA-A98F-8F94F344AFBC}" type="parTrans" cxnId="{86812C0E-FADC-4C3E-819E-498D8148424B}">
      <dgm:prSet/>
      <dgm:spPr/>
      <dgm:t>
        <a:bodyPr/>
        <a:lstStyle/>
        <a:p>
          <a:endParaRPr lang="en-US"/>
        </a:p>
      </dgm:t>
    </dgm:pt>
    <dgm:pt modelId="{20C51BFB-A17D-482C-8A24-3C7B538AFAD5}" type="sibTrans" cxnId="{86812C0E-FADC-4C3E-819E-498D8148424B}">
      <dgm:prSet/>
      <dgm:spPr/>
      <dgm:t>
        <a:bodyPr/>
        <a:lstStyle/>
        <a:p>
          <a:endParaRPr lang="en-US"/>
        </a:p>
      </dgm:t>
    </dgm:pt>
    <dgm:pt modelId="{409AF4A9-954C-4DBA-AD54-B8C01FAFB96B}">
      <dgm:prSet phldrT="[Text]" custT="1">
        <dgm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dgm:style>
      </dgm:prSet>
      <dgm:spPr/>
      <dgm:t>
        <a:bodyPr/>
        <a:lstStyle/>
        <a:p>
          <a:pPr algn="l"/>
          <a:r>
            <a:rPr lang="en-US" sz="1600" b="0" noProof="0" dirty="0"/>
            <a:t>6 – Render Layer</a:t>
          </a:r>
        </a:p>
      </dgm:t>
    </dgm:pt>
    <dgm:pt modelId="{446793BA-E1E5-4BFF-8B57-401A2EC8D6F9}" type="parTrans" cxnId="{790DD5CD-3F70-4ED3-9D20-1B8E281FFB5F}">
      <dgm:prSet/>
      <dgm:spPr/>
      <dgm:t>
        <a:bodyPr/>
        <a:lstStyle/>
        <a:p>
          <a:endParaRPr lang="en-US"/>
        </a:p>
      </dgm:t>
    </dgm:pt>
    <dgm:pt modelId="{36B1A9A3-E2F4-43F9-BD9A-410B4D6CF563}" type="sibTrans" cxnId="{790DD5CD-3F70-4ED3-9D20-1B8E281FFB5F}">
      <dgm:prSet/>
      <dgm:spPr/>
      <dgm:t>
        <a:bodyPr/>
        <a:lstStyle/>
        <a:p>
          <a:endParaRPr lang="en-US"/>
        </a:p>
      </dgm:t>
    </dgm:pt>
    <dgm:pt modelId="{6C759DB1-AA8F-4E5F-ACC1-39A0887F0CC5}">
      <dgm:prSet phldrT="[Text]" custT="1">
        <dgm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sz="1200" noProof="0" dirty="0"/>
            <a:t>Render Director</a:t>
          </a:r>
        </a:p>
      </dgm:t>
    </dgm:pt>
    <dgm:pt modelId="{EDF369F7-54FB-444E-ABC3-9BC56A17F9AC}" type="parTrans" cxnId="{00397594-4C85-45E1-A811-6BBD5AEC2395}">
      <dgm:prSet/>
      <dgm:spPr/>
      <dgm:t>
        <a:bodyPr/>
        <a:lstStyle/>
        <a:p>
          <a:endParaRPr lang="en-US"/>
        </a:p>
      </dgm:t>
    </dgm:pt>
    <dgm:pt modelId="{7C969A4F-3A03-49BE-AB91-8573F2EE957F}" type="sibTrans" cxnId="{00397594-4C85-45E1-A811-6BBD5AEC2395}">
      <dgm:prSet/>
      <dgm:spPr/>
      <dgm:t>
        <a:bodyPr/>
        <a:lstStyle/>
        <a:p>
          <a:endParaRPr lang="en-US"/>
        </a:p>
      </dgm:t>
    </dgm:pt>
    <dgm:pt modelId="{E70EBC57-D4F3-46AE-A368-8F90BEAE7FE0}">
      <dgm:prSet phldrT="[Text]" custT="1">
        <dgm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sz="1200" noProof="0" dirty="0"/>
            <a:t>Scene Renderer</a:t>
          </a:r>
        </a:p>
      </dgm:t>
    </dgm:pt>
    <dgm:pt modelId="{FA248630-6B92-47B6-8E5D-810D0F622E0B}" type="parTrans" cxnId="{35E04D62-7F0E-4670-BBAF-1474375DF3C1}">
      <dgm:prSet/>
      <dgm:spPr/>
      <dgm:t>
        <a:bodyPr/>
        <a:lstStyle/>
        <a:p>
          <a:endParaRPr lang="en-US"/>
        </a:p>
      </dgm:t>
    </dgm:pt>
    <dgm:pt modelId="{449DD7DE-1E04-47AD-87AC-1D81B28FEA33}" type="sibTrans" cxnId="{35E04D62-7F0E-4670-BBAF-1474375DF3C1}">
      <dgm:prSet/>
      <dgm:spPr/>
      <dgm:t>
        <a:bodyPr/>
        <a:lstStyle/>
        <a:p>
          <a:endParaRPr lang="en-US"/>
        </a:p>
      </dgm:t>
    </dgm:pt>
    <dgm:pt modelId="{9D86201F-66FF-4A06-9DD7-E03251646D18}">
      <dgm:prSet phldrT="[Text]" custT="1">
        <dgm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sz="1200" noProof="0" dirty="0"/>
            <a:t>UI Renderer</a:t>
          </a:r>
        </a:p>
      </dgm:t>
    </dgm:pt>
    <dgm:pt modelId="{9E2A35D4-E816-4EB6-8C0C-BD1BF59FC0C0}" type="parTrans" cxnId="{47652906-A1FC-46F9-8A4B-8C0FE89FE66B}">
      <dgm:prSet/>
      <dgm:spPr/>
      <dgm:t>
        <a:bodyPr/>
        <a:lstStyle/>
        <a:p>
          <a:endParaRPr lang="en-US"/>
        </a:p>
      </dgm:t>
    </dgm:pt>
    <dgm:pt modelId="{D2E93AB9-EBCF-401A-8EA0-081669804887}" type="sibTrans" cxnId="{47652906-A1FC-46F9-8A4B-8C0FE89FE66B}">
      <dgm:prSet/>
      <dgm:spPr/>
      <dgm:t>
        <a:bodyPr/>
        <a:lstStyle/>
        <a:p>
          <a:endParaRPr lang="en-US"/>
        </a:p>
      </dgm:t>
    </dgm:pt>
    <dgm:pt modelId="{2269DD83-D67F-4FB0-9942-2AF4B340CC6D}">
      <dgm:prSet phldrT="[Text]" custT="1">
        <dgm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sz="1200" noProof="0" dirty="0"/>
            <a:t>2D Renderer</a:t>
          </a:r>
        </a:p>
      </dgm:t>
    </dgm:pt>
    <dgm:pt modelId="{78F6A4A8-987C-4BC1-8EFF-B7A0E8288834}" type="parTrans" cxnId="{B417DE99-F37D-4309-B6E7-1F83A8810804}">
      <dgm:prSet/>
      <dgm:spPr/>
      <dgm:t>
        <a:bodyPr/>
        <a:lstStyle/>
        <a:p>
          <a:endParaRPr lang="en-US"/>
        </a:p>
      </dgm:t>
    </dgm:pt>
    <dgm:pt modelId="{72B0AB2A-CE92-4545-881E-E18BDECFA0F9}" type="sibTrans" cxnId="{B417DE99-F37D-4309-B6E7-1F83A8810804}">
      <dgm:prSet/>
      <dgm:spPr/>
      <dgm:t>
        <a:bodyPr/>
        <a:lstStyle/>
        <a:p>
          <a:endParaRPr lang="en-US"/>
        </a:p>
      </dgm:t>
    </dgm:pt>
    <dgm:pt modelId="{31E7D85A-EDE4-4DCA-B913-3AC6753C5FA3}">
      <dgm:prSet phldrT="[Text]" custT="1">
        <dgm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sz="1200" noProof="0" dirty="0"/>
            <a:t>Deferred Renderer</a:t>
          </a:r>
        </a:p>
      </dgm:t>
    </dgm:pt>
    <dgm:pt modelId="{374B05F3-0BAA-4B9E-AC9C-2166C2522B9E}" type="parTrans" cxnId="{F15BCE8B-AF12-4D82-A898-8E536A98EF24}">
      <dgm:prSet/>
      <dgm:spPr/>
      <dgm:t>
        <a:bodyPr/>
        <a:lstStyle/>
        <a:p>
          <a:endParaRPr lang="en-US"/>
        </a:p>
      </dgm:t>
    </dgm:pt>
    <dgm:pt modelId="{7010EDC2-EBE9-4C17-B23D-DF83E724D4AD}" type="sibTrans" cxnId="{F15BCE8B-AF12-4D82-A898-8E536A98EF24}">
      <dgm:prSet/>
      <dgm:spPr/>
      <dgm:t>
        <a:bodyPr/>
        <a:lstStyle/>
        <a:p>
          <a:endParaRPr lang="en-US"/>
        </a:p>
      </dgm:t>
    </dgm:pt>
    <dgm:pt modelId="{E81EB8A0-9EF1-4EAF-A2B8-551C13216DF8}">
      <dgm:prSet phldrT="[Text]" custT="1">
        <dgm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sz="1200" noProof="0" dirty="0"/>
            <a:t>Forward Renderer</a:t>
          </a:r>
        </a:p>
      </dgm:t>
    </dgm:pt>
    <dgm:pt modelId="{9008DA27-F177-4E96-BCF1-1D87EE49D4DC}" type="parTrans" cxnId="{B43CC404-A7B8-447F-B7A3-49B6818B335B}">
      <dgm:prSet/>
      <dgm:spPr/>
      <dgm:t>
        <a:bodyPr/>
        <a:lstStyle/>
        <a:p>
          <a:endParaRPr lang="en-US"/>
        </a:p>
      </dgm:t>
    </dgm:pt>
    <dgm:pt modelId="{5CB57855-6634-4F85-A710-BC9F3346222F}" type="sibTrans" cxnId="{B43CC404-A7B8-447F-B7A3-49B6818B335B}">
      <dgm:prSet/>
      <dgm:spPr/>
      <dgm:t>
        <a:bodyPr/>
        <a:lstStyle/>
        <a:p>
          <a:endParaRPr lang="en-US"/>
        </a:p>
      </dgm:t>
    </dgm:pt>
    <dgm:pt modelId="{4515462C-7E2D-4234-9038-B312C89DB609}">
      <dgm:prSet phldrT="[Text]" custT="1">
        <dgm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sz="1200" noProof="0" dirty="0"/>
            <a:t>VFX Renderer</a:t>
          </a:r>
        </a:p>
      </dgm:t>
    </dgm:pt>
    <dgm:pt modelId="{358F92BB-E0B2-4DC6-B42B-8E1CAB8755B7}" type="parTrans" cxnId="{6AA2BDD5-9BC6-4FA9-9DBA-DC9EB1DACB35}">
      <dgm:prSet/>
      <dgm:spPr/>
      <dgm:t>
        <a:bodyPr/>
        <a:lstStyle/>
        <a:p>
          <a:endParaRPr lang="en-US"/>
        </a:p>
      </dgm:t>
    </dgm:pt>
    <dgm:pt modelId="{173046BB-6E91-4E0B-A11F-C325C008808B}" type="sibTrans" cxnId="{6AA2BDD5-9BC6-4FA9-9DBA-DC9EB1DACB35}">
      <dgm:prSet/>
      <dgm:spPr/>
      <dgm:t>
        <a:bodyPr/>
        <a:lstStyle/>
        <a:p>
          <a:endParaRPr lang="en-US"/>
        </a:p>
      </dgm:t>
    </dgm:pt>
    <dgm:pt modelId="{A70B8D48-626B-4717-B07D-B800500187EE}">
      <dgm:prSet phldrT="[Text]" custT="1">
        <dgm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sz="1200" noProof="0" dirty="0"/>
            <a:t>Context State</a:t>
          </a:r>
        </a:p>
      </dgm:t>
    </dgm:pt>
    <dgm:pt modelId="{C4CD08C8-89E2-439C-B088-B2A731729D65}" type="parTrans" cxnId="{1E761D4D-3FFE-47DB-AD34-3D708CC229E0}">
      <dgm:prSet/>
      <dgm:spPr/>
      <dgm:t>
        <a:bodyPr/>
        <a:lstStyle/>
        <a:p>
          <a:endParaRPr lang="en-US"/>
        </a:p>
      </dgm:t>
    </dgm:pt>
    <dgm:pt modelId="{80D44B61-2BA3-413A-8B7F-B818B6689942}" type="sibTrans" cxnId="{1E761D4D-3FFE-47DB-AD34-3D708CC229E0}">
      <dgm:prSet/>
      <dgm:spPr/>
      <dgm:t>
        <a:bodyPr/>
        <a:lstStyle/>
        <a:p>
          <a:endParaRPr lang="en-US"/>
        </a:p>
      </dgm:t>
    </dgm:pt>
    <dgm:pt modelId="{BDC9C0A2-58FE-4CC8-BB10-947800714063}">
      <dgm:prSet phldrT="[Text]" custT="1">
        <dgm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sz="1200" noProof="0" dirty="0"/>
            <a:t>Command Queue</a:t>
          </a:r>
        </a:p>
      </dgm:t>
    </dgm:pt>
    <dgm:pt modelId="{326F3B23-B7CD-45C2-9702-5B4EB04C5D63}" type="parTrans" cxnId="{98F54370-4BAF-49AF-89A2-FBDF76518215}">
      <dgm:prSet/>
      <dgm:spPr/>
      <dgm:t>
        <a:bodyPr/>
        <a:lstStyle/>
        <a:p>
          <a:endParaRPr lang="en-US"/>
        </a:p>
      </dgm:t>
    </dgm:pt>
    <dgm:pt modelId="{DDF4BC6B-708D-4EFE-BE06-8025D60F9369}" type="sibTrans" cxnId="{98F54370-4BAF-49AF-89A2-FBDF76518215}">
      <dgm:prSet/>
      <dgm:spPr/>
      <dgm:t>
        <a:bodyPr/>
        <a:lstStyle/>
        <a:p>
          <a:endParaRPr lang="en-US"/>
        </a:p>
      </dgm:t>
    </dgm:pt>
    <dgm:pt modelId="{2056F97F-276E-4507-B669-54C461E4BFB0}">
      <dgm:prSet phldrT="[Text]" custT="1">
        <dgm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sz="1200" noProof="0" dirty="0"/>
            <a:t>Swap Chain</a:t>
          </a:r>
        </a:p>
      </dgm:t>
    </dgm:pt>
    <dgm:pt modelId="{5B029454-F63A-4D3B-9321-C34888742B74}" type="parTrans" cxnId="{89E0FBA9-4854-4E2A-A197-529F3164E276}">
      <dgm:prSet/>
      <dgm:spPr/>
      <dgm:t>
        <a:bodyPr/>
        <a:lstStyle/>
        <a:p>
          <a:endParaRPr lang="en-US"/>
        </a:p>
      </dgm:t>
    </dgm:pt>
    <dgm:pt modelId="{D251A99C-5DB0-4A91-A437-E454EBC6144B}" type="sibTrans" cxnId="{89E0FBA9-4854-4E2A-A197-529F3164E276}">
      <dgm:prSet/>
      <dgm:spPr/>
      <dgm:t>
        <a:bodyPr/>
        <a:lstStyle/>
        <a:p>
          <a:endParaRPr lang="en-US"/>
        </a:p>
      </dgm:t>
    </dgm:pt>
    <dgm:pt modelId="{0A0E019B-4741-4B3E-955D-9D171F56386A}">
      <dgm:prSet phldrT="[Text]" custT="1">
        <dgm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sz="1200" noProof="0" dirty="0"/>
            <a:t>Transform</a:t>
          </a:r>
        </a:p>
      </dgm:t>
    </dgm:pt>
    <dgm:pt modelId="{59FE6F76-0188-42F5-8157-1BC28496CDFA}" type="parTrans" cxnId="{761C5414-E07A-4004-8AC8-27B82608387D}">
      <dgm:prSet/>
      <dgm:spPr/>
      <dgm:t>
        <a:bodyPr/>
        <a:lstStyle/>
        <a:p>
          <a:endParaRPr lang="en-US"/>
        </a:p>
      </dgm:t>
    </dgm:pt>
    <dgm:pt modelId="{3B510298-9262-4F63-8080-5C200D3F68F0}" type="sibTrans" cxnId="{761C5414-E07A-4004-8AC8-27B82608387D}">
      <dgm:prSet/>
      <dgm:spPr/>
      <dgm:t>
        <a:bodyPr/>
        <a:lstStyle/>
        <a:p>
          <a:endParaRPr lang="en-US"/>
        </a:p>
      </dgm:t>
    </dgm:pt>
    <dgm:pt modelId="{3FF4402C-00FA-42C7-86CB-68772B16FF58}">
      <dgm:prSet phldrT="[Text]" custT="1">
        <dgm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sz="1200" noProof="0" dirty="0"/>
            <a:t>Shader</a:t>
          </a:r>
        </a:p>
      </dgm:t>
    </dgm:pt>
    <dgm:pt modelId="{B8D143BE-9556-4FC8-8B3C-F29A7E63A0A0}" type="parTrans" cxnId="{95E408B6-4730-4FB2-A349-244E6558246B}">
      <dgm:prSet/>
      <dgm:spPr/>
      <dgm:t>
        <a:bodyPr/>
        <a:lstStyle/>
        <a:p>
          <a:endParaRPr lang="en-US"/>
        </a:p>
      </dgm:t>
    </dgm:pt>
    <dgm:pt modelId="{7B36BCAE-412D-4210-8415-6A0FF6F546A1}" type="sibTrans" cxnId="{95E408B6-4730-4FB2-A349-244E6558246B}">
      <dgm:prSet/>
      <dgm:spPr/>
      <dgm:t>
        <a:bodyPr/>
        <a:lstStyle/>
        <a:p>
          <a:endParaRPr lang="en-US"/>
        </a:p>
      </dgm:t>
    </dgm:pt>
    <dgm:pt modelId="{E54710DB-085F-483B-A1A1-F8D6CF1F9C25}">
      <dgm:prSet phldrT="[Text]" custT="1">
        <dgm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sz="1200" noProof="0" dirty="0"/>
            <a:t>Texture</a:t>
          </a:r>
        </a:p>
      </dgm:t>
    </dgm:pt>
    <dgm:pt modelId="{487EC583-3FE6-4B87-A155-7842AD330C79}" type="parTrans" cxnId="{D66D5516-22F0-490B-AC02-E8DE59506237}">
      <dgm:prSet/>
      <dgm:spPr/>
      <dgm:t>
        <a:bodyPr/>
        <a:lstStyle/>
        <a:p>
          <a:endParaRPr lang="en-US"/>
        </a:p>
      </dgm:t>
    </dgm:pt>
    <dgm:pt modelId="{457B37F5-D6AC-49CF-98D5-0A70C246EFBC}" type="sibTrans" cxnId="{D66D5516-22F0-490B-AC02-E8DE59506237}">
      <dgm:prSet/>
      <dgm:spPr/>
      <dgm:t>
        <a:bodyPr/>
        <a:lstStyle/>
        <a:p>
          <a:endParaRPr lang="en-US"/>
        </a:p>
      </dgm:t>
    </dgm:pt>
    <dgm:pt modelId="{3DD0F6E9-16F1-4C3E-A111-9AD649AC69FE}">
      <dgm:prSet phldrT="[Text]" custT="1">
        <dgm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sz="1200" noProof="0" dirty="0"/>
            <a:t>DownStream</a:t>
          </a:r>
        </a:p>
      </dgm:t>
    </dgm:pt>
    <dgm:pt modelId="{2517DA87-F129-4864-82EC-FF4DFF2D0ABD}" type="parTrans" cxnId="{6F807805-A700-4221-BDEE-E6985E5C7BA9}">
      <dgm:prSet/>
      <dgm:spPr/>
      <dgm:t>
        <a:bodyPr/>
        <a:lstStyle/>
        <a:p>
          <a:endParaRPr lang="en-US"/>
        </a:p>
      </dgm:t>
    </dgm:pt>
    <dgm:pt modelId="{D2BFE468-212E-4CEE-918E-5B6DA61B9721}" type="sibTrans" cxnId="{6F807805-A700-4221-BDEE-E6985E5C7BA9}">
      <dgm:prSet/>
      <dgm:spPr/>
      <dgm:t>
        <a:bodyPr/>
        <a:lstStyle/>
        <a:p>
          <a:endParaRPr lang="en-US"/>
        </a:p>
      </dgm:t>
    </dgm:pt>
    <dgm:pt modelId="{06CC86FE-A12F-4402-93CA-A5C169967C38}">
      <dgm:prSet phldrT="[Text]" custT="1">
        <dgm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sz="1200" noProof="0" dirty="0"/>
            <a:t>G</a:t>
          </a:r>
          <a:r>
            <a:rPr lang="pl-PL" sz="1200" noProof="0" dirty="0"/>
            <a:t>API</a:t>
          </a:r>
          <a:r>
            <a:rPr lang="en-US" sz="1200" noProof="0" dirty="0"/>
            <a:t>Type</a:t>
          </a:r>
        </a:p>
      </dgm:t>
    </dgm:pt>
    <dgm:pt modelId="{FCA50631-918E-48A6-85F0-5995B92E8D28}" type="parTrans" cxnId="{CD2FCE26-6BCA-4200-B507-749FE01FE5EF}">
      <dgm:prSet/>
      <dgm:spPr/>
      <dgm:t>
        <a:bodyPr/>
        <a:lstStyle/>
        <a:p>
          <a:endParaRPr lang="en-US"/>
        </a:p>
      </dgm:t>
    </dgm:pt>
    <dgm:pt modelId="{97AFA29E-B063-46D2-831E-4424B3690E1A}" type="sibTrans" cxnId="{CD2FCE26-6BCA-4200-B507-749FE01FE5EF}">
      <dgm:prSet/>
      <dgm:spPr/>
      <dgm:t>
        <a:bodyPr/>
        <a:lstStyle/>
        <a:p>
          <a:endParaRPr lang="en-US"/>
        </a:p>
      </dgm:t>
    </dgm:pt>
    <dgm:pt modelId="{CCEDEFB1-11C4-4BE9-B4BD-EBA172C6495F}">
      <dgm:prSet phldrT="[Text]" custT="1">
        <dgm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sz="1200" noProof="0" dirty="0"/>
            <a:t>DataType</a:t>
          </a:r>
        </a:p>
      </dgm:t>
    </dgm:pt>
    <dgm:pt modelId="{DA84A803-8548-4950-A3D3-E0D21A08E744}" type="parTrans" cxnId="{AB732587-3EC7-437C-A756-7F52CAD95DA3}">
      <dgm:prSet/>
      <dgm:spPr/>
      <dgm:t>
        <a:bodyPr/>
        <a:lstStyle/>
        <a:p>
          <a:endParaRPr lang="en-US"/>
        </a:p>
      </dgm:t>
    </dgm:pt>
    <dgm:pt modelId="{7AD4E237-D535-40EF-ACCB-EED0B8CC7D3B}" type="sibTrans" cxnId="{AB732587-3EC7-437C-A756-7F52CAD95DA3}">
      <dgm:prSet/>
      <dgm:spPr/>
      <dgm:t>
        <a:bodyPr/>
        <a:lstStyle/>
        <a:p>
          <a:endParaRPr lang="en-US"/>
        </a:p>
      </dgm:t>
    </dgm:pt>
    <dgm:pt modelId="{D2A17FD3-8A80-409A-A9D9-FFD436402573}">
      <dgm:prSet phldrT="[Text]" custT="1">
        <dgm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sz="1200" noProof="0" dirty="0"/>
            <a:t>Shader Interface</a:t>
          </a:r>
        </a:p>
      </dgm:t>
    </dgm:pt>
    <dgm:pt modelId="{1BB18B62-C8F8-42C3-BBB7-19AA4A5C38E8}" type="parTrans" cxnId="{D9977DC8-F34A-48C7-8D20-2F91A5C2B6E2}">
      <dgm:prSet/>
      <dgm:spPr/>
      <dgm:t>
        <a:bodyPr/>
        <a:lstStyle/>
        <a:p>
          <a:endParaRPr lang="en-US"/>
        </a:p>
      </dgm:t>
    </dgm:pt>
    <dgm:pt modelId="{F8E152C4-8C7C-47D6-884A-52469086AA94}" type="sibTrans" cxnId="{D9977DC8-F34A-48C7-8D20-2F91A5C2B6E2}">
      <dgm:prSet/>
      <dgm:spPr/>
      <dgm:t>
        <a:bodyPr/>
        <a:lstStyle/>
        <a:p>
          <a:endParaRPr lang="en-US"/>
        </a:p>
      </dgm:t>
    </dgm:pt>
    <dgm:pt modelId="{3A9D1D17-E645-4054-9D3C-C9856C9C4F56}">
      <dgm:prSet phldrT="[Text]" custT="1">
        <dgm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sz="1200" noProof="0" dirty="0"/>
            <a:t>OpenGL</a:t>
          </a:r>
        </a:p>
      </dgm:t>
    </dgm:pt>
    <dgm:pt modelId="{9A9ECE1B-AFCB-4B86-B0EE-59D56452834C}" type="parTrans" cxnId="{4A06F281-92B9-4759-BCCD-300F7A10EEE8}">
      <dgm:prSet/>
      <dgm:spPr/>
      <dgm:t>
        <a:bodyPr/>
        <a:lstStyle/>
        <a:p>
          <a:endParaRPr lang="en-US"/>
        </a:p>
      </dgm:t>
    </dgm:pt>
    <dgm:pt modelId="{F1532650-4BAC-4B28-874A-8C66D07D29E3}" type="sibTrans" cxnId="{4A06F281-92B9-4759-BCCD-300F7A10EEE8}">
      <dgm:prSet/>
      <dgm:spPr/>
      <dgm:t>
        <a:bodyPr/>
        <a:lstStyle/>
        <a:p>
          <a:endParaRPr lang="en-US"/>
        </a:p>
      </dgm:t>
    </dgm:pt>
    <dgm:pt modelId="{6A86D7A5-4BE9-49D9-8F35-01FA5FD177AB}">
      <dgm:prSet phldrT="[Text]" custT="1">
        <dgm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sz="1200" noProof="0" dirty="0"/>
            <a:t>Vulkan</a:t>
          </a:r>
        </a:p>
      </dgm:t>
    </dgm:pt>
    <dgm:pt modelId="{568F4F23-0776-4187-AA4D-54626909EFA9}" type="parTrans" cxnId="{146D2B2C-739B-4955-AE56-11BAE6C5B1E7}">
      <dgm:prSet/>
      <dgm:spPr/>
      <dgm:t>
        <a:bodyPr/>
        <a:lstStyle/>
        <a:p>
          <a:endParaRPr lang="en-US"/>
        </a:p>
      </dgm:t>
    </dgm:pt>
    <dgm:pt modelId="{446732D6-8DD2-437B-9983-8C90A29AFCBE}" type="sibTrans" cxnId="{146D2B2C-739B-4955-AE56-11BAE6C5B1E7}">
      <dgm:prSet/>
      <dgm:spPr/>
      <dgm:t>
        <a:bodyPr/>
        <a:lstStyle/>
        <a:p>
          <a:endParaRPr lang="en-US"/>
        </a:p>
      </dgm:t>
    </dgm:pt>
    <dgm:pt modelId="{317E4EBA-92A0-45E1-9AFF-C1B7ECF4C17D}">
      <dgm:prSet phldrT="[Text]" custT="1">
        <dgm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sz="1200" noProof="0" dirty="0"/>
            <a:t>DirectX3D</a:t>
          </a:r>
        </a:p>
      </dgm:t>
    </dgm:pt>
    <dgm:pt modelId="{A27CB574-BEC9-4665-ABCC-4325B2CC5766}" type="parTrans" cxnId="{08EADCD3-611A-423F-A062-261B42D73499}">
      <dgm:prSet/>
      <dgm:spPr/>
      <dgm:t>
        <a:bodyPr/>
        <a:lstStyle/>
        <a:p>
          <a:endParaRPr lang="en-US"/>
        </a:p>
      </dgm:t>
    </dgm:pt>
    <dgm:pt modelId="{89531A55-4BC8-4C5B-AEB8-4D01C3B24931}" type="sibTrans" cxnId="{08EADCD3-611A-423F-A062-261B42D73499}">
      <dgm:prSet/>
      <dgm:spPr/>
      <dgm:t>
        <a:bodyPr/>
        <a:lstStyle/>
        <a:p>
          <a:endParaRPr lang="en-US"/>
        </a:p>
      </dgm:t>
    </dgm:pt>
    <dgm:pt modelId="{536977EA-67F4-48D3-9A83-8DA4285E1385}">
      <dgm:prSet phldrT="[Text]" custT="1">
        <dgm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sz="1200" noProof="0" dirty="0"/>
            <a:t>Metal</a:t>
          </a:r>
        </a:p>
      </dgm:t>
    </dgm:pt>
    <dgm:pt modelId="{5E861C27-C601-4614-9C05-AA7A9D669A78}" type="parTrans" cxnId="{CA2CDCED-C9BE-4B15-B261-7E7FF1FE9C27}">
      <dgm:prSet/>
      <dgm:spPr/>
      <dgm:t>
        <a:bodyPr/>
        <a:lstStyle/>
        <a:p>
          <a:endParaRPr lang="en-US"/>
        </a:p>
      </dgm:t>
    </dgm:pt>
    <dgm:pt modelId="{2D1E5CAA-D55A-46E9-90F5-B574E3BF982D}" type="sibTrans" cxnId="{CA2CDCED-C9BE-4B15-B261-7E7FF1FE9C27}">
      <dgm:prSet/>
      <dgm:spPr/>
      <dgm:t>
        <a:bodyPr/>
        <a:lstStyle/>
        <a:p>
          <a:endParaRPr lang="en-US"/>
        </a:p>
      </dgm:t>
    </dgm:pt>
    <dgm:pt modelId="{D094B509-3A39-491B-A70E-FF5E057CF61D}">
      <dgm:prSet phldrT="[Text]" custT="1">
        <dgm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sz="1200" noProof="0" dirty="0"/>
            <a:t>Frame Buffer</a:t>
          </a:r>
        </a:p>
      </dgm:t>
    </dgm:pt>
    <dgm:pt modelId="{E321E8C9-D053-4B1B-8BD5-6FEF64D5A2A7}" type="parTrans" cxnId="{938AC5B6-0A6B-4A32-9163-CF93AD0CD4A4}">
      <dgm:prSet/>
      <dgm:spPr/>
      <dgm:t>
        <a:bodyPr/>
        <a:lstStyle/>
        <a:p>
          <a:endParaRPr lang="en-US"/>
        </a:p>
      </dgm:t>
    </dgm:pt>
    <dgm:pt modelId="{21534744-6CF0-4914-8241-87FCE31AAD60}" type="sibTrans" cxnId="{938AC5B6-0A6B-4A32-9163-CF93AD0CD4A4}">
      <dgm:prSet/>
      <dgm:spPr/>
      <dgm:t>
        <a:bodyPr/>
        <a:lstStyle/>
        <a:p>
          <a:endParaRPr lang="en-US"/>
        </a:p>
      </dgm:t>
    </dgm:pt>
    <dgm:pt modelId="{5EF3EFEB-82DD-4080-91BF-CEBAE8D22389}">
      <dgm:prSet phldrT="[Text]" custT="1">
        <dgm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sz="1200" noProof="0" dirty="0"/>
            <a:t>Static Buffer</a:t>
          </a:r>
        </a:p>
      </dgm:t>
    </dgm:pt>
    <dgm:pt modelId="{0B4B2499-CD86-4BD4-8CF9-76DE9C6E1AAE}" type="parTrans" cxnId="{BF038C64-7F97-4627-BA3D-01244A49F065}">
      <dgm:prSet/>
      <dgm:spPr/>
      <dgm:t>
        <a:bodyPr/>
        <a:lstStyle/>
        <a:p>
          <a:endParaRPr lang="en-US"/>
        </a:p>
      </dgm:t>
    </dgm:pt>
    <dgm:pt modelId="{DFBD559B-35C8-4B8A-8281-D9A2D29A86F3}" type="sibTrans" cxnId="{BF038C64-7F97-4627-BA3D-01244A49F065}">
      <dgm:prSet/>
      <dgm:spPr/>
      <dgm:t>
        <a:bodyPr/>
        <a:lstStyle/>
        <a:p>
          <a:endParaRPr lang="en-US"/>
        </a:p>
      </dgm:t>
    </dgm:pt>
    <dgm:pt modelId="{ED23CE37-1700-44A8-94FB-A540D8A39D68}">
      <dgm:prSet phldrT="[Text]" custT="1">
        <dgm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sz="1200" noProof="0" dirty="0"/>
            <a:t>Coordinates</a:t>
          </a:r>
        </a:p>
      </dgm:t>
    </dgm:pt>
    <dgm:pt modelId="{08BE7509-F892-4C17-8621-8267A1DEC570}" type="parTrans" cxnId="{621CCE24-9C59-4C2F-8388-6AB58577B1E2}">
      <dgm:prSet/>
      <dgm:spPr/>
      <dgm:t>
        <a:bodyPr/>
        <a:lstStyle/>
        <a:p>
          <a:endParaRPr lang="en-US"/>
        </a:p>
      </dgm:t>
    </dgm:pt>
    <dgm:pt modelId="{70E9A8CA-56FB-4BEF-9841-CD5EA0B114A1}" type="sibTrans" cxnId="{621CCE24-9C59-4C2F-8388-6AB58577B1E2}">
      <dgm:prSet/>
      <dgm:spPr/>
      <dgm:t>
        <a:bodyPr/>
        <a:lstStyle/>
        <a:p>
          <a:endParaRPr lang="en-US"/>
        </a:p>
      </dgm:t>
    </dgm:pt>
    <dgm:pt modelId="{3DD9FA8C-D9E1-4106-8CCA-2B67F863677F}">
      <dgm:prSet phldrT="[Text]" custT="1">
        <dgm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sz="1200" noProof="0"/>
            <a:t>Camera</a:t>
          </a:r>
          <a:endParaRPr lang="en-US" sz="1200" noProof="0" dirty="0"/>
        </a:p>
      </dgm:t>
    </dgm:pt>
    <dgm:pt modelId="{F83CD920-5E8F-49F5-BEE5-629CF6EEDF80}" type="parTrans" cxnId="{F49AE466-3B51-4159-8304-C25125E31892}">
      <dgm:prSet/>
      <dgm:spPr/>
      <dgm:t>
        <a:bodyPr/>
        <a:lstStyle/>
        <a:p>
          <a:endParaRPr lang="en-US"/>
        </a:p>
      </dgm:t>
    </dgm:pt>
    <dgm:pt modelId="{D67DD87E-7966-4A9C-BB85-3369838CFFB7}" type="sibTrans" cxnId="{F49AE466-3B51-4159-8304-C25125E31892}">
      <dgm:prSet/>
      <dgm:spPr/>
      <dgm:t>
        <a:bodyPr/>
        <a:lstStyle/>
        <a:p>
          <a:endParaRPr lang="en-US"/>
        </a:p>
      </dgm:t>
    </dgm:pt>
    <dgm:pt modelId="{68C39656-059F-4062-B63D-C1C3EB56AC70}">
      <dgm:prSet phldrT="[Text]" custT="1">
        <dgm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sz="1200" noProof="0" dirty="0"/>
            <a:t>Lights</a:t>
          </a:r>
        </a:p>
      </dgm:t>
    </dgm:pt>
    <dgm:pt modelId="{C9D600AE-DC34-4D76-AF84-5D6F4BA324FF}" type="parTrans" cxnId="{DD7796F2-9370-47EC-A7EA-1D7D08565182}">
      <dgm:prSet/>
      <dgm:spPr/>
      <dgm:t>
        <a:bodyPr/>
        <a:lstStyle/>
        <a:p>
          <a:endParaRPr lang="en-US"/>
        </a:p>
      </dgm:t>
    </dgm:pt>
    <dgm:pt modelId="{7CA01608-0E4E-4A26-9485-1224CED8E5C8}" type="sibTrans" cxnId="{DD7796F2-9370-47EC-A7EA-1D7D08565182}">
      <dgm:prSet/>
      <dgm:spPr/>
      <dgm:t>
        <a:bodyPr/>
        <a:lstStyle/>
        <a:p>
          <a:endParaRPr lang="en-US"/>
        </a:p>
      </dgm:t>
    </dgm:pt>
    <dgm:pt modelId="{B48D1448-92F0-4D7A-BAB7-3FCC1C0F09FF}">
      <dgm:prSet phldrT="[Text]" custT="1">
        <dgm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sz="1200" noProof="0" dirty="0"/>
            <a:t>Assets</a:t>
          </a:r>
        </a:p>
      </dgm:t>
    </dgm:pt>
    <dgm:pt modelId="{4DE5B4CC-E922-44CF-B51A-078D36AEE573}" type="parTrans" cxnId="{A5786E01-E5D0-4021-A007-2B29117286AF}">
      <dgm:prSet/>
      <dgm:spPr/>
      <dgm:t>
        <a:bodyPr/>
        <a:lstStyle/>
        <a:p>
          <a:endParaRPr lang="en-US"/>
        </a:p>
      </dgm:t>
    </dgm:pt>
    <dgm:pt modelId="{5828627E-4B1A-44AE-A8BB-15D103136C44}" type="sibTrans" cxnId="{A5786E01-E5D0-4021-A007-2B29117286AF}">
      <dgm:prSet/>
      <dgm:spPr/>
      <dgm:t>
        <a:bodyPr/>
        <a:lstStyle/>
        <a:p>
          <a:endParaRPr lang="en-US"/>
        </a:p>
      </dgm:t>
    </dgm:pt>
    <dgm:pt modelId="{339C0822-2CDB-423E-9BB7-053343C7305F}">
      <dgm:prSet phldrT="[Text]" custT="1">
        <dgm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sz="1200" noProof="0"/>
            <a:t>Program</a:t>
          </a:r>
          <a:endParaRPr lang="en-US" sz="1200" noProof="0" dirty="0"/>
        </a:p>
      </dgm:t>
    </dgm:pt>
    <dgm:pt modelId="{33BFD9B0-31E0-4BE8-AA61-CA17FD2E9723}" type="parTrans" cxnId="{CF4697D3-FD23-4503-9E94-C0DDD769A58D}">
      <dgm:prSet/>
      <dgm:spPr/>
      <dgm:t>
        <a:bodyPr/>
        <a:lstStyle/>
        <a:p>
          <a:endParaRPr lang="en-US"/>
        </a:p>
      </dgm:t>
    </dgm:pt>
    <dgm:pt modelId="{229B32FD-CEE7-413F-AC8D-D50020DDC530}" type="sibTrans" cxnId="{CF4697D3-FD23-4503-9E94-C0DDD769A58D}">
      <dgm:prSet/>
      <dgm:spPr/>
      <dgm:t>
        <a:bodyPr/>
        <a:lstStyle/>
        <a:p>
          <a:endParaRPr lang="en-US"/>
        </a:p>
      </dgm:t>
    </dgm:pt>
    <dgm:pt modelId="{E34B73CA-D652-44EF-B46C-F1E5BBC93854}">
      <dgm:prSet phldrT="[Text]" custT="1">
        <dgm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dgm:style>
      </dgm:prSet>
      <dgm:spPr/>
      <dgm:t>
        <a:bodyPr/>
        <a:lstStyle/>
        <a:p>
          <a:pPr algn="ctr"/>
          <a:r>
            <a:rPr lang="en-US" sz="1200" b="0" noProof="0" dirty="0"/>
            <a:t>Device State Control</a:t>
          </a:r>
        </a:p>
      </dgm:t>
    </dgm:pt>
    <dgm:pt modelId="{76AAC7CA-800A-476E-955F-5DCA362E4424}" type="parTrans" cxnId="{28BCC620-7FDA-49F2-A504-2A24D19A1A69}">
      <dgm:prSet/>
      <dgm:spPr/>
      <dgm:t>
        <a:bodyPr/>
        <a:lstStyle/>
        <a:p>
          <a:endParaRPr lang="en-US"/>
        </a:p>
      </dgm:t>
    </dgm:pt>
    <dgm:pt modelId="{459FB672-197A-4A2A-8CA2-B43157D3158D}" type="sibTrans" cxnId="{28BCC620-7FDA-49F2-A504-2A24D19A1A69}">
      <dgm:prSet/>
      <dgm:spPr/>
      <dgm:t>
        <a:bodyPr/>
        <a:lstStyle/>
        <a:p>
          <a:endParaRPr lang="en-US"/>
        </a:p>
      </dgm:t>
    </dgm:pt>
    <dgm:pt modelId="{B1C7C17F-A4E3-4763-B39C-985AB2A51629}">
      <dgm:prSet phldrT="[Text]" custT="1">
        <dgm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dgm:style>
      </dgm:prSet>
      <dgm:spPr/>
      <dgm:t>
        <a:bodyPr/>
        <a:lstStyle/>
        <a:p>
          <a:pPr algn="ctr"/>
          <a:r>
            <a:rPr lang="en-US" sz="1200" b="0" noProof="0"/>
            <a:t>Resource State Control</a:t>
          </a:r>
          <a:endParaRPr lang="en-US" sz="1200" b="0" noProof="0" dirty="0"/>
        </a:p>
      </dgm:t>
    </dgm:pt>
    <dgm:pt modelId="{379576B6-59AD-416F-BA50-EBB22A5BB931}" type="parTrans" cxnId="{F00E7CA5-399C-431D-B6B1-8ADFAB620D33}">
      <dgm:prSet/>
      <dgm:spPr/>
      <dgm:t>
        <a:bodyPr/>
        <a:lstStyle/>
        <a:p>
          <a:endParaRPr lang="en-US"/>
        </a:p>
      </dgm:t>
    </dgm:pt>
    <dgm:pt modelId="{43DD2CCB-5F83-40B0-84D5-9018DF79E3EC}" type="sibTrans" cxnId="{F00E7CA5-399C-431D-B6B1-8ADFAB620D33}">
      <dgm:prSet/>
      <dgm:spPr/>
      <dgm:t>
        <a:bodyPr/>
        <a:lstStyle/>
        <a:p>
          <a:endParaRPr lang="en-US"/>
        </a:p>
      </dgm:t>
    </dgm:pt>
    <dgm:pt modelId="{72145F33-B37F-467D-92F0-A293F2DD8849}">
      <dgm:prSet phldrT="[Text]" custT="1">
        <dgm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dgm:style>
      </dgm:prSet>
      <dgm:spPr/>
      <dgm:t>
        <a:bodyPr/>
        <a:lstStyle/>
        <a:p>
          <a:pPr algn="ctr"/>
          <a:r>
            <a:rPr lang="en-US" sz="1200" b="0" noProof="0" dirty="0"/>
            <a:t>Render Commands</a:t>
          </a:r>
        </a:p>
      </dgm:t>
    </dgm:pt>
    <dgm:pt modelId="{21346E3E-A1DC-4E71-8D4E-C4258123306D}" type="parTrans" cxnId="{8CA96D3D-1CF1-4821-9741-82E4C607B223}">
      <dgm:prSet/>
      <dgm:spPr/>
      <dgm:t>
        <a:bodyPr/>
        <a:lstStyle/>
        <a:p>
          <a:endParaRPr lang="en-US"/>
        </a:p>
      </dgm:t>
    </dgm:pt>
    <dgm:pt modelId="{C3473056-3087-43CC-835A-DC4AFD12E44E}" type="sibTrans" cxnId="{8CA96D3D-1CF1-4821-9741-82E4C607B223}">
      <dgm:prSet/>
      <dgm:spPr/>
      <dgm:t>
        <a:bodyPr/>
        <a:lstStyle/>
        <a:p>
          <a:endParaRPr lang="en-US"/>
        </a:p>
      </dgm:t>
    </dgm:pt>
    <dgm:pt modelId="{4CAEA3CA-4A9A-4D4B-9B21-2647A7A0F859}">
      <dgm:prSet phldrT="[Text]" custT="1">
        <dgm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sz="1100" noProof="0" dirty="0"/>
            <a:t>Dynamic Buffer</a:t>
          </a:r>
        </a:p>
      </dgm:t>
    </dgm:pt>
    <dgm:pt modelId="{D89BDE9E-5DB6-466B-AB83-0D6814DFBF6E}" type="parTrans" cxnId="{A0262681-0582-4F3B-83DF-CFCF0EDDAFC8}">
      <dgm:prSet/>
      <dgm:spPr/>
      <dgm:t>
        <a:bodyPr/>
        <a:lstStyle/>
        <a:p>
          <a:endParaRPr lang="en-US"/>
        </a:p>
      </dgm:t>
    </dgm:pt>
    <dgm:pt modelId="{F1B18DEA-12F4-41B1-9389-87F82557B910}" type="sibTrans" cxnId="{A0262681-0582-4F3B-83DF-CFCF0EDDAFC8}">
      <dgm:prSet/>
      <dgm:spPr/>
      <dgm:t>
        <a:bodyPr/>
        <a:lstStyle/>
        <a:p>
          <a:endParaRPr lang="en-US"/>
        </a:p>
      </dgm:t>
    </dgm:pt>
    <dgm:pt modelId="{4D9C16A4-013F-497A-A053-DA5823A13551}">
      <dgm:prSet phldrT="[Text]" custT="1">
        <dgm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sz="1200" noProof="0" dirty="0"/>
            <a:t>Resource Manager</a:t>
          </a:r>
        </a:p>
      </dgm:t>
    </dgm:pt>
    <dgm:pt modelId="{F057F7BA-D418-4FF8-9431-E47670E04F6A}" type="parTrans" cxnId="{560E65EB-F6CA-4A41-887C-56FF5683FD0A}">
      <dgm:prSet/>
      <dgm:spPr/>
      <dgm:t>
        <a:bodyPr/>
        <a:lstStyle/>
        <a:p>
          <a:endParaRPr lang="en-US"/>
        </a:p>
      </dgm:t>
    </dgm:pt>
    <dgm:pt modelId="{EC2A3BDC-6EBC-42E6-B129-50B647B4BB03}" type="sibTrans" cxnId="{560E65EB-F6CA-4A41-887C-56FF5683FD0A}">
      <dgm:prSet/>
      <dgm:spPr/>
      <dgm:t>
        <a:bodyPr/>
        <a:lstStyle/>
        <a:p>
          <a:endParaRPr lang="en-US"/>
        </a:p>
      </dgm:t>
    </dgm:pt>
    <dgm:pt modelId="{615E58AB-5723-4B57-A5AD-DFF7FD34CE6A}">
      <dgm:prSet phldrT="[Text]" custT="1">
        <dgm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sz="1200" noProof="0" dirty="0"/>
            <a:t>Descriptor Library</a:t>
          </a:r>
        </a:p>
      </dgm:t>
    </dgm:pt>
    <dgm:pt modelId="{952EFBDA-14CE-43EF-98BE-C3AC3A152615}" type="parTrans" cxnId="{D9A9E41E-88B6-470C-ABB9-BB866359449B}">
      <dgm:prSet/>
      <dgm:spPr/>
      <dgm:t>
        <a:bodyPr/>
        <a:lstStyle/>
        <a:p>
          <a:endParaRPr lang="en-US"/>
        </a:p>
      </dgm:t>
    </dgm:pt>
    <dgm:pt modelId="{9B7C225D-2406-4439-AC44-6F3C01AEEF02}" type="sibTrans" cxnId="{D9A9E41E-88B6-470C-ABB9-BB866359449B}">
      <dgm:prSet/>
      <dgm:spPr/>
      <dgm:t>
        <a:bodyPr/>
        <a:lstStyle/>
        <a:p>
          <a:endParaRPr lang="en-US"/>
        </a:p>
      </dgm:t>
    </dgm:pt>
    <dgm:pt modelId="{978A3A40-BB49-483E-B9F5-1F59037F71FE}">
      <dgm:prSet phldrT="[Text]" custT="1">
        <dgm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sz="1200" noProof="0" dirty="0"/>
            <a:t>Buffer Spec</a:t>
          </a:r>
        </a:p>
      </dgm:t>
    </dgm:pt>
    <dgm:pt modelId="{60879353-C55F-4F1F-A588-E728DBE53EED}" type="parTrans" cxnId="{54286E2A-923C-484D-B321-85C46BA5363E}">
      <dgm:prSet/>
      <dgm:spPr/>
      <dgm:t>
        <a:bodyPr/>
        <a:lstStyle/>
        <a:p>
          <a:endParaRPr lang="en-US"/>
        </a:p>
      </dgm:t>
    </dgm:pt>
    <dgm:pt modelId="{CA173568-036C-49B6-9E80-F946FBACCFEF}" type="sibTrans" cxnId="{54286E2A-923C-484D-B321-85C46BA5363E}">
      <dgm:prSet/>
      <dgm:spPr/>
      <dgm:t>
        <a:bodyPr/>
        <a:lstStyle/>
        <a:p>
          <a:endParaRPr lang="en-US"/>
        </a:p>
      </dgm:t>
    </dgm:pt>
    <dgm:pt modelId="{D4DAA6DA-BDDF-4B7E-8B78-42D5DF783BE8}">
      <dgm:prSet phldrT="[Text]" custT="1">
        <dgm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sz="1200" noProof="0"/>
            <a:t>Texture Spec</a:t>
          </a:r>
          <a:endParaRPr lang="en-US" sz="1200" noProof="0" dirty="0"/>
        </a:p>
      </dgm:t>
    </dgm:pt>
    <dgm:pt modelId="{84AFFA12-762E-4A2E-AE9F-794E0A281D2C}" type="parTrans" cxnId="{DEEEB098-5AEF-4916-8A1F-B285B59FDB4E}">
      <dgm:prSet/>
      <dgm:spPr/>
      <dgm:t>
        <a:bodyPr/>
        <a:lstStyle/>
        <a:p>
          <a:endParaRPr lang="en-US"/>
        </a:p>
      </dgm:t>
    </dgm:pt>
    <dgm:pt modelId="{425E13C0-4B3B-42DD-982E-2D390D21D365}" type="sibTrans" cxnId="{DEEEB098-5AEF-4916-8A1F-B285B59FDB4E}">
      <dgm:prSet/>
      <dgm:spPr/>
      <dgm:t>
        <a:bodyPr/>
        <a:lstStyle/>
        <a:p>
          <a:endParaRPr lang="en-US"/>
        </a:p>
      </dgm:t>
    </dgm:pt>
    <dgm:pt modelId="{6F802E84-79E8-4202-980E-D0B43D1A60F3}">
      <dgm:prSet phldrT="[Text]" custT="1">
        <dgm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sz="1200" noProof="0"/>
            <a:t>Shading Model</a:t>
          </a:r>
          <a:endParaRPr lang="en-US" sz="1200" noProof="0" dirty="0"/>
        </a:p>
      </dgm:t>
    </dgm:pt>
    <dgm:pt modelId="{1EA4AC86-CFEC-4A87-A216-1FE7AA3C61B2}" type="parTrans" cxnId="{B50C16F4-0A3A-442C-8099-F494765F5A19}">
      <dgm:prSet/>
      <dgm:spPr/>
      <dgm:t>
        <a:bodyPr/>
        <a:lstStyle/>
        <a:p>
          <a:endParaRPr lang="en-US"/>
        </a:p>
      </dgm:t>
    </dgm:pt>
    <dgm:pt modelId="{A2CABE9D-608D-4D4D-8CFE-E1F8B05516E4}" type="sibTrans" cxnId="{B50C16F4-0A3A-442C-8099-F494765F5A19}">
      <dgm:prSet/>
      <dgm:spPr/>
      <dgm:t>
        <a:bodyPr/>
        <a:lstStyle/>
        <a:p>
          <a:endParaRPr lang="en-US"/>
        </a:p>
      </dgm:t>
    </dgm:pt>
    <dgm:pt modelId="{DB4BBC04-D462-4D69-85F2-3D022232376D}">
      <dgm:prSet phldrT="[Text]" custT="1">
        <dgm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sz="1200" noProof="0" dirty="0"/>
            <a:t>Geometry Renderer</a:t>
          </a:r>
        </a:p>
      </dgm:t>
    </dgm:pt>
    <dgm:pt modelId="{EB143FCE-CCC4-4E43-93B4-A5F19B04B951}" type="parTrans" cxnId="{56A06BBC-48FD-4DC5-9BD2-C424A0BDC4A4}">
      <dgm:prSet/>
      <dgm:spPr/>
      <dgm:t>
        <a:bodyPr/>
        <a:lstStyle/>
        <a:p>
          <a:endParaRPr lang="en-US"/>
        </a:p>
      </dgm:t>
    </dgm:pt>
    <dgm:pt modelId="{EBB1D3E4-805D-4065-AAEC-748B6C5A3CC5}" type="sibTrans" cxnId="{56A06BBC-48FD-4DC5-9BD2-C424A0BDC4A4}">
      <dgm:prSet/>
      <dgm:spPr/>
      <dgm:t>
        <a:bodyPr/>
        <a:lstStyle/>
        <a:p>
          <a:endParaRPr lang="en-US"/>
        </a:p>
      </dgm:t>
    </dgm:pt>
    <dgm:pt modelId="{A724DE8E-F01D-4B7D-B9A1-D451BEFEBD55}">
      <dgm:prSet phldrT="[Text]" custT="1">
        <dgm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sz="1200" noProof="0" dirty="0"/>
            <a:t>UpStream</a:t>
          </a:r>
        </a:p>
      </dgm:t>
    </dgm:pt>
    <dgm:pt modelId="{92D9483B-71FD-455D-9363-5CAC8F1699A3}" type="parTrans" cxnId="{287ABCDC-D8E6-4179-A9C9-5F46D61C04CD}">
      <dgm:prSet/>
      <dgm:spPr/>
      <dgm:t>
        <a:bodyPr/>
        <a:lstStyle/>
        <a:p>
          <a:endParaRPr lang="en-US"/>
        </a:p>
      </dgm:t>
    </dgm:pt>
    <dgm:pt modelId="{634F3558-2C92-4C05-9446-A90DEC9DA1A0}" type="sibTrans" cxnId="{287ABCDC-D8E6-4179-A9C9-5F46D61C04CD}">
      <dgm:prSet/>
      <dgm:spPr/>
      <dgm:t>
        <a:bodyPr/>
        <a:lstStyle/>
        <a:p>
          <a:endParaRPr lang="en-US"/>
        </a:p>
      </dgm:t>
    </dgm:pt>
    <dgm:pt modelId="{93F25DE7-1215-4D9B-8A8D-9145A41F521D}">
      <dgm:prSet phldrT="[Text]" custT="1">
        <dgm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sz="1200" noProof="0" dirty="0"/>
            <a:t>Frame Buffer Spec</a:t>
          </a:r>
        </a:p>
      </dgm:t>
    </dgm:pt>
    <dgm:pt modelId="{66881C65-C758-4761-B7A9-B206E4786EC0}" type="parTrans" cxnId="{B098566A-DD0C-4E45-9B76-C0821C03FB96}">
      <dgm:prSet/>
      <dgm:spPr/>
      <dgm:t>
        <a:bodyPr/>
        <a:lstStyle/>
        <a:p>
          <a:endParaRPr lang="en-US"/>
        </a:p>
      </dgm:t>
    </dgm:pt>
    <dgm:pt modelId="{B19073FC-2E20-4102-9A93-C007F413720A}" type="sibTrans" cxnId="{B098566A-DD0C-4E45-9B76-C0821C03FB96}">
      <dgm:prSet/>
      <dgm:spPr/>
      <dgm:t>
        <a:bodyPr/>
        <a:lstStyle/>
        <a:p>
          <a:endParaRPr lang="en-US"/>
        </a:p>
      </dgm:t>
    </dgm:pt>
    <dgm:pt modelId="{99E04747-3FDF-4CC8-A4F4-0F9D9CF189E4}">
      <dgm:prSet phldrT="[Text]" custT="1">
        <dgm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sz="1200" noProof="0"/>
            <a:t>Vertex Array</a:t>
          </a:r>
          <a:endParaRPr lang="en-US" sz="1200" noProof="0" dirty="0"/>
        </a:p>
      </dgm:t>
    </dgm:pt>
    <dgm:pt modelId="{41711039-8AE4-4F05-A408-1FF017012747}" type="parTrans" cxnId="{E3BBAB93-81F9-4CE2-BD1F-C93DDCA95CC3}">
      <dgm:prSet/>
      <dgm:spPr/>
      <dgm:t>
        <a:bodyPr/>
        <a:lstStyle/>
        <a:p>
          <a:endParaRPr lang="en-US"/>
        </a:p>
      </dgm:t>
    </dgm:pt>
    <dgm:pt modelId="{5FA57CE0-AC20-4DC5-888F-1CA5E82B2797}" type="sibTrans" cxnId="{E3BBAB93-81F9-4CE2-BD1F-C93DDCA95CC3}">
      <dgm:prSet/>
      <dgm:spPr/>
      <dgm:t>
        <a:bodyPr/>
        <a:lstStyle/>
        <a:p>
          <a:endParaRPr lang="en-US"/>
        </a:p>
      </dgm:t>
    </dgm:pt>
    <dgm:pt modelId="{0A2B100A-873D-4378-B06C-7D278D8A2DC0}" type="pres">
      <dgm:prSet presAssocID="{492A7F8C-4384-4FED-90C3-C50AD51CD4D0}" presName="Name0" presStyleCnt="0">
        <dgm:presLayoutVars>
          <dgm:dir/>
          <dgm:animLvl val="lvl"/>
          <dgm:resizeHandles val="exact"/>
        </dgm:presLayoutVars>
      </dgm:prSet>
      <dgm:spPr/>
    </dgm:pt>
    <dgm:pt modelId="{B6CBF893-1455-4C12-8976-948FAD51EFB8}" type="pres">
      <dgm:prSet presAssocID="{42BCD4A9-A9CF-4288-8C26-147300DFC46C}" presName="boxAndChildren" presStyleCnt="0"/>
      <dgm:spPr/>
    </dgm:pt>
    <dgm:pt modelId="{A42A819C-0492-415D-93BA-8DABF228CA62}" type="pres">
      <dgm:prSet presAssocID="{42BCD4A9-A9CF-4288-8C26-147300DFC46C}" presName="parentTextBox" presStyleLbl="node1" presStyleIdx="0" presStyleCnt="8"/>
      <dgm:spPr/>
    </dgm:pt>
    <dgm:pt modelId="{9BEA8613-8D23-41D8-9B98-0EE982021788}" type="pres">
      <dgm:prSet presAssocID="{42BCD4A9-A9CF-4288-8C26-147300DFC46C}" presName="entireBox" presStyleLbl="node1" presStyleIdx="0" presStyleCnt="8"/>
      <dgm:spPr/>
    </dgm:pt>
    <dgm:pt modelId="{670768F3-D47D-422D-982C-C4FC40061F97}" type="pres">
      <dgm:prSet presAssocID="{42BCD4A9-A9CF-4288-8C26-147300DFC46C}" presName="descendantBox" presStyleCnt="0"/>
      <dgm:spPr/>
    </dgm:pt>
    <dgm:pt modelId="{4C7134A9-CFC0-42BE-BBE6-8013607503CF}" type="pres">
      <dgm:prSet presAssocID="{3A9D1D17-E645-4054-9D3C-C9856C9C4F56}" presName="childTextBox" presStyleLbl="fgAccFollowNode1" presStyleIdx="0" presStyleCnt="41">
        <dgm:presLayoutVars>
          <dgm:bulletEnabled val="1"/>
        </dgm:presLayoutVars>
      </dgm:prSet>
      <dgm:spPr/>
    </dgm:pt>
    <dgm:pt modelId="{520FB264-D8DB-4B38-B376-5705D5C983B6}" type="pres">
      <dgm:prSet presAssocID="{6A86D7A5-4BE9-49D9-8F35-01FA5FD177AB}" presName="childTextBox" presStyleLbl="fgAccFollowNode1" presStyleIdx="1" presStyleCnt="41">
        <dgm:presLayoutVars>
          <dgm:bulletEnabled val="1"/>
        </dgm:presLayoutVars>
      </dgm:prSet>
      <dgm:spPr/>
    </dgm:pt>
    <dgm:pt modelId="{C5159B75-F703-45A6-B07A-9C0B1993D0A2}" type="pres">
      <dgm:prSet presAssocID="{317E4EBA-92A0-45E1-9AFF-C1B7ECF4C17D}" presName="childTextBox" presStyleLbl="fgAccFollowNode1" presStyleIdx="2" presStyleCnt="41">
        <dgm:presLayoutVars>
          <dgm:bulletEnabled val="1"/>
        </dgm:presLayoutVars>
      </dgm:prSet>
      <dgm:spPr/>
    </dgm:pt>
    <dgm:pt modelId="{1EAF5CAF-32BE-4077-B3C4-D8B521020B21}" type="pres">
      <dgm:prSet presAssocID="{536977EA-67F4-48D3-9A83-8DA4285E1385}" presName="childTextBox" presStyleLbl="fgAccFollowNode1" presStyleIdx="3" presStyleCnt="41">
        <dgm:presLayoutVars>
          <dgm:bulletEnabled val="1"/>
        </dgm:presLayoutVars>
      </dgm:prSet>
      <dgm:spPr/>
    </dgm:pt>
    <dgm:pt modelId="{4F51C2B6-C1A6-47C4-B565-5F8B72D7AD5F}" type="pres">
      <dgm:prSet presAssocID="{C810953B-BB37-4D99-95A3-2A0E2B593AD3}" presName="sp" presStyleCnt="0"/>
      <dgm:spPr/>
    </dgm:pt>
    <dgm:pt modelId="{B490842A-F1B0-46F8-9AEB-309D9BCE7375}" type="pres">
      <dgm:prSet presAssocID="{432AFB55-08FE-4212-9DC7-D14ED2A025FB}" presName="arrowAndChildren" presStyleCnt="0"/>
      <dgm:spPr/>
    </dgm:pt>
    <dgm:pt modelId="{F44D84BB-4D82-4D22-AB84-931EDDB52237}" type="pres">
      <dgm:prSet presAssocID="{432AFB55-08FE-4212-9DC7-D14ED2A025FB}" presName="parentTextArrow" presStyleLbl="node1" presStyleIdx="0" presStyleCnt="8"/>
      <dgm:spPr/>
    </dgm:pt>
    <dgm:pt modelId="{1ADEB702-401C-4386-90EE-7702485DB93F}" type="pres">
      <dgm:prSet presAssocID="{432AFB55-08FE-4212-9DC7-D14ED2A025FB}" presName="arrow" presStyleLbl="node1" presStyleIdx="1" presStyleCnt="8"/>
      <dgm:spPr/>
    </dgm:pt>
    <dgm:pt modelId="{047E7AED-68AF-4F90-AADA-A8EAB5AD7347}" type="pres">
      <dgm:prSet presAssocID="{432AFB55-08FE-4212-9DC7-D14ED2A025FB}" presName="descendantArrow" presStyleCnt="0"/>
      <dgm:spPr/>
    </dgm:pt>
    <dgm:pt modelId="{C2CDED37-9DF3-42C4-8DC1-74C1BDD970F9}" type="pres">
      <dgm:prSet presAssocID="{06CC86FE-A12F-4402-93CA-A5C169967C38}" presName="childTextArrow" presStyleLbl="fgAccFollowNode1" presStyleIdx="4" presStyleCnt="41">
        <dgm:presLayoutVars>
          <dgm:bulletEnabled val="1"/>
        </dgm:presLayoutVars>
      </dgm:prSet>
      <dgm:spPr/>
    </dgm:pt>
    <dgm:pt modelId="{2528012E-0E4A-465E-8142-992517B5BAF6}" type="pres">
      <dgm:prSet presAssocID="{CCEDEFB1-11C4-4BE9-B4BD-EBA172C6495F}" presName="childTextArrow" presStyleLbl="fgAccFollowNode1" presStyleIdx="5" presStyleCnt="41">
        <dgm:presLayoutVars>
          <dgm:bulletEnabled val="1"/>
        </dgm:presLayoutVars>
      </dgm:prSet>
      <dgm:spPr/>
    </dgm:pt>
    <dgm:pt modelId="{E6C8ED0A-87EE-4F77-8769-2AEBFF4FAC27}" type="pres">
      <dgm:prSet presAssocID="{D4DAA6DA-BDDF-4B7E-8B78-42D5DF783BE8}" presName="childTextArrow" presStyleLbl="fgAccFollowNode1" presStyleIdx="6" presStyleCnt="41">
        <dgm:presLayoutVars>
          <dgm:bulletEnabled val="1"/>
        </dgm:presLayoutVars>
      </dgm:prSet>
      <dgm:spPr/>
    </dgm:pt>
    <dgm:pt modelId="{91ACEBA4-CA3B-4797-9CBA-E327C7C0DA5E}" type="pres">
      <dgm:prSet presAssocID="{978A3A40-BB49-483E-B9F5-1F59037F71FE}" presName="childTextArrow" presStyleLbl="fgAccFollowNode1" presStyleIdx="7" presStyleCnt="41">
        <dgm:presLayoutVars>
          <dgm:bulletEnabled val="1"/>
        </dgm:presLayoutVars>
      </dgm:prSet>
      <dgm:spPr/>
    </dgm:pt>
    <dgm:pt modelId="{E683D2D8-90F6-4B14-9B28-E562704B6548}" type="pres">
      <dgm:prSet presAssocID="{93F25DE7-1215-4D9B-8A8D-9145A41F521D}" presName="childTextArrow" presStyleLbl="fgAccFollowNode1" presStyleIdx="8" presStyleCnt="41">
        <dgm:presLayoutVars>
          <dgm:bulletEnabled val="1"/>
        </dgm:presLayoutVars>
      </dgm:prSet>
      <dgm:spPr/>
    </dgm:pt>
    <dgm:pt modelId="{D76D0FC9-C91D-47CE-B4A9-AB7186C6A16D}" type="pres">
      <dgm:prSet presAssocID="{D2A17FD3-8A80-409A-A9D9-FFD436402573}" presName="childTextArrow" presStyleLbl="fgAccFollowNode1" presStyleIdx="9" presStyleCnt="41">
        <dgm:presLayoutVars>
          <dgm:bulletEnabled val="1"/>
        </dgm:presLayoutVars>
      </dgm:prSet>
      <dgm:spPr/>
    </dgm:pt>
    <dgm:pt modelId="{6750370E-625F-4CBE-AA52-1F7D8DBFDE3D}" type="pres">
      <dgm:prSet presAssocID="{615E58AB-5723-4B57-A5AD-DFF7FD34CE6A}" presName="childTextArrow" presStyleLbl="fgAccFollowNode1" presStyleIdx="10" presStyleCnt="41">
        <dgm:presLayoutVars>
          <dgm:bulletEnabled val="1"/>
        </dgm:presLayoutVars>
      </dgm:prSet>
      <dgm:spPr/>
    </dgm:pt>
    <dgm:pt modelId="{DA7568B8-794F-43D8-9339-5CB2AB9878DC}" type="pres">
      <dgm:prSet presAssocID="{EFC46B28-C8E4-4492-89C7-7481CD0F35E9}" presName="sp" presStyleCnt="0"/>
      <dgm:spPr/>
    </dgm:pt>
    <dgm:pt modelId="{1C82E6B6-E336-490B-ADE8-0634C5F59BF2}" type="pres">
      <dgm:prSet presAssocID="{67180261-FA11-4C70-99B6-208D22A34225}" presName="arrowAndChildren" presStyleCnt="0"/>
      <dgm:spPr/>
    </dgm:pt>
    <dgm:pt modelId="{EAC5A75C-3ABE-44A2-8907-E4140A97C1E0}" type="pres">
      <dgm:prSet presAssocID="{67180261-FA11-4C70-99B6-208D22A34225}" presName="parentTextArrow" presStyleLbl="node1" presStyleIdx="1" presStyleCnt="8"/>
      <dgm:spPr/>
    </dgm:pt>
    <dgm:pt modelId="{BD4D7166-D5DB-4159-863B-CEDD4EB41D67}" type="pres">
      <dgm:prSet presAssocID="{67180261-FA11-4C70-99B6-208D22A34225}" presName="arrow" presStyleLbl="node1" presStyleIdx="2" presStyleCnt="8"/>
      <dgm:spPr/>
    </dgm:pt>
    <dgm:pt modelId="{EDA35FC2-369B-408D-A22C-F2BE5814AC6E}" type="pres">
      <dgm:prSet presAssocID="{67180261-FA11-4C70-99B6-208D22A34225}" presName="descendantArrow" presStyleCnt="0"/>
      <dgm:spPr/>
    </dgm:pt>
    <dgm:pt modelId="{7BCF40F3-06E5-4F54-91A1-DD1F46272372}" type="pres">
      <dgm:prSet presAssocID="{3FF4402C-00FA-42C7-86CB-68772B16FF58}" presName="childTextArrow" presStyleLbl="fgAccFollowNode1" presStyleIdx="11" presStyleCnt="41">
        <dgm:presLayoutVars>
          <dgm:bulletEnabled val="1"/>
        </dgm:presLayoutVars>
      </dgm:prSet>
      <dgm:spPr/>
    </dgm:pt>
    <dgm:pt modelId="{0FC18337-179F-46AE-BFF8-59E98E63F8E2}" type="pres">
      <dgm:prSet presAssocID="{339C0822-2CDB-423E-9BB7-053343C7305F}" presName="childTextArrow" presStyleLbl="fgAccFollowNode1" presStyleIdx="12" presStyleCnt="41">
        <dgm:presLayoutVars>
          <dgm:bulletEnabled val="1"/>
        </dgm:presLayoutVars>
      </dgm:prSet>
      <dgm:spPr/>
    </dgm:pt>
    <dgm:pt modelId="{90629DF9-1DB8-4CF2-B803-B9E570A0695D}" type="pres">
      <dgm:prSet presAssocID="{E54710DB-085F-483B-A1A1-F8D6CF1F9C25}" presName="childTextArrow" presStyleLbl="fgAccFollowNode1" presStyleIdx="13" presStyleCnt="41">
        <dgm:presLayoutVars>
          <dgm:bulletEnabled val="1"/>
        </dgm:presLayoutVars>
      </dgm:prSet>
      <dgm:spPr/>
    </dgm:pt>
    <dgm:pt modelId="{5992A6B8-0219-4F5A-8EC2-47F98682A23F}" type="pres">
      <dgm:prSet presAssocID="{3DD0F6E9-16F1-4C3E-A111-9AD649AC69FE}" presName="childTextArrow" presStyleLbl="fgAccFollowNode1" presStyleIdx="14" presStyleCnt="41">
        <dgm:presLayoutVars>
          <dgm:bulletEnabled val="1"/>
        </dgm:presLayoutVars>
      </dgm:prSet>
      <dgm:spPr/>
    </dgm:pt>
    <dgm:pt modelId="{35132EC7-0293-4969-9C16-AABBD27A5697}" type="pres">
      <dgm:prSet presAssocID="{A724DE8E-F01D-4B7D-B9A1-D451BEFEBD55}" presName="childTextArrow" presStyleLbl="fgAccFollowNode1" presStyleIdx="15" presStyleCnt="41">
        <dgm:presLayoutVars>
          <dgm:bulletEnabled val="1"/>
        </dgm:presLayoutVars>
      </dgm:prSet>
      <dgm:spPr/>
    </dgm:pt>
    <dgm:pt modelId="{39776FF9-EEC0-488B-9F7E-12FED8540329}" type="pres">
      <dgm:prSet presAssocID="{5EF3EFEB-82DD-4080-91BF-CEBAE8D22389}" presName="childTextArrow" presStyleLbl="fgAccFollowNode1" presStyleIdx="16" presStyleCnt="41">
        <dgm:presLayoutVars>
          <dgm:bulletEnabled val="1"/>
        </dgm:presLayoutVars>
      </dgm:prSet>
      <dgm:spPr/>
    </dgm:pt>
    <dgm:pt modelId="{603C0190-FE66-40BC-B460-8B2E6B83823E}" type="pres">
      <dgm:prSet presAssocID="{4CAEA3CA-4A9A-4D4B-9B21-2647A7A0F859}" presName="childTextArrow" presStyleLbl="fgAccFollowNode1" presStyleIdx="17" presStyleCnt="41">
        <dgm:presLayoutVars>
          <dgm:bulletEnabled val="1"/>
        </dgm:presLayoutVars>
      </dgm:prSet>
      <dgm:spPr/>
    </dgm:pt>
    <dgm:pt modelId="{AD9B5315-1C9A-4E23-832C-80EF150FC74D}" type="pres">
      <dgm:prSet presAssocID="{99E04747-3FDF-4CC8-A4F4-0F9D9CF189E4}" presName="childTextArrow" presStyleLbl="fgAccFollowNode1" presStyleIdx="18" presStyleCnt="41">
        <dgm:presLayoutVars>
          <dgm:bulletEnabled val="1"/>
        </dgm:presLayoutVars>
      </dgm:prSet>
      <dgm:spPr/>
    </dgm:pt>
    <dgm:pt modelId="{9C4C9C14-02E5-4357-AD2A-88D13092EFC1}" type="pres">
      <dgm:prSet presAssocID="{D094B509-3A39-491B-A70E-FF5E057CF61D}" presName="childTextArrow" presStyleLbl="fgAccFollowNode1" presStyleIdx="19" presStyleCnt="41">
        <dgm:presLayoutVars>
          <dgm:bulletEnabled val="1"/>
        </dgm:presLayoutVars>
      </dgm:prSet>
      <dgm:spPr/>
    </dgm:pt>
    <dgm:pt modelId="{657CDD7F-6D79-4D2A-BB77-EEE71BDB82FD}" type="pres">
      <dgm:prSet presAssocID="{BC1C9FDF-FF4F-4C1B-8990-DC00A0EA6773}" presName="sp" presStyleCnt="0"/>
      <dgm:spPr/>
    </dgm:pt>
    <dgm:pt modelId="{F659EBA3-79D2-4471-81B8-468732250214}" type="pres">
      <dgm:prSet presAssocID="{425CD942-2779-41D0-914F-F640AB7E3C5D}" presName="arrowAndChildren" presStyleCnt="0"/>
      <dgm:spPr/>
    </dgm:pt>
    <dgm:pt modelId="{CC90F8F4-F48D-4DB1-9179-26CCF2BFE1A2}" type="pres">
      <dgm:prSet presAssocID="{425CD942-2779-41D0-914F-F640AB7E3C5D}" presName="parentTextArrow" presStyleLbl="node1" presStyleIdx="2" presStyleCnt="8"/>
      <dgm:spPr/>
    </dgm:pt>
    <dgm:pt modelId="{30C82F42-0C41-4309-A796-6DFF0C328086}" type="pres">
      <dgm:prSet presAssocID="{425CD942-2779-41D0-914F-F640AB7E3C5D}" presName="arrow" presStyleLbl="node1" presStyleIdx="3" presStyleCnt="8"/>
      <dgm:spPr/>
    </dgm:pt>
    <dgm:pt modelId="{C883726E-DFA7-4386-A025-0170E9C556F3}" type="pres">
      <dgm:prSet presAssocID="{425CD942-2779-41D0-914F-F640AB7E3C5D}" presName="descendantArrow" presStyleCnt="0"/>
      <dgm:spPr/>
    </dgm:pt>
    <dgm:pt modelId="{83CAE08B-72B4-471B-A625-85950A64595F}" type="pres">
      <dgm:prSet presAssocID="{B1C7C17F-A4E3-4763-B39C-985AB2A51629}" presName="childTextArrow" presStyleLbl="fgAccFollowNode1" presStyleIdx="20" presStyleCnt="41">
        <dgm:presLayoutVars>
          <dgm:bulletEnabled val="1"/>
        </dgm:presLayoutVars>
      </dgm:prSet>
      <dgm:spPr/>
    </dgm:pt>
    <dgm:pt modelId="{27FAB162-10F0-4D45-AABB-6EA1A57D4BBC}" type="pres">
      <dgm:prSet presAssocID="{E34B73CA-D652-44EF-B46C-F1E5BBC93854}" presName="childTextArrow" presStyleLbl="fgAccFollowNode1" presStyleIdx="21" presStyleCnt="41">
        <dgm:presLayoutVars>
          <dgm:bulletEnabled val="1"/>
        </dgm:presLayoutVars>
      </dgm:prSet>
      <dgm:spPr/>
    </dgm:pt>
    <dgm:pt modelId="{1A13ED41-E69D-49E5-94F1-500B50827D5D}" type="pres">
      <dgm:prSet presAssocID="{72145F33-B37F-467D-92F0-A293F2DD8849}" presName="childTextArrow" presStyleLbl="fgAccFollowNode1" presStyleIdx="22" presStyleCnt="41">
        <dgm:presLayoutVars>
          <dgm:bulletEnabled val="1"/>
        </dgm:presLayoutVars>
      </dgm:prSet>
      <dgm:spPr/>
    </dgm:pt>
    <dgm:pt modelId="{3AD5307F-D61B-4F32-9552-0CEA92EAC762}" type="pres">
      <dgm:prSet presAssocID="{20C51BFB-A17D-482C-8A24-3C7B538AFAD5}" presName="sp" presStyleCnt="0"/>
      <dgm:spPr/>
    </dgm:pt>
    <dgm:pt modelId="{6A5FB491-9AA2-4565-AF02-E3D19F660042}" type="pres">
      <dgm:prSet presAssocID="{C616C108-B7C7-48F6-8927-297071625E4C}" presName="arrowAndChildren" presStyleCnt="0"/>
      <dgm:spPr/>
    </dgm:pt>
    <dgm:pt modelId="{24D0BC81-A687-4ECE-A51B-5DFE2CF771EA}" type="pres">
      <dgm:prSet presAssocID="{C616C108-B7C7-48F6-8927-297071625E4C}" presName="parentTextArrow" presStyleLbl="node1" presStyleIdx="3" presStyleCnt="8"/>
      <dgm:spPr/>
    </dgm:pt>
    <dgm:pt modelId="{6AD27DB3-A37F-4E63-9D3F-A0EAB6F9B8F2}" type="pres">
      <dgm:prSet presAssocID="{C616C108-B7C7-48F6-8927-297071625E4C}" presName="arrow" presStyleLbl="node1" presStyleIdx="4" presStyleCnt="8"/>
      <dgm:spPr/>
    </dgm:pt>
    <dgm:pt modelId="{5D865DA3-A5EE-4D24-86D1-0CA2BC8919EE}" type="pres">
      <dgm:prSet presAssocID="{C616C108-B7C7-48F6-8927-297071625E4C}" presName="descendantArrow" presStyleCnt="0"/>
      <dgm:spPr/>
    </dgm:pt>
    <dgm:pt modelId="{5A2A62D0-72D3-40F9-AEC5-8956A59D9F9C}" type="pres">
      <dgm:prSet presAssocID="{0A0E019B-4741-4B3E-955D-9D171F56386A}" presName="childTextArrow" presStyleLbl="fgAccFollowNode1" presStyleIdx="23" presStyleCnt="41">
        <dgm:presLayoutVars>
          <dgm:bulletEnabled val="1"/>
        </dgm:presLayoutVars>
      </dgm:prSet>
      <dgm:spPr/>
    </dgm:pt>
    <dgm:pt modelId="{0432BD72-8CB0-4E76-9C2B-520E491583A2}" type="pres">
      <dgm:prSet presAssocID="{ED23CE37-1700-44A8-94FB-A540D8A39D68}" presName="childTextArrow" presStyleLbl="fgAccFollowNode1" presStyleIdx="24" presStyleCnt="41">
        <dgm:presLayoutVars>
          <dgm:bulletEnabled val="1"/>
        </dgm:presLayoutVars>
      </dgm:prSet>
      <dgm:spPr/>
    </dgm:pt>
    <dgm:pt modelId="{78778960-191E-40D0-ADCE-EBC0A95B0A55}" type="pres">
      <dgm:prSet presAssocID="{3DD9FA8C-D9E1-4106-8CCA-2B67F863677F}" presName="childTextArrow" presStyleLbl="fgAccFollowNode1" presStyleIdx="25" presStyleCnt="41">
        <dgm:presLayoutVars>
          <dgm:bulletEnabled val="1"/>
        </dgm:presLayoutVars>
      </dgm:prSet>
      <dgm:spPr/>
    </dgm:pt>
    <dgm:pt modelId="{36B5E174-5586-442D-85FA-02D7C6A8EAD3}" type="pres">
      <dgm:prSet presAssocID="{68C39656-059F-4062-B63D-C1C3EB56AC70}" presName="childTextArrow" presStyleLbl="fgAccFollowNode1" presStyleIdx="26" presStyleCnt="41">
        <dgm:presLayoutVars>
          <dgm:bulletEnabled val="1"/>
        </dgm:presLayoutVars>
      </dgm:prSet>
      <dgm:spPr/>
    </dgm:pt>
    <dgm:pt modelId="{EF2DF168-D80F-4E7E-B431-988B8270F8B9}" type="pres">
      <dgm:prSet presAssocID="{6F802E84-79E8-4202-980E-D0B43D1A60F3}" presName="childTextArrow" presStyleLbl="fgAccFollowNode1" presStyleIdx="27" presStyleCnt="41">
        <dgm:presLayoutVars>
          <dgm:bulletEnabled val="1"/>
        </dgm:presLayoutVars>
      </dgm:prSet>
      <dgm:spPr/>
    </dgm:pt>
    <dgm:pt modelId="{E54835BC-F83C-4FDC-BF3E-77D6841D43C4}" type="pres">
      <dgm:prSet presAssocID="{B48D1448-92F0-4D7A-BAB7-3FCC1C0F09FF}" presName="childTextArrow" presStyleLbl="fgAccFollowNode1" presStyleIdx="28" presStyleCnt="41">
        <dgm:presLayoutVars>
          <dgm:bulletEnabled val="1"/>
        </dgm:presLayoutVars>
      </dgm:prSet>
      <dgm:spPr/>
    </dgm:pt>
    <dgm:pt modelId="{3947E3FC-0A0C-4D50-932D-8EE29FACF341}" type="pres">
      <dgm:prSet presAssocID="{6206A475-1A0B-4810-89EF-DE321E2667A1}" presName="sp" presStyleCnt="0"/>
      <dgm:spPr/>
    </dgm:pt>
    <dgm:pt modelId="{AD82154D-4B85-4EB7-855E-B00FA2A927C1}" type="pres">
      <dgm:prSet presAssocID="{15D27807-574C-49D4-AAE8-60C386DD610E}" presName="arrowAndChildren" presStyleCnt="0"/>
      <dgm:spPr/>
    </dgm:pt>
    <dgm:pt modelId="{E7721F18-C2E7-40DB-A6DF-077F19E12852}" type="pres">
      <dgm:prSet presAssocID="{15D27807-574C-49D4-AAE8-60C386DD610E}" presName="parentTextArrow" presStyleLbl="node1" presStyleIdx="4" presStyleCnt="8"/>
      <dgm:spPr/>
    </dgm:pt>
    <dgm:pt modelId="{14D976F3-56ED-4569-B70A-8B01DD613ECB}" type="pres">
      <dgm:prSet presAssocID="{15D27807-574C-49D4-AAE8-60C386DD610E}" presName="arrow" presStyleLbl="node1" presStyleIdx="5" presStyleCnt="8"/>
      <dgm:spPr/>
    </dgm:pt>
    <dgm:pt modelId="{4B02830A-C822-4344-85F8-11886A26246C}" type="pres">
      <dgm:prSet presAssocID="{15D27807-574C-49D4-AAE8-60C386DD610E}" presName="descendantArrow" presStyleCnt="0"/>
      <dgm:spPr/>
    </dgm:pt>
    <dgm:pt modelId="{4760293C-CA35-4DEE-986C-20839E10480E}" type="pres">
      <dgm:prSet presAssocID="{A70B8D48-626B-4717-B07D-B800500187EE}" presName="childTextArrow" presStyleLbl="fgAccFollowNode1" presStyleIdx="29" presStyleCnt="41">
        <dgm:presLayoutVars>
          <dgm:bulletEnabled val="1"/>
        </dgm:presLayoutVars>
      </dgm:prSet>
      <dgm:spPr/>
    </dgm:pt>
    <dgm:pt modelId="{7706431D-1539-4784-B86B-1EA6733E7D5C}" type="pres">
      <dgm:prSet presAssocID="{4D9C16A4-013F-497A-A053-DA5823A13551}" presName="childTextArrow" presStyleLbl="fgAccFollowNode1" presStyleIdx="30" presStyleCnt="41">
        <dgm:presLayoutVars>
          <dgm:bulletEnabled val="1"/>
        </dgm:presLayoutVars>
      </dgm:prSet>
      <dgm:spPr/>
    </dgm:pt>
    <dgm:pt modelId="{A4BF7681-8812-49E7-9BBB-C5A24A9094B3}" type="pres">
      <dgm:prSet presAssocID="{BDC9C0A2-58FE-4CC8-BB10-947800714063}" presName="childTextArrow" presStyleLbl="fgAccFollowNode1" presStyleIdx="31" presStyleCnt="41">
        <dgm:presLayoutVars>
          <dgm:bulletEnabled val="1"/>
        </dgm:presLayoutVars>
      </dgm:prSet>
      <dgm:spPr/>
    </dgm:pt>
    <dgm:pt modelId="{073FB968-F266-47F7-9D78-09AB79C0A761}" type="pres">
      <dgm:prSet presAssocID="{2056F97F-276E-4507-B669-54C461E4BFB0}" presName="childTextArrow" presStyleLbl="fgAccFollowNode1" presStyleIdx="32" presStyleCnt="41">
        <dgm:presLayoutVars>
          <dgm:bulletEnabled val="1"/>
        </dgm:presLayoutVars>
      </dgm:prSet>
      <dgm:spPr/>
    </dgm:pt>
    <dgm:pt modelId="{A47B2150-AB66-4391-AEB1-FE0DBD7BEB53}" type="pres">
      <dgm:prSet presAssocID="{36B1A9A3-E2F4-43F9-BD9A-410B4D6CF563}" presName="sp" presStyleCnt="0"/>
      <dgm:spPr/>
    </dgm:pt>
    <dgm:pt modelId="{EA55E29A-7091-401C-9A0C-39594222445D}" type="pres">
      <dgm:prSet presAssocID="{409AF4A9-954C-4DBA-AD54-B8C01FAFB96B}" presName="arrowAndChildren" presStyleCnt="0"/>
      <dgm:spPr/>
    </dgm:pt>
    <dgm:pt modelId="{3DF89B0C-C280-49DB-91D6-BFC9CDC132DA}" type="pres">
      <dgm:prSet presAssocID="{409AF4A9-954C-4DBA-AD54-B8C01FAFB96B}" presName="parentTextArrow" presStyleLbl="node1" presStyleIdx="5" presStyleCnt="8"/>
      <dgm:spPr/>
    </dgm:pt>
    <dgm:pt modelId="{DE0371E9-CAE6-48FD-B047-BCC1719221B4}" type="pres">
      <dgm:prSet presAssocID="{409AF4A9-954C-4DBA-AD54-B8C01FAFB96B}" presName="arrow" presStyleLbl="node1" presStyleIdx="6" presStyleCnt="8"/>
      <dgm:spPr/>
    </dgm:pt>
    <dgm:pt modelId="{0F81C51D-58E9-4E6D-A524-2C8D3617B772}" type="pres">
      <dgm:prSet presAssocID="{409AF4A9-954C-4DBA-AD54-B8C01FAFB96B}" presName="descendantArrow" presStyleCnt="0"/>
      <dgm:spPr/>
    </dgm:pt>
    <dgm:pt modelId="{A0FC7889-D654-43E6-83A5-E01BC73A0527}" type="pres">
      <dgm:prSet presAssocID="{2269DD83-D67F-4FB0-9942-2AF4B340CC6D}" presName="childTextArrow" presStyleLbl="fgAccFollowNode1" presStyleIdx="33" presStyleCnt="41">
        <dgm:presLayoutVars>
          <dgm:bulletEnabled val="1"/>
        </dgm:presLayoutVars>
      </dgm:prSet>
      <dgm:spPr/>
    </dgm:pt>
    <dgm:pt modelId="{06479DB7-2C16-4124-865E-00ABCEE5ACDC}" type="pres">
      <dgm:prSet presAssocID="{DB4BBC04-D462-4D69-85F2-3D022232376D}" presName="childTextArrow" presStyleLbl="fgAccFollowNode1" presStyleIdx="34" presStyleCnt="41">
        <dgm:presLayoutVars>
          <dgm:bulletEnabled val="1"/>
        </dgm:presLayoutVars>
      </dgm:prSet>
      <dgm:spPr/>
    </dgm:pt>
    <dgm:pt modelId="{14320433-9796-4777-BC67-0B323166DC2C}" type="pres">
      <dgm:prSet presAssocID="{31E7D85A-EDE4-4DCA-B913-3AC6753C5FA3}" presName="childTextArrow" presStyleLbl="fgAccFollowNode1" presStyleIdx="35" presStyleCnt="41">
        <dgm:presLayoutVars>
          <dgm:bulletEnabled val="1"/>
        </dgm:presLayoutVars>
      </dgm:prSet>
      <dgm:spPr/>
    </dgm:pt>
    <dgm:pt modelId="{109BEEAF-629A-4A82-A2A0-4847FD261716}" type="pres">
      <dgm:prSet presAssocID="{E81EB8A0-9EF1-4EAF-A2B8-551C13216DF8}" presName="childTextArrow" presStyleLbl="fgAccFollowNode1" presStyleIdx="36" presStyleCnt="41">
        <dgm:presLayoutVars>
          <dgm:bulletEnabled val="1"/>
        </dgm:presLayoutVars>
      </dgm:prSet>
      <dgm:spPr/>
    </dgm:pt>
    <dgm:pt modelId="{9C17246C-7A43-46BE-B9A9-026CA5F44B39}" type="pres">
      <dgm:prSet presAssocID="{4515462C-7E2D-4234-9038-B312C89DB609}" presName="childTextArrow" presStyleLbl="fgAccFollowNode1" presStyleIdx="37" presStyleCnt="41">
        <dgm:presLayoutVars>
          <dgm:bulletEnabled val="1"/>
        </dgm:presLayoutVars>
      </dgm:prSet>
      <dgm:spPr/>
    </dgm:pt>
    <dgm:pt modelId="{E65FF909-5C99-40F3-95A5-737B9BF2B0A9}" type="pres">
      <dgm:prSet presAssocID="{399D986D-F361-4165-9BF5-4EE27F4222A9}" presName="sp" presStyleCnt="0"/>
      <dgm:spPr/>
    </dgm:pt>
    <dgm:pt modelId="{58344C03-018C-4EB2-9EBE-FBACB7F2014A}" type="pres">
      <dgm:prSet presAssocID="{7CA02680-229E-4DE5-8E8F-D7DCCA469999}" presName="arrowAndChildren" presStyleCnt="0"/>
      <dgm:spPr/>
    </dgm:pt>
    <dgm:pt modelId="{1BB05907-8983-424E-8D36-085EEDFCFAFD}" type="pres">
      <dgm:prSet presAssocID="{7CA02680-229E-4DE5-8E8F-D7DCCA469999}" presName="parentTextArrow" presStyleLbl="node1" presStyleIdx="6" presStyleCnt="8"/>
      <dgm:spPr/>
    </dgm:pt>
    <dgm:pt modelId="{027CF994-8182-447A-9A5E-01709396860B}" type="pres">
      <dgm:prSet presAssocID="{7CA02680-229E-4DE5-8E8F-D7DCCA469999}" presName="arrow" presStyleLbl="node1" presStyleIdx="7" presStyleCnt="8"/>
      <dgm:spPr/>
    </dgm:pt>
    <dgm:pt modelId="{5C134447-E38E-44EC-A40E-E8146C37ADC2}" type="pres">
      <dgm:prSet presAssocID="{7CA02680-229E-4DE5-8E8F-D7DCCA469999}" presName="descendantArrow" presStyleCnt="0"/>
      <dgm:spPr/>
    </dgm:pt>
    <dgm:pt modelId="{1B6D6FA3-24C3-4B01-B77A-EF0920B3D103}" type="pres">
      <dgm:prSet presAssocID="{6C759DB1-AA8F-4E5F-ACC1-39A0887F0CC5}" presName="childTextArrow" presStyleLbl="fgAccFollowNode1" presStyleIdx="38" presStyleCnt="41">
        <dgm:presLayoutVars>
          <dgm:bulletEnabled val="1"/>
        </dgm:presLayoutVars>
      </dgm:prSet>
      <dgm:spPr/>
    </dgm:pt>
    <dgm:pt modelId="{520087BB-6474-48FA-BADE-554E1121AB89}" type="pres">
      <dgm:prSet presAssocID="{E70EBC57-D4F3-46AE-A368-8F90BEAE7FE0}" presName="childTextArrow" presStyleLbl="fgAccFollowNode1" presStyleIdx="39" presStyleCnt="41">
        <dgm:presLayoutVars>
          <dgm:bulletEnabled val="1"/>
        </dgm:presLayoutVars>
      </dgm:prSet>
      <dgm:spPr/>
    </dgm:pt>
    <dgm:pt modelId="{4F5DC906-8F73-4978-95C1-63026105B9EA}" type="pres">
      <dgm:prSet presAssocID="{9D86201F-66FF-4A06-9DD7-E03251646D18}" presName="childTextArrow" presStyleLbl="fgAccFollowNode1" presStyleIdx="40" presStyleCnt="41">
        <dgm:presLayoutVars>
          <dgm:bulletEnabled val="1"/>
        </dgm:presLayoutVars>
      </dgm:prSet>
      <dgm:spPr/>
    </dgm:pt>
  </dgm:ptLst>
  <dgm:cxnLst>
    <dgm:cxn modelId="{A5786E01-E5D0-4021-A007-2B29117286AF}" srcId="{C616C108-B7C7-48F6-8927-297071625E4C}" destId="{B48D1448-92F0-4D7A-BAB7-3FCC1C0F09FF}" srcOrd="5" destOrd="0" parTransId="{4DE5B4CC-E922-44CF-B51A-078D36AEE573}" sibTransId="{5828627E-4B1A-44AE-A8BB-15D103136C44}"/>
    <dgm:cxn modelId="{B43CC404-A7B8-447F-B7A3-49B6818B335B}" srcId="{409AF4A9-954C-4DBA-AD54-B8C01FAFB96B}" destId="{E81EB8A0-9EF1-4EAF-A2B8-551C13216DF8}" srcOrd="3" destOrd="0" parTransId="{9008DA27-F177-4E96-BCF1-1D87EE49D4DC}" sibTransId="{5CB57855-6634-4F85-A710-BC9F3346222F}"/>
    <dgm:cxn modelId="{6F807805-A700-4221-BDEE-E6985E5C7BA9}" srcId="{67180261-FA11-4C70-99B6-208D22A34225}" destId="{3DD0F6E9-16F1-4C3E-A111-9AD649AC69FE}" srcOrd="3" destOrd="0" parTransId="{2517DA87-F129-4864-82EC-FF4DFF2D0ABD}" sibTransId="{D2BFE468-212E-4CEE-918E-5B6DA61B9721}"/>
    <dgm:cxn modelId="{47652906-A1FC-46F9-8A4B-8C0FE89FE66B}" srcId="{7CA02680-229E-4DE5-8E8F-D7DCCA469999}" destId="{9D86201F-66FF-4A06-9DD7-E03251646D18}" srcOrd="2" destOrd="0" parTransId="{9E2A35D4-E816-4EB6-8C0C-BD1BF59FC0C0}" sibTransId="{D2E93AB9-EBCF-401A-8EA0-081669804887}"/>
    <dgm:cxn modelId="{131B4D06-250D-4362-821F-2AA1A3F0A8BC}" type="presOf" srcId="{ED23CE37-1700-44A8-94FB-A540D8A39D68}" destId="{0432BD72-8CB0-4E76-9C2B-520E491583A2}" srcOrd="0" destOrd="0" presId="urn:microsoft.com/office/officeart/2005/8/layout/process4"/>
    <dgm:cxn modelId="{56130A09-99EE-4BE9-B402-62BA4482F777}" srcId="{492A7F8C-4384-4FED-90C3-C50AD51CD4D0}" destId="{432AFB55-08FE-4212-9DC7-D14ED2A025FB}" srcOrd="6" destOrd="0" parTransId="{05D130B0-583C-42EF-A013-EBA84E5F5145}" sibTransId="{C810953B-BB37-4D99-95A3-2A0E2B593AD3}"/>
    <dgm:cxn modelId="{02F6F60A-3631-45CF-A187-1C222A7780EC}" type="presOf" srcId="{93F25DE7-1215-4D9B-8A8D-9145A41F521D}" destId="{E683D2D8-90F6-4B14-9B28-E562704B6548}" srcOrd="0" destOrd="0" presId="urn:microsoft.com/office/officeart/2005/8/layout/process4"/>
    <dgm:cxn modelId="{3E02730D-8A59-4D42-AA49-6E0BB59BAF8B}" type="presOf" srcId="{67180261-FA11-4C70-99B6-208D22A34225}" destId="{BD4D7166-D5DB-4159-863B-CEDD4EB41D67}" srcOrd="1" destOrd="0" presId="urn:microsoft.com/office/officeart/2005/8/layout/process4"/>
    <dgm:cxn modelId="{86812C0E-FADC-4C3E-819E-498D8148424B}" srcId="{492A7F8C-4384-4FED-90C3-C50AD51CD4D0}" destId="{C616C108-B7C7-48F6-8927-297071625E4C}" srcOrd="3" destOrd="0" parTransId="{ADA804D4-279F-4CAA-A98F-8F94F344AFBC}" sibTransId="{20C51BFB-A17D-482C-8A24-3C7B538AFAD5}"/>
    <dgm:cxn modelId="{04E41510-8AB4-4471-BEE9-CAF93BEB2A63}" type="presOf" srcId="{978A3A40-BB49-483E-B9F5-1F59037F71FE}" destId="{91ACEBA4-CA3B-4797-9CBA-E327C7C0DA5E}" srcOrd="0" destOrd="0" presId="urn:microsoft.com/office/officeart/2005/8/layout/process4"/>
    <dgm:cxn modelId="{EEFF5911-5A05-41BA-A442-D8FF0809D8E9}" type="presOf" srcId="{3FF4402C-00FA-42C7-86CB-68772B16FF58}" destId="{7BCF40F3-06E5-4F54-91A1-DD1F46272372}" srcOrd="0" destOrd="0" presId="urn:microsoft.com/office/officeart/2005/8/layout/process4"/>
    <dgm:cxn modelId="{761C5414-E07A-4004-8AC8-27B82608387D}" srcId="{C616C108-B7C7-48F6-8927-297071625E4C}" destId="{0A0E019B-4741-4B3E-955D-9D171F56386A}" srcOrd="0" destOrd="0" parTransId="{59FE6F76-0188-42F5-8157-1BC28496CDFA}" sibTransId="{3B510298-9262-4F63-8080-5C200D3F68F0}"/>
    <dgm:cxn modelId="{D66D5516-22F0-490B-AC02-E8DE59506237}" srcId="{67180261-FA11-4C70-99B6-208D22A34225}" destId="{E54710DB-085F-483B-A1A1-F8D6CF1F9C25}" srcOrd="2" destOrd="0" parTransId="{487EC583-3FE6-4B87-A155-7842AD330C79}" sibTransId="{457B37F5-D6AC-49CF-98D5-0A70C246EFBC}"/>
    <dgm:cxn modelId="{3E7F8416-6E5A-4FB7-8B5D-7E6552DB9137}" srcId="{492A7F8C-4384-4FED-90C3-C50AD51CD4D0}" destId="{67180261-FA11-4C70-99B6-208D22A34225}" srcOrd="5" destOrd="0" parTransId="{59464F09-C52D-4303-BCD3-E1A86FD40B46}" sibTransId="{EFC46B28-C8E4-4492-89C7-7481CD0F35E9}"/>
    <dgm:cxn modelId="{D9A9E41E-88B6-470C-ABB9-BB866359449B}" srcId="{432AFB55-08FE-4212-9DC7-D14ED2A025FB}" destId="{615E58AB-5723-4B57-A5AD-DFF7FD34CE6A}" srcOrd="6" destOrd="0" parTransId="{952EFBDA-14CE-43EF-98BE-C3AC3A152615}" sibTransId="{9B7C225D-2406-4439-AC44-6F3C01AEEF02}"/>
    <dgm:cxn modelId="{28BCC620-7FDA-49F2-A504-2A24D19A1A69}" srcId="{425CD942-2779-41D0-914F-F640AB7E3C5D}" destId="{E34B73CA-D652-44EF-B46C-F1E5BBC93854}" srcOrd="1" destOrd="0" parTransId="{76AAC7CA-800A-476E-955F-5DCA362E4424}" sibTransId="{459FB672-197A-4A2A-8CA2-B43157D3158D}"/>
    <dgm:cxn modelId="{621CCE24-9C59-4C2F-8388-6AB58577B1E2}" srcId="{C616C108-B7C7-48F6-8927-297071625E4C}" destId="{ED23CE37-1700-44A8-94FB-A540D8A39D68}" srcOrd="1" destOrd="0" parTransId="{08BE7509-F892-4C17-8621-8267A1DEC570}" sibTransId="{70E9A8CA-56FB-4BEF-9841-CD5EA0B114A1}"/>
    <dgm:cxn modelId="{AB83CE24-D89F-46FE-B600-2EF432048C3C}" type="presOf" srcId="{4D9C16A4-013F-497A-A053-DA5823A13551}" destId="{7706431D-1539-4784-B86B-1EA6733E7D5C}" srcOrd="0" destOrd="0" presId="urn:microsoft.com/office/officeart/2005/8/layout/process4"/>
    <dgm:cxn modelId="{CD2FCE26-6BCA-4200-B507-749FE01FE5EF}" srcId="{432AFB55-08FE-4212-9DC7-D14ED2A025FB}" destId="{06CC86FE-A12F-4402-93CA-A5C169967C38}" srcOrd="0" destOrd="0" parTransId="{FCA50631-918E-48A6-85F0-5995B92E8D28}" sibTransId="{97AFA29E-B063-46D2-831E-4424B3690E1A}"/>
    <dgm:cxn modelId="{B5CA3328-7A85-426E-868B-40C79134191F}" type="presOf" srcId="{E81EB8A0-9EF1-4EAF-A2B8-551C13216DF8}" destId="{109BEEAF-629A-4A82-A2A0-4847FD261716}" srcOrd="0" destOrd="0" presId="urn:microsoft.com/office/officeart/2005/8/layout/process4"/>
    <dgm:cxn modelId="{54286E2A-923C-484D-B321-85C46BA5363E}" srcId="{432AFB55-08FE-4212-9DC7-D14ED2A025FB}" destId="{978A3A40-BB49-483E-B9F5-1F59037F71FE}" srcOrd="3" destOrd="0" parTransId="{60879353-C55F-4F1F-A588-E728DBE53EED}" sibTransId="{CA173568-036C-49B6-9E80-F946FBACCFEF}"/>
    <dgm:cxn modelId="{F4360B2C-BF19-4726-B3E5-8C6EC0D2FDF4}" type="presOf" srcId="{409AF4A9-954C-4DBA-AD54-B8C01FAFB96B}" destId="{DE0371E9-CAE6-48FD-B047-BCC1719221B4}" srcOrd="1" destOrd="0" presId="urn:microsoft.com/office/officeart/2005/8/layout/process4"/>
    <dgm:cxn modelId="{146D2B2C-739B-4955-AE56-11BAE6C5B1E7}" srcId="{42BCD4A9-A9CF-4288-8C26-147300DFC46C}" destId="{6A86D7A5-4BE9-49D9-8F35-01FA5FD177AB}" srcOrd="1" destOrd="0" parTransId="{568F4F23-0776-4187-AA4D-54626909EFA9}" sibTransId="{446732D6-8DD2-437B-9983-8C90A29AFCBE}"/>
    <dgm:cxn modelId="{0784F12C-A432-4EA0-B448-B797BA8E04F8}" srcId="{492A7F8C-4384-4FED-90C3-C50AD51CD4D0}" destId="{425CD942-2779-41D0-914F-F640AB7E3C5D}" srcOrd="4" destOrd="0" parTransId="{26726183-1047-4D19-B9C9-AFA9DCE3BFF1}" sibTransId="{BC1C9FDF-FF4F-4C1B-8990-DC00A0EA6773}"/>
    <dgm:cxn modelId="{FDEF782D-E5EB-4662-BC24-21C929EFAB13}" type="presOf" srcId="{5EF3EFEB-82DD-4080-91BF-CEBAE8D22389}" destId="{39776FF9-EEC0-488B-9F7E-12FED8540329}" srcOrd="0" destOrd="0" presId="urn:microsoft.com/office/officeart/2005/8/layout/process4"/>
    <dgm:cxn modelId="{F72A6830-7DE4-4781-8BD8-BB5BAFDFFB3D}" srcId="{492A7F8C-4384-4FED-90C3-C50AD51CD4D0}" destId="{7CA02680-229E-4DE5-8E8F-D7DCCA469999}" srcOrd="0" destOrd="0" parTransId="{FD9C8912-36C2-4F70-8D27-0C7B04281544}" sibTransId="{399D986D-F361-4165-9BF5-4EE27F4222A9}"/>
    <dgm:cxn modelId="{4996D037-1591-4BC4-935D-30F77C2E87A3}" type="presOf" srcId="{DB4BBC04-D462-4D69-85F2-3D022232376D}" destId="{06479DB7-2C16-4124-865E-00ABCEE5ACDC}" srcOrd="0" destOrd="0" presId="urn:microsoft.com/office/officeart/2005/8/layout/process4"/>
    <dgm:cxn modelId="{8CA96D3D-1CF1-4821-9741-82E4C607B223}" srcId="{425CD942-2779-41D0-914F-F640AB7E3C5D}" destId="{72145F33-B37F-467D-92F0-A293F2DD8849}" srcOrd="2" destOrd="0" parTransId="{21346E3E-A1DC-4E71-8D4E-C4258123306D}" sibTransId="{C3473056-3087-43CC-835A-DC4AFD12E44E}"/>
    <dgm:cxn modelId="{5B606C3E-E1DE-4DB9-BA9D-EAAB67FDC51F}" type="presOf" srcId="{BDC9C0A2-58FE-4CC8-BB10-947800714063}" destId="{A4BF7681-8812-49E7-9BBB-C5A24A9094B3}" srcOrd="0" destOrd="0" presId="urn:microsoft.com/office/officeart/2005/8/layout/process4"/>
    <dgm:cxn modelId="{7F0A6C3F-6F14-459E-B172-3BAD90018445}" type="presOf" srcId="{CCEDEFB1-11C4-4BE9-B4BD-EBA172C6495F}" destId="{2528012E-0E4A-465E-8142-992517B5BAF6}" srcOrd="0" destOrd="0" presId="urn:microsoft.com/office/officeart/2005/8/layout/process4"/>
    <dgm:cxn modelId="{0670185E-CB18-4CCE-B904-35024AF8745F}" type="presOf" srcId="{15D27807-574C-49D4-AAE8-60C386DD610E}" destId="{14D976F3-56ED-4569-B70A-8B01DD613ECB}" srcOrd="1" destOrd="0" presId="urn:microsoft.com/office/officeart/2005/8/layout/process4"/>
    <dgm:cxn modelId="{5F48AA41-497E-4B4F-B83A-0DECB75EC22D}" type="presOf" srcId="{432AFB55-08FE-4212-9DC7-D14ED2A025FB}" destId="{1ADEB702-401C-4386-90EE-7702485DB93F}" srcOrd="1" destOrd="0" presId="urn:microsoft.com/office/officeart/2005/8/layout/process4"/>
    <dgm:cxn modelId="{35E04D62-7F0E-4670-BBAF-1474375DF3C1}" srcId="{7CA02680-229E-4DE5-8E8F-D7DCCA469999}" destId="{E70EBC57-D4F3-46AE-A368-8F90BEAE7FE0}" srcOrd="1" destOrd="0" parTransId="{FA248630-6B92-47B6-8E5D-810D0F622E0B}" sibTransId="{449DD7DE-1E04-47AD-87AC-1D81B28FEA33}"/>
    <dgm:cxn modelId="{88DDF743-D148-4E95-A7BA-E2FA74E5858F}" type="presOf" srcId="{4515462C-7E2D-4234-9038-B312C89DB609}" destId="{9C17246C-7A43-46BE-B9A9-026CA5F44B39}" srcOrd="0" destOrd="0" presId="urn:microsoft.com/office/officeart/2005/8/layout/process4"/>
    <dgm:cxn modelId="{BF038C64-7F97-4627-BA3D-01244A49F065}" srcId="{67180261-FA11-4C70-99B6-208D22A34225}" destId="{5EF3EFEB-82DD-4080-91BF-CEBAE8D22389}" srcOrd="5" destOrd="0" parTransId="{0B4B2499-CD86-4BD4-8CF9-76DE9C6E1AAE}" sibTransId="{DFBD559B-35C8-4B8A-8281-D9A2D29A86F3}"/>
    <dgm:cxn modelId="{6A09C544-6501-439B-BFAB-FCA8E6C9B9CA}" type="presOf" srcId="{D2A17FD3-8A80-409A-A9D9-FFD436402573}" destId="{D76D0FC9-C91D-47CE-B4A9-AB7186C6A16D}" srcOrd="0" destOrd="0" presId="urn:microsoft.com/office/officeart/2005/8/layout/process4"/>
    <dgm:cxn modelId="{7C4AD066-E14C-4C89-BEF5-9ACF434EB4D9}" type="presOf" srcId="{492A7F8C-4384-4FED-90C3-C50AD51CD4D0}" destId="{0A2B100A-873D-4378-B06C-7D278D8A2DC0}" srcOrd="0" destOrd="0" presId="urn:microsoft.com/office/officeart/2005/8/layout/process4"/>
    <dgm:cxn modelId="{F49AE466-3B51-4159-8304-C25125E31892}" srcId="{C616C108-B7C7-48F6-8927-297071625E4C}" destId="{3DD9FA8C-D9E1-4106-8CCA-2B67F863677F}" srcOrd="2" destOrd="0" parTransId="{F83CD920-5E8F-49F5-BEE5-629CF6EEDF80}" sibTransId="{D67DD87E-7966-4A9C-BB85-3369838CFFB7}"/>
    <dgm:cxn modelId="{66826247-5B3E-4F91-A7EE-C026CB6C9EEC}" type="presOf" srcId="{2269DD83-D67F-4FB0-9942-2AF4B340CC6D}" destId="{A0FC7889-D654-43E6-83A5-E01BC73A0527}" srcOrd="0" destOrd="0" presId="urn:microsoft.com/office/officeart/2005/8/layout/process4"/>
    <dgm:cxn modelId="{37EE6247-B26E-4D78-8973-E21FE5B37D2E}" type="presOf" srcId="{317E4EBA-92A0-45E1-9AFF-C1B7ECF4C17D}" destId="{C5159B75-F703-45A6-B07A-9C0B1993D0A2}" srcOrd="0" destOrd="0" presId="urn:microsoft.com/office/officeart/2005/8/layout/process4"/>
    <dgm:cxn modelId="{D31EAE48-9C15-469E-9C0D-4F8B070DBD6E}" type="presOf" srcId="{9D86201F-66FF-4A06-9DD7-E03251646D18}" destId="{4F5DC906-8F73-4978-95C1-63026105B9EA}" srcOrd="0" destOrd="0" presId="urn:microsoft.com/office/officeart/2005/8/layout/process4"/>
    <dgm:cxn modelId="{A4D0AB49-6AFB-4086-AEDC-1B511791CD63}" type="presOf" srcId="{A70B8D48-626B-4717-B07D-B800500187EE}" destId="{4760293C-CA35-4DEE-986C-20839E10480E}" srcOrd="0" destOrd="0" presId="urn:microsoft.com/office/officeart/2005/8/layout/process4"/>
    <dgm:cxn modelId="{B098566A-DD0C-4E45-9B76-C0821C03FB96}" srcId="{432AFB55-08FE-4212-9DC7-D14ED2A025FB}" destId="{93F25DE7-1215-4D9B-8A8D-9145A41F521D}" srcOrd="4" destOrd="0" parTransId="{66881C65-C758-4761-B7A9-B206E4786EC0}" sibTransId="{B19073FC-2E20-4102-9A93-C007F413720A}"/>
    <dgm:cxn modelId="{1E761D4D-3FFE-47DB-AD34-3D708CC229E0}" srcId="{15D27807-574C-49D4-AAE8-60C386DD610E}" destId="{A70B8D48-626B-4717-B07D-B800500187EE}" srcOrd="0" destOrd="0" parTransId="{C4CD08C8-89E2-439C-B088-B2A731729D65}" sibTransId="{80D44B61-2BA3-413A-8B7F-B818B6689942}"/>
    <dgm:cxn modelId="{56E3576D-16AB-432E-90F7-741B9B48F949}" type="presOf" srcId="{99E04747-3FDF-4CC8-A4F4-0F9D9CF189E4}" destId="{AD9B5315-1C9A-4E23-832C-80EF150FC74D}" srcOrd="0" destOrd="0" presId="urn:microsoft.com/office/officeart/2005/8/layout/process4"/>
    <dgm:cxn modelId="{9807B86D-A34B-44B5-8399-1F54DFC2E25B}" type="presOf" srcId="{67180261-FA11-4C70-99B6-208D22A34225}" destId="{EAC5A75C-3ABE-44A2-8907-E4140A97C1E0}" srcOrd="0" destOrd="0" presId="urn:microsoft.com/office/officeart/2005/8/layout/process4"/>
    <dgm:cxn modelId="{9E9F604E-00F8-4A7D-A406-4E130ECB890E}" type="presOf" srcId="{E54710DB-085F-483B-A1A1-F8D6CF1F9C25}" destId="{90629DF9-1DB8-4CF2-B803-B9E570A0695D}" srcOrd="0" destOrd="0" presId="urn:microsoft.com/office/officeart/2005/8/layout/process4"/>
    <dgm:cxn modelId="{1008334F-5516-471E-B337-96FA0B3393D3}" type="presOf" srcId="{4CAEA3CA-4A9A-4D4B-9B21-2647A7A0F859}" destId="{603C0190-FE66-40BC-B460-8B2E6B83823E}" srcOrd="0" destOrd="0" presId="urn:microsoft.com/office/officeart/2005/8/layout/process4"/>
    <dgm:cxn modelId="{98F54370-4BAF-49AF-89A2-FBDF76518215}" srcId="{15D27807-574C-49D4-AAE8-60C386DD610E}" destId="{BDC9C0A2-58FE-4CC8-BB10-947800714063}" srcOrd="2" destOrd="0" parTransId="{326F3B23-B7CD-45C2-9702-5B4EB04C5D63}" sibTransId="{DDF4BC6B-708D-4EFE-BE06-8025D60F9369}"/>
    <dgm:cxn modelId="{95A17D70-0F5A-4F29-B947-38996F7F25DD}" type="presOf" srcId="{425CD942-2779-41D0-914F-F640AB7E3C5D}" destId="{30C82F42-0C41-4309-A796-6DFF0C328086}" srcOrd="1" destOrd="0" presId="urn:microsoft.com/office/officeart/2005/8/layout/process4"/>
    <dgm:cxn modelId="{A8F79E71-435F-40AC-9C75-ACDA74F128AC}" srcId="{492A7F8C-4384-4FED-90C3-C50AD51CD4D0}" destId="{15D27807-574C-49D4-AAE8-60C386DD610E}" srcOrd="2" destOrd="0" parTransId="{12794ECD-87A3-4EB4-B8FB-778740C225A6}" sibTransId="{6206A475-1A0B-4810-89EF-DE321E2667A1}"/>
    <dgm:cxn modelId="{0DB05A52-DCC3-42F8-8759-0D738CE8EE8C}" type="presOf" srcId="{6C759DB1-AA8F-4E5F-ACC1-39A0887F0CC5}" destId="{1B6D6FA3-24C3-4B01-B77A-EF0920B3D103}" srcOrd="0" destOrd="0" presId="urn:microsoft.com/office/officeart/2005/8/layout/process4"/>
    <dgm:cxn modelId="{3B9C9673-17FB-4BD1-B208-AA3A08ACF876}" type="presOf" srcId="{68C39656-059F-4062-B63D-C1C3EB56AC70}" destId="{36B5E174-5586-442D-85FA-02D7C6A8EAD3}" srcOrd="0" destOrd="0" presId="urn:microsoft.com/office/officeart/2005/8/layout/process4"/>
    <dgm:cxn modelId="{7B279F73-8D82-4176-A57F-FDA9B1F0DDCE}" type="presOf" srcId="{42BCD4A9-A9CF-4288-8C26-147300DFC46C}" destId="{9BEA8613-8D23-41D8-9B98-0EE982021788}" srcOrd="1" destOrd="0" presId="urn:microsoft.com/office/officeart/2005/8/layout/process4"/>
    <dgm:cxn modelId="{4105095A-4E7C-43CB-AD2C-7979EF0646FF}" type="presOf" srcId="{42BCD4A9-A9CF-4288-8C26-147300DFC46C}" destId="{A42A819C-0492-415D-93BA-8DABF228CA62}" srcOrd="0" destOrd="0" presId="urn:microsoft.com/office/officeart/2005/8/layout/process4"/>
    <dgm:cxn modelId="{92D11B80-EB93-4522-8FBC-02A32A380FE8}" type="presOf" srcId="{C616C108-B7C7-48F6-8927-297071625E4C}" destId="{6AD27DB3-A37F-4E63-9D3F-A0EAB6F9B8F2}" srcOrd="1" destOrd="0" presId="urn:microsoft.com/office/officeart/2005/8/layout/process4"/>
    <dgm:cxn modelId="{A0262681-0582-4F3B-83DF-CFCF0EDDAFC8}" srcId="{67180261-FA11-4C70-99B6-208D22A34225}" destId="{4CAEA3CA-4A9A-4D4B-9B21-2647A7A0F859}" srcOrd="6" destOrd="0" parTransId="{D89BDE9E-5DB6-466B-AB83-0D6814DFBF6E}" sibTransId="{F1B18DEA-12F4-41B1-9389-87F82557B910}"/>
    <dgm:cxn modelId="{4A06F281-92B9-4759-BCCD-300F7A10EEE8}" srcId="{42BCD4A9-A9CF-4288-8C26-147300DFC46C}" destId="{3A9D1D17-E645-4054-9D3C-C9856C9C4F56}" srcOrd="0" destOrd="0" parTransId="{9A9ECE1B-AFCB-4B86-B0EE-59D56452834C}" sibTransId="{F1532650-4BAC-4B28-874A-8C66D07D29E3}"/>
    <dgm:cxn modelId="{BA663184-05A2-450B-A0CD-5E77539D2116}" type="presOf" srcId="{6A86D7A5-4BE9-49D9-8F35-01FA5FD177AB}" destId="{520FB264-D8DB-4B38-B376-5705D5C983B6}" srcOrd="0" destOrd="0" presId="urn:microsoft.com/office/officeart/2005/8/layout/process4"/>
    <dgm:cxn modelId="{66955F86-44D2-4747-AC61-9BF792EE7FCE}" type="presOf" srcId="{0A0E019B-4741-4B3E-955D-9D171F56386A}" destId="{5A2A62D0-72D3-40F9-AEC5-8956A59D9F9C}" srcOrd="0" destOrd="0" presId="urn:microsoft.com/office/officeart/2005/8/layout/process4"/>
    <dgm:cxn modelId="{AB732587-3EC7-437C-A756-7F52CAD95DA3}" srcId="{432AFB55-08FE-4212-9DC7-D14ED2A025FB}" destId="{CCEDEFB1-11C4-4BE9-B4BD-EBA172C6495F}" srcOrd="1" destOrd="0" parTransId="{DA84A803-8548-4950-A3D3-E0D21A08E744}" sibTransId="{7AD4E237-D535-40EF-ACCB-EED0B8CC7D3B}"/>
    <dgm:cxn modelId="{F15BCE8B-AF12-4D82-A898-8E536A98EF24}" srcId="{409AF4A9-954C-4DBA-AD54-B8C01FAFB96B}" destId="{31E7D85A-EDE4-4DCA-B913-3AC6753C5FA3}" srcOrd="2" destOrd="0" parTransId="{374B05F3-0BAA-4B9E-AC9C-2166C2522B9E}" sibTransId="{7010EDC2-EBE9-4C17-B23D-DF83E724D4AD}"/>
    <dgm:cxn modelId="{99BFDF8B-EA03-4790-BA49-F63630C1841B}" type="presOf" srcId="{A724DE8E-F01D-4B7D-B9A1-D451BEFEBD55}" destId="{35132EC7-0293-4969-9C16-AABBD27A5697}" srcOrd="0" destOrd="0" presId="urn:microsoft.com/office/officeart/2005/8/layout/process4"/>
    <dgm:cxn modelId="{FEB52D8C-219F-4234-B88F-28557280312B}" type="presOf" srcId="{E34B73CA-D652-44EF-B46C-F1E5BBC93854}" destId="{27FAB162-10F0-4D45-AABB-6EA1A57D4BBC}" srcOrd="0" destOrd="0" presId="urn:microsoft.com/office/officeart/2005/8/layout/process4"/>
    <dgm:cxn modelId="{AE3E628E-0F4A-4B32-B7AD-D91E729C2AD4}" type="presOf" srcId="{C616C108-B7C7-48F6-8927-297071625E4C}" destId="{24D0BC81-A687-4ECE-A51B-5DFE2CF771EA}" srcOrd="0" destOrd="0" presId="urn:microsoft.com/office/officeart/2005/8/layout/process4"/>
    <dgm:cxn modelId="{5D5D8A8E-5737-4823-9BFE-F892B6EB4397}" type="presOf" srcId="{E70EBC57-D4F3-46AE-A368-8F90BEAE7FE0}" destId="{520087BB-6474-48FA-BADE-554E1121AB89}" srcOrd="0" destOrd="0" presId="urn:microsoft.com/office/officeart/2005/8/layout/process4"/>
    <dgm:cxn modelId="{D187F88F-DE1F-4BED-ACB3-5B04A645C278}" type="presOf" srcId="{615E58AB-5723-4B57-A5AD-DFF7FD34CE6A}" destId="{6750370E-625F-4CBE-AA52-1F7D8DBFDE3D}" srcOrd="0" destOrd="0" presId="urn:microsoft.com/office/officeart/2005/8/layout/process4"/>
    <dgm:cxn modelId="{7FA45790-E1A7-41C1-A87C-00D549634840}" type="presOf" srcId="{15D27807-574C-49D4-AAE8-60C386DD610E}" destId="{E7721F18-C2E7-40DB-A6DF-077F19E12852}" srcOrd="0" destOrd="0" presId="urn:microsoft.com/office/officeart/2005/8/layout/process4"/>
    <dgm:cxn modelId="{E3BBAB93-81F9-4CE2-BD1F-C93DDCA95CC3}" srcId="{67180261-FA11-4C70-99B6-208D22A34225}" destId="{99E04747-3FDF-4CC8-A4F4-0F9D9CF189E4}" srcOrd="7" destOrd="0" parTransId="{41711039-8AE4-4F05-A408-1FF017012747}" sibTransId="{5FA57CE0-AC20-4DC5-888F-1CA5E82B2797}"/>
    <dgm:cxn modelId="{00397594-4C85-45E1-A811-6BBD5AEC2395}" srcId="{7CA02680-229E-4DE5-8E8F-D7DCCA469999}" destId="{6C759DB1-AA8F-4E5F-ACC1-39A0887F0CC5}" srcOrd="0" destOrd="0" parTransId="{EDF369F7-54FB-444E-ABC3-9BC56A17F9AC}" sibTransId="{7C969A4F-3A03-49BE-AB91-8573F2EE957F}"/>
    <dgm:cxn modelId="{E85A0895-3BF6-46AE-BEEC-D4DD0AD791FD}" type="presOf" srcId="{31E7D85A-EDE4-4DCA-B913-3AC6753C5FA3}" destId="{14320433-9796-4777-BC67-0B323166DC2C}" srcOrd="0" destOrd="0" presId="urn:microsoft.com/office/officeart/2005/8/layout/process4"/>
    <dgm:cxn modelId="{DEEEB098-5AEF-4916-8A1F-B285B59FDB4E}" srcId="{432AFB55-08FE-4212-9DC7-D14ED2A025FB}" destId="{D4DAA6DA-BDDF-4B7E-8B78-42D5DF783BE8}" srcOrd="2" destOrd="0" parTransId="{84AFFA12-762E-4A2E-AE9F-794E0A281D2C}" sibTransId="{425E13C0-4B3B-42DD-982E-2D390D21D365}"/>
    <dgm:cxn modelId="{B417DE99-F37D-4309-B6E7-1F83A8810804}" srcId="{409AF4A9-954C-4DBA-AD54-B8C01FAFB96B}" destId="{2269DD83-D67F-4FB0-9942-2AF4B340CC6D}" srcOrd="0" destOrd="0" parTransId="{78F6A4A8-987C-4BC1-8EFF-B7A0E8288834}" sibTransId="{72B0AB2A-CE92-4545-881E-E18BDECFA0F9}"/>
    <dgm:cxn modelId="{95339AA0-A67C-4683-8941-D187EBC12127}" type="presOf" srcId="{72145F33-B37F-467D-92F0-A293F2DD8849}" destId="{1A13ED41-E69D-49E5-94F1-500B50827D5D}" srcOrd="0" destOrd="0" presId="urn:microsoft.com/office/officeart/2005/8/layout/process4"/>
    <dgm:cxn modelId="{F00E7CA5-399C-431D-B6B1-8ADFAB620D33}" srcId="{425CD942-2779-41D0-914F-F640AB7E3C5D}" destId="{B1C7C17F-A4E3-4763-B39C-985AB2A51629}" srcOrd="0" destOrd="0" parTransId="{379576B6-59AD-416F-BA50-EBB22A5BB931}" sibTransId="{43DD2CCB-5F83-40B0-84D5-9018DF79E3EC}"/>
    <dgm:cxn modelId="{63A1A4A8-E9FA-42F2-BBE9-8DA2B2810CAB}" type="presOf" srcId="{409AF4A9-954C-4DBA-AD54-B8C01FAFB96B}" destId="{3DF89B0C-C280-49DB-91D6-BFC9CDC132DA}" srcOrd="0" destOrd="0" presId="urn:microsoft.com/office/officeart/2005/8/layout/process4"/>
    <dgm:cxn modelId="{89E0FBA9-4854-4E2A-A197-529F3164E276}" srcId="{15D27807-574C-49D4-AAE8-60C386DD610E}" destId="{2056F97F-276E-4507-B669-54C461E4BFB0}" srcOrd="3" destOrd="0" parTransId="{5B029454-F63A-4D3B-9321-C34888742B74}" sibTransId="{D251A99C-5DB0-4A91-A437-E454EBC6144B}"/>
    <dgm:cxn modelId="{C6A6B6B3-EEB9-4DBF-96A8-AADCB6778C5C}" type="presOf" srcId="{432AFB55-08FE-4212-9DC7-D14ED2A025FB}" destId="{F44D84BB-4D82-4D22-AB84-931EDDB52237}" srcOrd="0" destOrd="0" presId="urn:microsoft.com/office/officeart/2005/8/layout/process4"/>
    <dgm:cxn modelId="{95E408B6-4730-4FB2-A349-244E6558246B}" srcId="{67180261-FA11-4C70-99B6-208D22A34225}" destId="{3FF4402C-00FA-42C7-86CB-68772B16FF58}" srcOrd="0" destOrd="0" parTransId="{B8D143BE-9556-4FC8-8B3C-F29A7E63A0A0}" sibTransId="{7B36BCAE-412D-4210-8415-6A0FF6F546A1}"/>
    <dgm:cxn modelId="{938AC5B6-0A6B-4A32-9163-CF93AD0CD4A4}" srcId="{67180261-FA11-4C70-99B6-208D22A34225}" destId="{D094B509-3A39-491B-A70E-FF5E057CF61D}" srcOrd="8" destOrd="0" parTransId="{E321E8C9-D053-4B1B-8BD5-6FEF64D5A2A7}" sibTransId="{21534744-6CF0-4914-8241-87FCE31AAD60}"/>
    <dgm:cxn modelId="{C4BDC0BB-0500-4E58-BF67-58B15D494207}" type="presOf" srcId="{6F802E84-79E8-4202-980E-D0B43D1A60F3}" destId="{EF2DF168-D80F-4E7E-B431-988B8270F8B9}" srcOrd="0" destOrd="0" presId="urn:microsoft.com/office/officeart/2005/8/layout/process4"/>
    <dgm:cxn modelId="{56A06BBC-48FD-4DC5-9BD2-C424A0BDC4A4}" srcId="{409AF4A9-954C-4DBA-AD54-B8C01FAFB96B}" destId="{DB4BBC04-D462-4D69-85F2-3D022232376D}" srcOrd="1" destOrd="0" parTransId="{EB143FCE-CCC4-4E43-93B4-A5F19B04B951}" sibTransId="{EBB1D3E4-805D-4065-AAEC-748B6C5A3CC5}"/>
    <dgm:cxn modelId="{C545C5BC-75CB-4130-941C-3E6BD1BD0C67}" type="presOf" srcId="{D4DAA6DA-BDDF-4B7E-8B78-42D5DF783BE8}" destId="{E6C8ED0A-87EE-4F77-8769-2AEBFF4FAC27}" srcOrd="0" destOrd="0" presId="urn:microsoft.com/office/officeart/2005/8/layout/process4"/>
    <dgm:cxn modelId="{ED08B3C2-217F-4AA8-871F-E52DE1211C70}" type="presOf" srcId="{536977EA-67F4-48D3-9A83-8DA4285E1385}" destId="{1EAF5CAF-32BE-4077-B3C4-D8B521020B21}" srcOrd="0" destOrd="0" presId="urn:microsoft.com/office/officeart/2005/8/layout/process4"/>
    <dgm:cxn modelId="{531BD0C5-F38B-40A3-AB19-FC700E962428}" type="presOf" srcId="{D094B509-3A39-491B-A70E-FF5E057CF61D}" destId="{9C4C9C14-02E5-4357-AD2A-88D13092EFC1}" srcOrd="0" destOrd="0" presId="urn:microsoft.com/office/officeart/2005/8/layout/process4"/>
    <dgm:cxn modelId="{54AA20C7-160A-4E62-A896-5337D4F29E7C}" type="presOf" srcId="{3DD9FA8C-D9E1-4106-8CCA-2B67F863677F}" destId="{78778960-191E-40D0-ADCE-EBC0A95B0A55}" srcOrd="0" destOrd="0" presId="urn:microsoft.com/office/officeart/2005/8/layout/process4"/>
    <dgm:cxn modelId="{D9977DC8-F34A-48C7-8D20-2F91A5C2B6E2}" srcId="{432AFB55-08FE-4212-9DC7-D14ED2A025FB}" destId="{D2A17FD3-8A80-409A-A9D9-FFD436402573}" srcOrd="5" destOrd="0" parTransId="{1BB18B62-C8F8-42C3-BBB7-19AA4A5C38E8}" sibTransId="{F8E152C4-8C7C-47D6-884A-52469086AA94}"/>
    <dgm:cxn modelId="{9A9797C8-6AD5-43DD-9B26-90AFA0133370}" type="presOf" srcId="{B1C7C17F-A4E3-4763-B39C-985AB2A51629}" destId="{83CAE08B-72B4-471B-A625-85950A64595F}" srcOrd="0" destOrd="0" presId="urn:microsoft.com/office/officeart/2005/8/layout/process4"/>
    <dgm:cxn modelId="{790DD5CD-3F70-4ED3-9D20-1B8E281FFB5F}" srcId="{492A7F8C-4384-4FED-90C3-C50AD51CD4D0}" destId="{409AF4A9-954C-4DBA-AD54-B8C01FAFB96B}" srcOrd="1" destOrd="0" parTransId="{446793BA-E1E5-4BFF-8B57-401A2EC8D6F9}" sibTransId="{36B1A9A3-E2F4-43F9-BD9A-410B4D6CF563}"/>
    <dgm:cxn modelId="{CF4697D3-FD23-4503-9E94-C0DDD769A58D}" srcId="{67180261-FA11-4C70-99B6-208D22A34225}" destId="{339C0822-2CDB-423E-9BB7-053343C7305F}" srcOrd="1" destOrd="0" parTransId="{33BFD9B0-31E0-4BE8-AA61-CA17FD2E9723}" sibTransId="{229B32FD-CEE7-413F-AC8D-D50020DDC530}"/>
    <dgm:cxn modelId="{08EADCD3-611A-423F-A062-261B42D73499}" srcId="{42BCD4A9-A9CF-4288-8C26-147300DFC46C}" destId="{317E4EBA-92A0-45E1-9AFF-C1B7ECF4C17D}" srcOrd="2" destOrd="0" parTransId="{A27CB574-BEC9-4665-ABCC-4325B2CC5766}" sibTransId="{89531A55-4BC8-4C5B-AEB8-4D01C3B24931}"/>
    <dgm:cxn modelId="{6AA2BDD5-9BC6-4FA9-9DBA-DC9EB1DACB35}" srcId="{409AF4A9-954C-4DBA-AD54-B8C01FAFB96B}" destId="{4515462C-7E2D-4234-9038-B312C89DB609}" srcOrd="4" destOrd="0" parTransId="{358F92BB-E0B2-4DC6-B42B-8E1CAB8755B7}" sibTransId="{173046BB-6E91-4E0B-A11F-C325C008808B}"/>
    <dgm:cxn modelId="{CB7707D6-D053-4455-8DCA-17278C780DE8}" type="presOf" srcId="{7CA02680-229E-4DE5-8E8F-D7DCCA469999}" destId="{027CF994-8182-447A-9A5E-01709396860B}" srcOrd="1" destOrd="0" presId="urn:microsoft.com/office/officeart/2005/8/layout/process4"/>
    <dgm:cxn modelId="{4E85A5DB-4DB6-41F8-AB0C-75A9D91B40ED}" type="presOf" srcId="{2056F97F-276E-4507-B669-54C461E4BFB0}" destId="{073FB968-F266-47F7-9D78-09AB79C0A761}" srcOrd="0" destOrd="0" presId="urn:microsoft.com/office/officeart/2005/8/layout/process4"/>
    <dgm:cxn modelId="{7EC6B8DC-53E7-42F6-9F5B-BF262B5D2A52}" type="presOf" srcId="{06CC86FE-A12F-4402-93CA-A5C169967C38}" destId="{C2CDED37-9DF3-42C4-8DC1-74C1BDD970F9}" srcOrd="0" destOrd="0" presId="urn:microsoft.com/office/officeart/2005/8/layout/process4"/>
    <dgm:cxn modelId="{287ABCDC-D8E6-4179-A9C9-5F46D61C04CD}" srcId="{67180261-FA11-4C70-99B6-208D22A34225}" destId="{A724DE8E-F01D-4B7D-B9A1-D451BEFEBD55}" srcOrd="4" destOrd="0" parTransId="{92D9483B-71FD-455D-9363-5CAC8F1699A3}" sibTransId="{634F3558-2C92-4C05-9446-A90DEC9DA1A0}"/>
    <dgm:cxn modelId="{69E0F8E1-8528-47CB-81D2-7A5C3269F765}" srcId="{492A7F8C-4384-4FED-90C3-C50AD51CD4D0}" destId="{42BCD4A9-A9CF-4288-8C26-147300DFC46C}" srcOrd="7" destOrd="0" parTransId="{2EC818B6-7EF7-49B2-8071-9F139B646C3D}" sibTransId="{AC7342C8-5124-4DD3-A2EE-25BE180D55FB}"/>
    <dgm:cxn modelId="{1AA636E8-389C-4033-AE8D-C43EBFF89F8E}" type="presOf" srcId="{B48D1448-92F0-4D7A-BAB7-3FCC1C0F09FF}" destId="{E54835BC-F83C-4FDC-BF3E-77D6841D43C4}" srcOrd="0" destOrd="0" presId="urn:microsoft.com/office/officeart/2005/8/layout/process4"/>
    <dgm:cxn modelId="{95D143E9-D69A-4EE4-AEA6-361E9023315D}" type="presOf" srcId="{3A9D1D17-E645-4054-9D3C-C9856C9C4F56}" destId="{4C7134A9-CFC0-42BE-BBE6-8013607503CF}" srcOrd="0" destOrd="0" presId="urn:microsoft.com/office/officeart/2005/8/layout/process4"/>
    <dgm:cxn modelId="{560E65EB-F6CA-4A41-887C-56FF5683FD0A}" srcId="{15D27807-574C-49D4-AAE8-60C386DD610E}" destId="{4D9C16A4-013F-497A-A053-DA5823A13551}" srcOrd="1" destOrd="0" parTransId="{F057F7BA-D418-4FF8-9431-E47670E04F6A}" sibTransId="{EC2A3BDC-6EBC-42E6-B129-50B647B4BB03}"/>
    <dgm:cxn modelId="{CA2CDCED-C9BE-4B15-B261-7E7FF1FE9C27}" srcId="{42BCD4A9-A9CF-4288-8C26-147300DFC46C}" destId="{536977EA-67F4-48D3-9A83-8DA4285E1385}" srcOrd="3" destOrd="0" parTransId="{5E861C27-C601-4614-9C05-AA7A9D669A78}" sibTransId="{2D1E5CAA-D55A-46E9-90F5-B574E3BF982D}"/>
    <dgm:cxn modelId="{DD7796F2-9370-47EC-A7EA-1D7D08565182}" srcId="{C616C108-B7C7-48F6-8927-297071625E4C}" destId="{68C39656-059F-4062-B63D-C1C3EB56AC70}" srcOrd="3" destOrd="0" parTransId="{C9D600AE-DC34-4D76-AF84-5D6F4BA324FF}" sibTransId="{7CA01608-0E4E-4A26-9485-1224CED8E5C8}"/>
    <dgm:cxn modelId="{B50C16F4-0A3A-442C-8099-F494765F5A19}" srcId="{C616C108-B7C7-48F6-8927-297071625E4C}" destId="{6F802E84-79E8-4202-980E-D0B43D1A60F3}" srcOrd="4" destOrd="0" parTransId="{1EA4AC86-CFEC-4A87-A216-1FE7AA3C61B2}" sibTransId="{A2CABE9D-608D-4D4D-8CFE-E1F8B05516E4}"/>
    <dgm:cxn modelId="{01E513F6-200C-4FDB-AB01-ECA680C09368}" type="presOf" srcId="{339C0822-2CDB-423E-9BB7-053343C7305F}" destId="{0FC18337-179F-46AE-BFF8-59E98E63F8E2}" srcOrd="0" destOrd="0" presId="urn:microsoft.com/office/officeart/2005/8/layout/process4"/>
    <dgm:cxn modelId="{A34703F7-85C7-4B78-BB3F-D7338929C0CE}" type="presOf" srcId="{7CA02680-229E-4DE5-8E8F-D7DCCA469999}" destId="{1BB05907-8983-424E-8D36-085EEDFCFAFD}" srcOrd="0" destOrd="0" presId="urn:microsoft.com/office/officeart/2005/8/layout/process4"/>
    <dgm:cxn modelId="{BF9EA8F7-F75A-4D37-B598-2494BAD78F30}" type="presOf" srcId="{3DD0F6E9-16F1-4C3E-A111-9AD649AC69FE}" destId="{5992A6B8-0219-4F5A-8EC2-47F98682A23F}" srcOrd="0" destOrd="0" presId="urn:microsoft.com/office/officeart/2005/8/layout/process4"/>
    <dgm:cxn modelId="{8C3D6FFD-9F30-4399-9AE7-234723266DF3}" type="presOf" srcId="{425CD942-2779-41D0-914F-F640AB7E3C5D}" destId="{CC90F8F4-F48D-4DB1-9179-26CCF2BFE1A2}" srcOrd="0" destOrd="0" presId="urn:microsoft.com/office/officeart/2005/8/layout/process4"/>
    <dgm:cxn modelId="{70E21968-1B91-4844-AAB1-CE7A7BD45B2A}" type="presParOf" srcId="{0A2B100A-873D-4378-B06C-7D278D8A2DC0}" destId="{B6CBF893-1455-4C12-8976-948FAD51EFB8}" srcOrd="0" destOrd="0" presId="urn:microsoft.com/office/officeart/2005/8/layout/process4"/>
    <dgm:cxn modelId="{E2079CE5-19B6-4BDE-A719-0EC41DAF7F6D}" type="presParOf" srcId="{B6CBF893-1455-4C12-8976-948FAD51EFB8}" destId="{A42A819C-0492-415D-93BA-8DABF228CA62}" srcOrd="0" destOrd="0" presId="urn:microsoft.com/office/officeart/2005/8/layout/process4"/>
    <dgm:cxn modelId="{1D66A684-2C4D-440B-B27F-B733E01BE738}" type="presParOf" srcId="{B6CBF893-1455-4C12-8976-948FAD51EFB8}" destId="{9BEA8613-8D23-41D8-9B98-0EE982021788}" srcOrd="1" destOrd="0" presId="urn:microsoft.com/office/officeart/2005/8/layout/process4"/>
    <dgm:cxn modelId="{30B568D5-3EF6-4061-91F0-B1805C0A05EC}" type="presParOf" srcId="{B6CBF893-1455-4C12-8976-948FAD51EFB8}" destId="{670768F3-D47D-422D-982C-C4FC40061F97}" srcOrd="2" destOrd="0" presId="urn:microsoft.com/office/officeart/2005/8/layout/process4"/>
    <dgm:cxn modelId="{4B7DC352-DFEC-4F73-9ADE-19879804164B}" type="presParOf" srcId="{670768F3-D47D-422D-982C-C4FC40061F97}" destId="{4C7134A9-CFC0-42BE-BBE6-8013607503CF}" srcOrd="0" destOrd="0" presId="urn:microsoft.com/office/officeart/2005/8/layout/process4"/>
    <dgm:cxn modelId="{8201FC31-8669-4E47-B732-8EB7145D67BF}" type="presParOf" srcId="{670768F3-D47D-422D-982C-C4FC40061F97}" destId="{520FB264-D8DB-4B38-B376-5705D5C983B6}" srcOrd="1" destOrd="0" presId="urn:microsoft.com/office/officeart/2005/8/layout/process4"/>
    <dgm:cxn modelId="{3DE61AB3-B16F-4508-864D-D692EF0C66F8}" type="presParOf" srcId="{670768F3-D47D-422D-982C-C4FC40061F97}" destId="{C5159B75-F703-45A6-B07A-9C0B1993D0A2}" srcOrd="2" destOrd="0" presId="urn:microsoft.com/office/officeart/2005/8/layout/process4"/>
    <dgm:cxn modelId="{C21426F5-192D-46F5-BED4-B69E286A5B0E}" type="presParOf" srcId="{670768F3-D47D-422D-982C-C4FC40061F97}" destId="{1EAF5CAF-32BE-4077-B3C4-D8B521020B21}" srcOrd="3" destOrd="0" presId="urn:microsoft.com/office/officeart/2005/8/layout/process4"/>
    <dgm:cxn modelId="{B62203DB-C6B6-4EF0-9FCD-F801D35D1E42}" type="presParOf" srcId="{0A2B100A-873D-4378-B06C-7D278D8A2DC0}" destId="{4F51C2B6-C1A6-47C4-B565-5F8B72D7AD5F}" srcOrd="1" destOrd="0" presId="urn:microsoft.com/office/officeart/2005/8/layout/process4"/>
    <dgm:cxn modelId="{11B3FC83-100D-431A-9212-0FCEE43B886F}" type="presParOf" srcId="{0A2B100A-873D-4378-B06C-7D278D8A2DC0}" destId="{B490842A-F1B0-46F8-9AEB-309D9BCE7375}" srcOrd="2" destOrd="0" presId="urn:microsoft.com/office/officeart/2005/8/layout/process4"/>
    <dgm:cxn modelId="{A34DCF4C-A611-419C-958E-E074C895621B}" type="presParOf" srcId="{B490842A-F1B0-46F8-9AEB-309D9BCE7375}" destId="{F44D84BB-4D82-4D22-AB84-931EDDB52237}" srcOrd="0" destOrd="0" presId="urn:microsoft.com/office/officeart/2005/8/layout/process4"/>
    <dgm:cxn modelId="{A1B1A5E1-5DC3-4145-BD8E-B755F2CA040C}" type="presParOf" srcId="{B490842A-F1B0-46F8-9AEB-309D9BCE7375}" destId="{1ADEB702-401C-4386-90EE-7702485DB93F}" srcOrd="1" destOrd="0" presId="urn:microsoft.com/office/officeart/2005/8/layout/process4"/>
    <dgm:cxn modelId="{ABE637FB-1262-41DE-887B-2795E56E3307}" type="presParOf" srcId="{B490842A-F1B0-46F8-9AEB-309D9BCE7375}" destId="{047E7AED-68AF-4F90-AADA-A8EAB5AD7347}" srcOrd="2" destOrd="0" presId="urn:microsoft.com/office/officeart/2005/8/layout/process4"/>
    <dgm:cxn modelId="{215B91D0-A13C-4DA6-86CD-8D3AED558E81}" type="presParOf" srcId="{047E7AED-68AF-4F90-AADA-A8EAB5AD7347}" destId="{C2CDED37-9DF3-42C4-8DC1-74C1BDD970F9}" srcOrd="0" destOrd="0" presId="urn:microsoft.com/office/officeart/2005/8/layout/process4"/>
    <dgm:cxn modelId="{FEC731BF-4F89-4B1D-917D-64EA81C90B02}" type="presParOf" srcId="{047E7AED-68AF-4F90-AADA-A8EAB5AD7347}" destId="{2528012E-0E4A-465E-8142-992517B5BAF6}" srcOrd="1" destOrd="0" presId="urn:microsoft.com/office/officeart/2005/8/layout/process4"/>
    <dgm:cxn modelId="{870C733D-BFF3-49DB-81C5-9C4204D78FE7}" type="presParOf" srcId="{047E7AED-68AF-4F90-AADA-A8EAB5AD7347}" destId="{E6C8ED0A-87EE-4F77-8769-2AEBFF4FAC27}" srcOrd="2" destOrd="0" presId="urn:microsoft.com/office/officeart/2005/8/layout/process4"/>
    <dgm:cxn modelId="{84F81310-5E6D-49F1-8675-6BC465227F17}" type="presParOf" srcId="{047E7AED-68AF-4F90-AADA-A8EAB5AD7347}" destId="{91ACEBA4-CA3B-4797-9CBA-E327C7C0DA5E}" srcOrd="3" destOrd="0" presId="urn:microsoft.com/office/officeart/2005/8/layout/process4"/>
    <dgm:cxn modelId="{CCBC7B75-1ABE-4B8D-BB9E-14DCFEFE3E9E}" type="presParOf" srcId="{047E7AED-68AF-4F90-AADA-A8EAB5AD7347}" destId="{E683D2D8-90F6-4B14-9B28-E562704B6548}" srcOrd="4" destOrd="0" presId="urn:microsoft.com/office/officeart/2005/8/layout/process4"/>
    <dgm:cxn modelId="{8531AE11-7110-4496-8C9E-A8BE62825168}" type="presParOf" srcId="{047E7AED-68AF-4F90-AADA-A8EAB5AD7347}" destId="{D76D0FC9-C91D-47CE-B4A9-AB7186C6A16D}" srcOrd="5" destOrd="0" presId="urn:microsoft.com/office/officeart/2005/8/layout/process4"/>
    <dgm:cxn modelId="{036ACB68-AD41-4D3D-A87C-8F857DD5B0E5}" type="presParOf" srcId="{047E7AED-68AF-4F90-AADA-A8EAB5AD7347}" destId="{6750370E-625F-4CBE-AA52-1F7D8DBFDE3D}" srcOrd="6" destOrd="0" presId="urn:microsoft.com/office/officeart/2005/8/layout/process4"/>
    <dgm:cxn modelId="{FE7AE8A5-5E0A-4ED7-9454-11B5EBDD18A6}" type="presParOf" srcId="{0A2B100A-873D-4378-B06C-7D278D8A2DC0}" destId="{DA7568B8-794F-43D8-9339-5CB2AB9878DC}" srcOrd="3" destOrd="0" presId="urn:microsoft.com/office/officeart/2005/8/layout/process4"/>
    <dgm:cxn modelId="{BA8C8747-F364-4319-944F-1493404B359B}" type="presParOf" srcId="{0A2B100A-873D-4378-B06C-7D278D8A2DC0}" destId="{1C82E6B6-E336-490B-ADE8-0634C5F59BF2}" srcOrd="4" destOrd="0" presId="urn:microsoft.com/office/officeart/2005/8/layout/process4"/>
    <dgm:cxn modelId="{F6D7496F-8004-4EED-B619-55F35D12D62E}" type="presParOf" srcId="{1C82E6B6-E336-490B-ADE8-0634C5F59BF2}" destId="{EAC5A75C-3ABE-44A2-8907-E4140A97C1E0}" srcOrd="0" destOrd="0" presId="urn:microsoft.com/office/officeart/2005/8/layout/process4"/>
    <dgm:cxn modelId="{7DDE5F70-6E20-48B3-9E76-CF9911F4DF9B}" type="presParOf" srcId="{1C82E6B6-E336-490B-ADE8-0634C5F59BF2}" destId="{BD4D7166-D5DB-4159-863B-CEDD4EB41D67}" srcOrd="1" destOrd="0" presId="urn:microsoft.com/office/officeart/2005/8/layout/process4"/>
    <dgm:cxn modelId="{E8D14EDD-5108-4793-9CF9-D3ADEBF87BA7}" type="presParOf" srcId="{1C82E6B6-E336-490B-ADE8-0634C5F59BF2}" destId="{EDA35FC2-369B-408D-A22C-F2BE5814AC6E}" srcOrd="2" destOrd="0" presId="urn:microsoft.com/office/officeart/2005/8/layout/process4"/>
    <dgm:cxn modelId="{0287190C-4E26-4EED-9410-5C1609D79466}" type="presParOf" srcId="{EDA35FC2-369B-408D-A22C-F2BE5814AC6E}" destId="{7BCF40F3-06E5-4F54-91A1-DD1F46272372}" srcOrd="0" destOrd="0" presId="urn:microsoft.com/office/officeart/2005/8/layout/process4"/>
    <dgm:cxn modelId="{5E7B1223-0A59-41AE-B84D-853A6E1D7CED}" type="presParOf" srcId="{EDA35FC2-369B-408D-A22C-F2BE5814AC6E}" destId="{0FC18337-179F-46AE-BFF8-59E98E63F8E2}" srcOrd="1" destOrd="0" presId="urn:microsoft.com/office/officeart/2005/8/layout/process4"/>
    <dgm:cxn modelId="{7FAED926-26C8-4C4E-A247-7CCE7342D5D8}" type="presParOf" srcId="{EDA35FC2-369B-408D-A22C-F2BE5814AC6E}" destId="{90629DF9-1DB8-4CF2-B803-B9E570A0695D}" srcOrd="2" destOrd="0" presId="urn:microsoft.com/office/officeart/2005/8/layout/process4"/>
    <dgm:cxn modelId="{68FC49F9-702C-4E31-8A30-7A09B5302DFC}" type="presParOf" srcId="{EDA35FC2-369B-408D-A22C-F2BE5814AC6E}" destId="{5992A6B8-0219-4F5A-8EC2-47F98682A23F}" srcOrd="3" destOrd="0" presId="urn:microsoft.com/office/officeart/2005/8/layout/process4"/>
    <dgm:cxn modelId="{D8FB1D95-4FB5-44B1-9682-229B2E072E38}" type="presParOf" srcId="{EDA35FC2-369B-408D-A22C-F2BE5814AC6E}" destId="{35132EC7-0293-4969-9C16-AABBD27A5697}" srcOrd="4" destOrd="0" presId="urn:microsoft.com/office/officeart/2005/8/layout/process4"/>
    <dgm:cxn modelId="{A40EDD72-17C8-40CF-9ACB-C624329FA2F0}" type="presParOf" srcId="{EDA35FC2-369B-408D-A22C-F2BE5814AC6E}" destId="{39776FF9-EEC0-488B-9F7E-12FED8540329}" srcOrd="5" destOrd="0" presId="urn:microsoft.com/office/officeart/2005/8/layout/process4"/>
    <dgm:cxn modelId="{3ADE8764-027D-49C4-AA54-51FD76763C3A}" type="presParOf" srcId="{EDA35FC2-369B-408D-A22C-F2BE5814AC6E}" destId="{603C0190-FE66-40BC-B460-8B2E6B83823E}" srcOrd="6" destOrd="0" presId="urn:microsoft.com/office/officeart/2005/8/layout/process4"/>
    <dgm:cxn modelId="{F7D71FDE-316E-48CB-9DFD-1F31839EB2BE}" type="presParOf" srcId="{EDA35FC2-369B-408D-A22C-F2BE5814AC6E}" destId="{AD9B5315-1C9A-4E23-832C-80EF150FC74D}" srcOrd="7" destOrd="0" presId="urn:microsoft.com/office/officeart/2005/8/layout/process4"/>
    <dgm:cxn modelId="{C9D7F1AC-5CAA-4988-99D4-551019A4B827}" type="presParOf" srcId="{EDA35FC2-369B-408D-A22C-F2BE5814AC6E}" destId="{9C4C9C14-02E5-4357-AD2A-88D13092EFC1}" srcOrd="8" destOrd="0" presId="urn:microsoft.com/office/officeart/2005/8/layout/process4"/>
    <dgm:cxn modelId="{3B7BB988-3FB0-4109-BA90-A7C0C883A259}" type="presParOf" srcId="{0A2B100A-873D-4378-B06C-7D278D8A2DC0}" destId="{657CDD7F-6D79-4D2A-BB77-EEE71BDB82FD}" srcOrd="5" destOrd="0" presId="urn:microsoft.com/office/officeart/2005/8/layout/process4"/>
    <dgm:cxn modelId="{9224AD2A-EA12-4609-BFC3-F0EB1A167A7E}" type="presParOf" srcId="{0A2B100A-873D-4378-B06C-7D278D8A2DC0}" destId="{F659EBA3-79D2-4471-81B8-468732250214}" srcOrd="6" destOrd="0" presId="urn:microsoft.com/office/officeart/2005/8/layout/process4"/>
    <dgm:cxn modelId="{F7526D6B-EA03-4C11-93CC-6D0E49686B75}" type="presParOf" srcId="{F659EBA3-79D2-4471-81B8-468732250214}" destId="{CC90F8F4-F48D-4DB1-9179-26CCF2BFE1A2}" srcOrd="0" destOrd="0" presId="urn:microsoft.com/office/officeart/2005/8/layout/process4"/>
    <dgm:cxn modelId="{52FDF4B6-3D5D-40E7-82F2-0A47966B6BBA}" type="presParOf" srcId="{F659EBA3-79D2-4471-81B8-468732250214}" destId="{30C82F42-0C41-4309-A796-6DFF0C328086}" srcOrd="1" destOrd="0" presId="urn:microsoft.com/office/officeart/2005/8/layout/process4"/>
    <dgm:cxn modelId="{9D05F9B6-E55E-45F7-8963-03F02F0BFC3B}" type="presParOf" srcId="{F659EBA3-79D2-4471-81B8-468732250214}" destId="{C883726E-DFA7-4386-A025-0170E9C556F3}" srcOrd="2" destOrd="0" presId="urn:microsoft.com/office/officeart/2005/8/layout/process4"/>
    <dgm:cxn modelId="{E339D4CC-AED5-49FF-B182-BD6B4329B737}" type="presParOf" srcId="{C883726E-DFA7-4386-A025-0170E9C556F3}" destId="{83CAE08B-72B4-471B-A625-85950A64595F}" srcOrd="0" destOrd="0" presId="urn:microsoft.com/office/officeart/2005/8/layout/process4"/>
    <dgm:cxn modelId="{68CC5D37-AB7C-4D8A-8CE0-1DBDE1B1F19A}" type="presParOf" srcId="{C883726E-DFA7-4386-A025-0170E9C556F3}" destId="{27FAB162-10F0-4D45-AABB-6EA1A57D4BBC}" srcOrd="1" destOrd="0" presId="urn:microsoft.com/office/officeart/2005/8/layout/process4"/>
    <dgm:cxn modelId="{E68F6933-871C-4B2A-AEE4-34BAA3B038D6}" type="presParOf" srcId="{C883726E-DFA7-4386-A025-0170E9C556F3}" destId="{1A13ED41-E69D-49E5-94F1-500B50827D5D}" srcOrd="2" destOrd="0" presId="urn:microsoft.com/office/officeart/2005/8/layout/process4"/>
    <dgm:cxn modelId="{7D2B705F-9AE1-4F5A-9792-DB940F5006EF}" type="presParOf" srcId="{0A2B100A-873D-4378-B06C-7D278D8A2DC0}" destId="{3AD5307F-D61B-4F32-9552-0CEA92EAC762}" srcOrd="7" destOrd="0" presId="urn:microsoft.com/office/officeart/2005/8/layout/process4"/>
    <dgm:cxn modelId="{C345CB10-13FD-4106-8B57-8E4FD0F4D748}" type="presParOf" srcId="{0A2B100A-873D-4378-B06C-7D278D8A2DC0}" destId="{6A5FB491-9AA2-4565-AF02-E3D19F660042}" srcOrd="8" destOrd="0" presId="urn:microsoft.com/office/officeart/2005/8/layout/process4"/>
    <dgm:cxn modelId="{A23129F6-26E5-4E79-9F26-5677CAC95EDB}" type="presParOf" srcId="{6A5FB491-9AA2-4565-AF02-E3D19F660042}" destId="{24D0BC81-A687-4ECE-A51B-5DFE2CF771EA}" srcOrd="0" destOrd="0" presId="urn:microsoft.com/office/officeart/2005/8/layout/process4"/>
    <dgm:cxn modelId="{3DAEDB43-BE9E-4194-BE76-B26C8451486A}" type="presParOf" srcId="{6A5FB491-9AA2-4565-AF02-E3D19F660042}" destId="{6AD27DB3-A37F-4E63-9D3F-A0EAB6F9B8F2}" srcOrd="1" destOrd="0" presId="urn:microsoft.com/office/officeart/2005/8/layout/process4"/>
    <dgm:cxn modelId="{7CB6EA8D-3C23-47DE-B6C1-A9218CC3FEB3}" type="presParOf" srcId="{6A5FB491-9AA2-4565-AF02-E3D19F660042}" destId="{5D865DA3-A5EE-4D24-86D1-0CA2BC8919EE}" srcOrd="2" destOrd="0" presId="urn:microsoft.com/office/officeart/2005/8/layout/process4"/>
    <dgm:cxn modelId="{45F4420B-798D-4309-A435-1024DB889B56}" type="presParOf" srcId="{5D865DA3-A5EE-4D24-86D1-0CA2BC8919EE}" destId="{5A2A62D0-72D3-40F9-AEC5-8956A59D9F9C}" srcOrd="0" destOrd="0" presId="urn:microsoft.com/office/officeart/2005/8/layout/process4"/>
    <dgm:cxn modelId="{6DFE7B4E-E446-4325-BE19-03EB40E50A6E}" type="presParOf" srcId="{5D865DA3-A5EE-4D24-86D1-0CA2BC8919EE}" destId="{0432BD72-8CB0-4E76-9C2B-520E491583A2}" srcOrd="1" destOrd="0" presId="urn:microsoft.com/office/officeart/2005/8/layout/process4"/>
    <dgm:cxn modelId="{B2A02A52-47F2-4BCB-8058-3D5B3F205386}" type="presParOf" srcId="{5D865DA3-A5EE-4D24-86D1-0CA2BC8919EE}" destId="{78778960-191E-40D0-ADCE-EBC0A95B0A55}" srcOrd="2" destOrd="0" presId="urn:microsoft.com/office/officeart/2005/8/layout/process4"/>
    <dgm:cxn modelId="{D18AFCC7-8A1E-4AC2-83B6-3A2356EAF64E}" type="presParOf" srcId="{5D865DA3-A5EE-4D24-86D1-0CA2BC8919EE}" destId="{36B5E174-5586-442D-85FA-02D7C6A8EAD3}" srcOrd="3" destOrd="0" presId="urn:microsoft.com/office/officeart/2005/8/layout/process4"/>
    <dgm:cxn modelId="{4BCCF904-789E-4DE3-A3C7-5E531E00A713}" type="presParOf" srcId="{5D865DA3-A5EE-4D24-86D1-0CA2BC8919EE}" destId="{EF2DF168-D80F-4E7E-B431-988B8270F8B9}" srcOrd="4" destOrd="0" presId="urn:microsoft.com/office/officeart/2005/8/layout/process4"/>
    <dgm:cxn modelId="{6BEC34B1-58C5-4E27-9DB6-156E706E7700}" type="presParOf" srcId="{5D865DA3-A5EE-4D24-86D1-0CA2BC8919EE}" destId="{E54835BC-F83C-4FDC-BF3E-77D6841D43C4}" srcOrd="5" destOrd="0" presId="urn:microsoft.com/office/officeart/2005/8/layout/process4"/>
    <dgm:cxn modelId="{FD4328FA-1269-4D33-8CE2-D8320BF2C230}" type="presParOf" srcId="{0A2B100A-873D-4378-B06C-7D278D8A2DC0}" destId="{3947E3FC-0A0C-4D50-932D-8EE29FACF341}" srcOrd="9" destOrd="0" presId="urn:microsoft.com/office/officeart/2005/8/layout/process4"/>
    <dgm:cxn modelId="{83D6E4AD-BF5E-49EE-9B56-90A2FEE38415}" type="presParOf" srcId="{0A2B100A-873D-4378-B06C-7D278D8A2DC0}" destId="{AD82154D-4B85-4EB7-855E-B00FA2A927C1}" srcOrd="10" destOrd="0" presId="urn:microsoft.com/office/officeart/2005/8/layout/process4"/>
    <dgm:cxn modelId="{15C29660-64AA-401F-929A-4F151AAB069C}" type="presParOf" srcId="{AD82154D-4B85-4EB7-855E-B00FA2A927C1}" destId="{E7721F18-C2E7-40DB-A6DF-077F19E12852}" srcOrd="0" destOrd="0" presId="urn:microsoft.com/office/officeart/2005/8/layout/process4"/>
    <dgm:cxn modelId="{08B1B895-C858-4A57-9876-064D6F343177}" type="presParOf" srcId="{AD82154D-4B85-4EB7-855E-B00FA2A927C1}" destId="{14D976F3-56ED-4569-B70A-8B01DD613ECB}" srcOrd="1" destOrd="0" presId="urn:microsoft.com/office/officeart/2005/8/layout/process4"/>
    <dgm:cxn modelId="{C4853F9D-EC7A-4085-94F2-75B53B989491}" type="presParOf" srcId="{AD82154D-4B85-4EB7-855E-B00FA2A927C1}" destId="{4B02830A-C822-4344-85F8-11886A26246C}" srcOrd="2" destOrd="0" presId="urn:microsoft.com/office/officeart/2005/8/layout/process4"/>
    <dgm:cxn modelId="{85F60F97-91AF-417C-ABAA-FC0398A98AEF}" type="presParOf" srcId="{4B02830A-C822-4344-85F8-11886A26246C}" destId="{4760293C-CA35-4DEE-986C-20839E10480E}" srcOrd="0" destOrd="0" presId="urn:microsoft.com/office/officeart/2005/8/layout/process4"/>
    <dgm:cxn modelId="{57066542-E634-46CF-AE31-F7BE909AE37A}" type="presParOf" srcId="{4B02830A-C822-4344-85F8-11886A26246C}" destId="{7706431D-1539-4784-B86B-1EA6733E7D5C}" srcOrd="1" destOrd="0" presId="urn:microsoft.com/office/officeart/2005/8/layout/process4"/>
    <dgm:cxn modelId="{AEEF3FE8-F06B-43A0-98EF-D65FC51DA8B9}" type="presParOf" srcId="{4B02830A-C822-4344-85F8-11886A26246C}" destId="{A4BF7681-8812-49E7-9BBB-C5A24A9094B3}" srcOrd="2" destOrd="0" presId="urn:microsoft.com/office/officeart/2005/8/layout/process4"/>
    <dgm:cxn modelId="{6A911A2A-5F10-4743-89C4-5F3439CFA395}" type="presParOf" srcId="{4B02830A-C822-4344-85F8-11886A26246C}" destId="{073FB968-F266-47F7-9D78-09AB79C0A761}" srcOrd="3" destOrd="0" presId="urn:microsoft.com/office/officeart/2005/8/layout/process4"/>
    <dgm:cxn modelId="{80089174-3A15-4574-9609-A2DEDC5CB805}" type="presParOf" srcId="{0A2B100A-873D-4378-B06C-7D278D8A2DC0}" destId="{A47B2150-AB66-4391-AEB1-FE0DBD7BEB53}" srcOrd="11" destOrd="0" presId="urn:microsoft.com/office/officeart/2005/8/layout/process4"/>
    <dgm:cxn modelId="{3237EE01-A5D5-43EE-9A80-CD620A05DD4E}" type="presParOf" srcId="{0A2B100A-873D-4378-B06C-7D278D8A2DC0}" destId="{EA55E29A-7091-401C-9A0C-39594222445D}" srcOrd="12" destOrd="0" presId="urn:microsoft.com/office/officeart/2005/8/layout/process4"/>
    <dgm:cxn modelId="{F8590644-9B92-49C3-9792-53ADDC5F0ADC}" type="presParOf" srcId="{EA55E29A-7091-401C-9A0C-39594222445D}" destId="{3DF89B0C-C280-49DB-91D6-BFC9CDC132DA}" srcOrd="0" destOrd="0" presId="urn:microsoft.com/office/officeart/2005/8/layout/process4"/>
    <dgm:cxn modelId="{78F3536D-B68C-4A3E-B4A4-CFF6E847A61A}" type="presParOf" srcId="{EA55E29A-7091-401C-9A0C-39594222445D}" destId="{DE0371E9-CAE6-48FD-B047-BCC1719221B4}" srcOrd="1" destOrd="0" presId="urn:microsoft.com/office/officeart/2005/8/layout/process4"/>
    <dgm:cxn modelId="{FDBCCA93-FDDA-4D4F-B32E-B9D23580FE05}" type="presParOf" srcId="{EA55E29A-7091-401C-9A0C-39594222445D}" destId="{0F81C51D-58E9-4E6D-A524-2C8D3617B772}" srcOrd="2" destOrd="0" presId="urn:microsoft.com/office/officeart/2005/8/layout/process4"/>
    <dgm:cxn modelId="{F390AA32-9027-4FD1-8EC6-3E6970F8C086}" type="presParOf" srcId="{0F81C51D-58E9-4E6D-A524-2C8D3617B772}" destId="{A0FC7889-D654-43E6-83A5-E01BC73A0527}" srcOrd="0" destOrd="0" presId="urn:microsoft.com/office/officeart/2005/8/layout/process4"/>
    <dgm:cxn modelId="{1893B4FA-0BC4-4E93-B863-0399044F6CF9}" type="presParOf" srcId="{0F81C51D-58E9-4E6D-A524-2C8D3617B772}" destId="{06479DB7-2C16-4124-865E-00ABCEE5ACDC}" srcOrd="1" destOrd="0" presId="urn:microsoft.com/office/officeart/2005/8/layout/process4"/>
    <dgm:cxn modelId="{17630210-08EC-4D2E-A20F-1E994B30ACD1}" type="presParOf" srcId="{0F81C51D-58E9-4E6D-A524-2C8D3617B772}" destId="{14320433-9796-4777-BC67-0B323166DC2C}" srcOrd="2" destOrd="0" presId="urn:microsoft.com/office/officeart/2005/8/layout/process4"/>
    <dgm:cxn modelId="{31D62080-74EF-47ED-9D30-C8F25F23FEE0}" type="presParOf" srcId="{0F81C51D-58E9-4E6D-A524-2C8D3617B772}" destId="{109BEEAF-629A-4A82-A2A0-4847FD261716}" srcOrd="3" destOrd="0" presId="urn:microsoft.com/office/officeart/2005/8/layout/process4"/>
    <dgm:cxn modelId="{DB689AD1-BFFA-4AAC-B9EF-3C5C1D3566B5}" type="presParOf" srcId="{0F81C51D-58E9-4E6D-A524-2C8D3617B772}" destId="{9C17246C-7A43-46BE-B9A9-026CA5F44B39}" srcOrd="4" destOrd="0" presId="urn:microsoft.com/office/officeart/2005/8/layout/process4"/>
    <dgm:cxn modelId="{93B0A808-4211-4019-A62A-399CD91C69F4}" type="presParOf" srcId="{0A2B100A-873D-4378-B06C-7D278D8A2DC0}" destId="{E65FF909-5C99-40F3-95A5-737B9BF2B0A9}" srcOrd="13" destOrd="0" presId="urn:microsoft.com/office/officeart/2005/8/layout/process4"/>
    <dgm:cxn modelId="{3558E282-35A2-4F9D-9F53-93E764B824C2}" type="presParOf" srcId="{0A2B100A-873D-4378-B06C-7D278D8A2DC0}" destId="{58344C03-018C-4EB2-9EBE-FBACB7F2014A}" srcOrd="14" destOrd="0" presId="urn:microsoft.com/office/officeart/2005/8/layout/process4"/>
    <dgm:cxn modelId="{D9DCB256-3997-469F-8BD8-35DD207E0E99}" type="presParOf" srcId="{58344C03-018C-4EB2-9EBE-FBACB7F2014A}" destId="{1BB05907-8983-424E-8D36-085EEDFCFAFD}" srcOrd="0" destOrd="0" presId="urn:microsoft.com/office/officeart/2005/8/layout/process4"/>
    <dgm:cxn modelId="{28A39CDD-0EF3-48BC-A5B9-D13DB95D8851}" type="presParOf" srcId="{58344C03-018C-4EB2-9EBE-FBACB7F2014A}" destId="{027CF994-8182-447A-9A5E-01709396860B}" srcOrd="1" destOrd="0" presId="urn:microsoft.com/office/officeart/2005/8/layout/process4"/>
    <dgm:cxn modelId="{AC7CD60F-132E-4B5B-8381-46DFED867B85}" type="presParOf" srcId="{58344C03-018C-4EB2-9EBE-FBACB7F2014A}" destId="{5C134447-E38E-44EC-A40E-E8146C37ADC2}" srcOrd="2" destOrd="0" presId="urn:microsoft.com/office/officeart/2005/8/layout/process4"/>
    <dgm:cxn modelId="{1ECA39E3-2190-44A6-BBEB-3282D7143C19}" type="presParOf" srcId="{5C134447-E38E-44EC-A40E-E8146C37ADC2}" destId="{1B6D6FA3-24C3-4B01-B77A-EF0920B3D103}" srcOrd="0" destOrd="0" presId="urn:microsoft.com/office/officeart/2005/8/layout/process4"/>
    <dgm:cxn modelId="{EFCE36F7-D328-41A7-B39B-7C0F16302ADC}" type="presParOf" srcId="{5C134447-E38E-44EC-A40E-E8146C37ADC2}" destId="{520087BB-6474-48FA-BADE-554E1121AB89}" srcOrd="1" destOrd="0" presId="urn:microsoft.com/office/officeart/2005/8/layout/process4"/>
    <dgm:cxn modelId="{D71EAFF1-9A3B-4EBE-82E7-C337E0514B4D}" type="presParOf" srcId="{5C134447-E38E-44EC-A40E-E8146C37ADC2}" destId="{4F5DC906-8F73-4978-95C1-63026105B9EA}" srcOrd="2" destOrd="0" presId="urn:microsoft.com/office/officeart/2005/8/layout/process4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492A7F8C-4384-4FED-90C3-C50AD51CD4D0}" type="doc">
      <dgm:prSet loTypeId="urn:microsoft.com/office/officeart/2005/8/layout/process4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73A02E57-572D-44F5-91FF-202C06473274}">
      <dgm:prSet phldrT="[Text]" custT="1">
        <dgm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dgm:style>
      </dgm:prSet>
      <dgm:spPr/>
      <dgm:t>
        <a:bodyPr/>
        <a:lstStyle/>
        <a:p>
          <a:pPr algn="l"/>
          <a:r>
            <a:rPr lang="pl-PL" sz="1600" b="0" noProof="0" dirty="0"/>
            <a:t>6</a:t>
          </a:r>
          <a:r>
            <a:rPr lang="en-US" sz="1600" b="0" noProof="0" dirty="0"/>
            <a:t> – Render Layer</a:t>
          </a:r>
        </a:p>
      </dgm:t>
    </dgm:pt>
    <dgm:pt modelId="{A887982E-FA99-4ED5-B0D1-A85FC179005A}" type="parTrans" cxnId="{32BA3519-49B9-47F1-887B-39C2C3D9A386}">
      <dgm:prSet/>
      <dgm:spPr/>
      <dgm:t>
        <a:bodyPr/>
        <a:lstStyle/>
        <a:p>
          <a:endParaRPr lang="en-US"/>
        </a:p>
      </dgm:t>
    </dgm:pt>
    <dgm:pt modelId="{953D941F-2ECA-4B33-8BC5-716661B312A2}" type="sibTrans" cxnId="{32BA3519-49B9-47F1-887B-39C2C3D9A386}">
      <dgm:prSet/>
      <dgm:spPr/>
      <dgm:t>
        <a:bodyPr/>
        <a:lstStyle/>
        <a:p>
          <a:endParaRPr lang="en-US"/>
        </a:p>
      </dgm:t>
    </dgm:pt>
    <dgm:pt modelId="{15D27807-574C-49D4-AAE8-60C386DD610E}">
      <dgm:prSet phldrT="[Text]" custT="1">
        <dgm:style>
          <a:lnRef idx="0">
            <a:schemeClr val="accent3"/>
          </a:lnRef>
          <a:fillRef idx="3">
            <a:schemeClr val="accent3"/>
          </a:fillRef>
          <a:effectRef idx="3">
            <a:schemeClr val="accent3"/>
          </a:effectRef>
          <a:fontRef idx="minor">
            <a:schemeClr val="lt1"/>
          </a:fontRef>
        </dgm:style>
      </dgm:prSet>
      <dgm:spPr/>
      <dgm:t>
        <a:bodyPr/>
        <a:lstStyle/>
        <a:p>
          <a:pPr algn="l"/>
          <a:r>
            <a:rPr lang="en-US" sz="1600" b="0" noProof="0" dirty="0"/>
            <a:t>5 – Render Context Layer</a:t>
          </a:r>
        </a:p>
      </dgm:t>
    </dgm:pt>
    <dgm:pt modelId="{12794ECD-87A3-4EB4-B8FB-778740C225A6}" type="parTrans" cxnId="{A8F79E71-435F-40AC-9C75-ACDA74F128AC}">
      <dgm:prSet/>
      <dgm:spPr/>
      <dgm:t>
        <a:bodyPr/>
        <a:lstStyle/>
        <a:p>
          <a:endParaRPr lang="en-US"/>
        </a:p>
      </dgm:t>
    </dgm:pt>
    <dgm:pt modelId="{6206A475-1A0B-4810-89EF-DE321E2667A1}" type="sibTrans" cxnId="{A8F79E71-435F-40AC-9C75-ACDA74F128AC}">
      <dgm:prSet/>
      <dgm:spPr/>
      <dgm:t>
        <a:bodyPr/>
        <a:lstStyle/>
        <a:p>
          <a:endParaRPr lang="en-US"/>
        </a:p>
      </dgm:t>
    </dgm:pt>
    <dgm:pt modelId="{425CD942-2779-41D0-914F-F640AB7E3C5D}">
      <dgm:prSet phldrT="[Text]" custT="1">
        <dgm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dgm:style>
      </dgm:prSet>
      <dgm:spPr/>
      <dgm:t>
        <a:bodyPr/>
        <a:lstStyle/>
        <a:p>
          <a:pPr algn="l"/>
          <a:r>
            <a:rPr lang="en-US" sz="1600" b="0" noProof="0" dirty="0"/>
            <a:t>3 – Command Layer</a:t>
          </a:r>
        </a:p>
      </dgm:t>
    </dgm:pt>
    <dgm:pt modelId="{26726183-1047-4D19-B9C9-AFA9DCE3BFF1}" type="parTrans" cxnId="{0784F12C-A432-4EA0-B448-B797BA8E04F8}">
      <dgm:prSet/>
      <dgm:spPr/>
      <dgm:t>
        <a:bodyPr/>
        <a:lstStyle/>
        <a:p>
          <a:endParaRPr lang="en-US"/>
        </a:p>
      </dgm:t>
    </dgm:pt>
    <dgm:pt modelId="{BC1C9FDF-FF4F-4C1B-8990-DC00A0EA6773}" type="sibTrans" cxnId="{0784F12C-A432-4EA0-B448-B797BA8E04F8}">
      <dgm:prSet/>
      <dgm:spPr/>
      <dgm:t>
        <a:bodyPr/>
        <a:lstStyle/>
        <a:p>
          <a:endParaRPr lang="en-US"/>
        </a:p>
      </dgm:t>
    </dgm:pt>
    <dgm:pt modelId="{67180261-FA11-4C70-99B6-208D22A34225}">
      <dgm:prSet phldrT="[Text]" custT="1">
        <dgm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dgm:style>
      </dgm:prSet>
      <dgm:spPr/>
      <dgm:t>
        <a:bodyPr/>
        <a:lstStyle/>
        <a:p>
          <a:pPr algn="l"/>
          <a:r>
            <a:rPr lang="en-US" sz="1600" b="0" noProof="0" dirty="0"/>
            <a:t>2 – Resource Layer</a:t>
          </a:r>
        </a:p>
      </dgm:t>
    </dgm:pt>
    <dgm:pt modelId="{59464F09-C52D-4303-BCD3-E1A86FD40B46}" type="parTrans" cxnId="{3E7F8416-6E5A-4FB7-8B5D-7E6552DB9137}">
      <dgm:prSet/>
      <dgm:spPr/>
      <dgm:t>
        <a:bodyPr/>
        <a:lstStyle/>
        <a:p>
          <a:endParaRPr lang="en-US"/>
        </a:p>
      </dgm:t>
    </dgm:pt>
    <dgm:pt modelId="{EFC46B28-C8E4-4492-89C7-7481CD0F35E9}" type="sibTrans" cxnId="{3E7F8416-6E5A-4FB7-8B5D-7E6552DB9137}">
      <dgm:prSet/>
      <dgm:spPr/>
      <dgm:t>
        <a:bodyPr/>
        <a:lstStyle/>
        <a:p>
          <a:endParaRPr lang="en-US"/>
        </a:p>
      </dgm:t>
    </dgm:pt>
    <dgm:pt modelId="{432AFB55-08FE-4212-9DC7-D14ED2A025FB}">
      <dgm:prSet phldrT="[Text]" custT="1">
        <dgm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dgm:style>
      </dgm:prSet>
      <dgm:spPr/>
      <dgm:t>
        <a:bodyPr/>
        <a:lstStyle/>
        <a:p>
          <a:pPr algn="l"/>
          <a:r>
            <a:rPr lang="en-US" sz="1600" b="1" noProof="0" dirty="0">
              <a:solidFill>
                <a:srgbClr val="FF0000"/>
              </a:solidFill>
            </a:rPr>
            <a:t>&gt; 1 – Description Layer &lt;</a:t>
          </a:r>
        </a:p>
      </dgm:t>
    </dgm:pt>
    <dgm:pt modelId="{05D130B0-583C-42EF-A013-EBA84E5F5145}" type="parTrans" cxnId="{56130A09-99EE-4BE9-B402-62BA4482F777}">
      <dgm:prSet/>
      <dgm:spPr/>
      <dgm:t>
        <a:bodyPr/>
        <a:lstStyle/>
        <a:p>
          <a:endParaRPr lang="en-US"/>
        </a:p>
      </dgm:t>
    </dgm:pt>
    <dgm:pt modelId="{C810953B-BB37-4D99-95A3-2A0E2B593AD3}" type="sibTrans" cxnId="{56130A09-99EE-4BE9-B402-62BA4482F777}">
      <dgm:prSet/>
      <dgm:spPr/>
      <dgm:t>
        <a:bodyPr/>
        <a:lstStyle/>
        <a:p>
          <a:endParaRPr lang="en-US"/>
        </a:p>
      </dgm:t>
    </dgm:pt>
    <dgm:pt modelId="{42BCD4A9-A9CF-4288-8C26-147300DFC46C}">
      <dgm:prSet phldrT="[Text]" custT="1">
        <dgm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dgm:style>
      </dgm:prSet>
      <dgm:spPr/>
      <dgm:t>
        <a:bodyPr/>
        <a:lstStyle/>
        <a:p>
          <a:pPr algn="l"/>
          <a:r>
            <a:rPr lang="en-US" sz="1600" b="0" noProof="0" dirty="0"/>
            <a:t>0 – Graphics API Layer</a:t>
          </a:r>
        </a:p>
      </dgm:t>
    </dgm:pt>
    <dgm:pt modelId="{2EC818B6-7EF7-49B2-8071-9F139B646C3D}" type="parTrans" cxnId="{69E0F8E1-8528-47CB-81D2-7A5C3269F765}">
      <dgm:prSet/>
      <dgm:spPr/>
      <dgm:t>
        <a:bodyPr/>
        <a:lstStyle/>
        <a:p>
          <a:endParaRPr lang="en-US"/>
        </a:p>
      </dgm:t>
    </dgm:pt>
    <dgm:pt modelId="{AC7342C8-5124-4DD3-A2EE-25BE180D55FB}" type="sibTrans" cxnId="{69E0F8E1-8528-47CB-81D2-7A5C3269F765}">
      <dgm:prSet/>
      <dgm:spPr/>
      <dgm:t>
        <a:bodyPr/>
        <a:lstStyle/>
        <a:p>
          <a:endParaRPr lang="en-US"/>
        </a:p>
      </dgm:t>
    </dgm:pt>
    <dgm:pt modelId="{C616C108-B7C7-48F6-8927-297071625E4C}">
      <dgm:prSet phldrT="[Text]" custT="1">
        <dgm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dgm:style>
      </dgm:prSet>
      <dgm:spPr/>
      <dgm:t>
        <a:bodyPr/>
        <a:lstStyle/>
        <a:p>
          <a:pPr algn="l"/>
          <a:r>
            <a:rPr lang="en-US" sz="1600" b="0" noProof="0" dirty="0"/>
            <a:t>4 – Representation Layer</a:t>
          </a:r>
        </a:p>
      </dgm:t>
    </dgm:pt>
    <dgm:pt modelId="{ADA804D4-279F-4CAA-A98F-8F94F344AFBC}" type="parTrans" cxnId="{86812C0E-FADC-4C3E-819E-498D8148424B}">
      <dgm:prSet/>
      <dgm:spPr/>
      <dgm:t>
        <a:bodyPr/>
        <a:lstStyle/>
        <a:p>
          <a:endParaRPr lang="en-US"/>
        </a:p>
      </dgm:t>
    </dgm:pt>
    <dgm:pt modelId="{20C51BFB-A17D-482C-8A24-3C7B538AFAD5}" type="sibTrans" cxnId="{86812C0E-FADC-4C3E-819E-498D8148424B}">
      <dgm:prSet/>
      <dgm:spPr/>
      <dgm:t>
        <a:bodyPr/>
        <a:lstStyle/>
        <a:p>
          <a:endParaRPr lang="en-US"/>
        </a:p>
      </dgm:t>
    </dgm:pt>
    <dgm:pt modelId="{409AF4A9-954C-4DBA-AD54-B8C01FAFB96B}">
      <dgm:prSet phldrT="[Text]" custT="1">
        <dgm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dgm:style>
      </dgm:prSet>
      <dgm:spPr/>
      <dgm:t>
        <a:bodyPr/>
        <a:lstStyle/>
        <a:p>
          <a:pPr algn="l"/>
          <a:r>
            <a:rPr lang="pl-PL" sz="1600" b="0" noProof="0" dirty="0"/>
            <a:t>7 </a:t>
          </a:r>
          <a:r>
            <a:rPr lang="en-US" sz="1600" b="0" noProof="0" dirty="0"/>
            <a:t>– Integration Layer</a:t>
          </a:r>
        </a:p>
      </dgm:t>
    </dgm:pt>
    <dgm:pt modelId="{446793BA-E1E5-4BFF-8B57-401A2EC8D6F9}" type="parTrans" cxnId="{790DD5CD-3F70-4ED3-9D20-1B8E281FFB5F}">
      <dgm:prSet/>
      <dgm:spPr/>
      <dgm:t>
        <a:bodyPr/>
        <a:lstStyle/>
        <a:p>
          <a:endParaRPr lang="en-US"/>
        </a:p>
      </dgm:t>
    </dgm:pt>
    <dgm:pt modelId="{36B1A9A3-E2F4-43F9-BD9A-410B4D6CF563}" type="sibTrans" cxnId="{790DD5CD-3F70-4ED3-9D20-1B8E281FFB5F}">
      <dgm:prSet/>
      <dgm:spPr/>
      <dgm:t>
        <a:bodyPr/>
        <a:lstStyle/>
        <a:p>
          <a:endParaRPr lang="en-US"/>
        </a:p>
      </dgm:t>
    </dgm:pt>
    <dgm:pt modelId="{0A2B100A-873D-4378-B06C-7D278D8A2DC0}" type="pres">
      <dgm:prSet presAssocID="{492A7F8C-4384-4FED-90C3-C50AD51CD4D0}" presName="Name0" presStyleCnt="0">
        <dgm:presLayoutVars>
          <dgm:dir/>
          <dgm:animLvl val="lvl"/>
          <dgm:resizeHandles val="exact"/>
        </dgm:presLayoutVars>
      </dgm:prSet>
      <dgm:spPr/>
    </dgm:pt>
    <dgm:pt modelId="{B6CBF893-1455-4C12-8976-948FAD51EFB8}" type="pres">
      <dgm:prSet presAssocID="{42BCD4A9-A9CF-4288-8C26-147300DFC46C}" presName="boxAndChildren" presStyleCnt="0"/>
      <dgm:spPr/>
    </dgm:pt>
    <dgm:pt modelId="{A42A819C-0492-415D-93BA-8DABF228CA62}" type="pres">
      <dgm:prSet presAssocID="{42BCD4A9-A9CF-4288-8C26-147300DFC46C}" presName="parentTextBox" presStyleLbl="node1" presStyleIdx="0" presStyleCnt="8"/>
      <dgm:spPr/>
    </dgm:pt>
    <dgm:pt modelId="{4F51C2B6-C1A6-47C4-B565-5F8B72D7AD5F}" type="pres">
      <dgm:prSet presAssocID="{C810953B-BB37-4D99-95A3-2A0E2B593AD3}" presName="sp" presStyleCnt="0"/>
      <dgm:spPr/>
    </dgm:pt>
    <dgm:pt modelId="{B490842A-F1B0-46F8-9AEB-309D9BCE7375}" type="pres">
      <dgm:prSet presAssocID="{432AFB55-08FE-4212-9DC7-D14ED2A025FB}" presName="arrowAndChildren" presStyleCnt="0"/>
      <dgm:spPr/>
    </dgm:pt>
    <dgm:pt modelId="{F44D84BB-4D82-4D22-AB84-931EDDB52237}" type="pres">
      <dgm:prSet presAssocID="{432AFB55-08FE-4212-9DC7-D14ED2A025FB}" presName="parentTextArrow" presStyleLbl="node1" presStyleIdx="1" presStyleCnt="8"/>
      <dgm:spPr/>
    </dgm:pt>
    <dgm:pt modelId="{DA7568B8-794F-43D8-9339-5CB2AB9878DC}" type="pres">
      <dgm:prSet presAssocID="{EFC46B28-C8E4-4492-89C7-7481CD0F35E9}" presName="sp" presStyleCnt="0"/>
      <dgm:spPr/>
    </dgm:pt>
    <dgm:pt modelId="{1C82E6B6-E336-490B-ADE8-0634C5F59BF2}" type="pres">
      <dgm:prSet presAssocID="{67180261-FA11-4C70-99B6-208D22A34225}" presName="arrowAndChildren" presStyleCnt="0"/>
      <dgm:spPr/>
    </dgm:pt>
    <dgm:pt modelId="{EAC5A75C-3ABE-44A2-8907-E4140A97C1E0}" type="pres">
      <dgm:prSet presAssocID="{67180261-FA11-4C70-99B6-208D22A34225}" presName="parentTextArrow" presStyleLbl="node1" presStyleIdx="2" presStyleCnt="8"/>
      <dgm:spPr/>
    </dgm:pt>
    <dgm:pt modelId="{657CDD7F-6D79-4D2A-BB77-EEE71BDB82FD}" type="pres">
      <dgm:prSet presAssocID="{BC1C9FDF-FF4F-4C1B-8990-DC00A0EA6773}" presName="sp" presStyleCnt="0"/>
      <dgm:spPr/>
    </dgm:pt>
    <dgm:pt modelId="{F659EBA3-79D2-4471-81B8-468732250214}" type="pres">
      <dgm:prSet presAssocID="{425CD942-2779-41D0-914F-F640AB7E3C5D}" presName="arrowAndChildren" presStyleCnt="0"/>
      <dgm:spPr/>
    </dgm:pt>
    <dgm:pt modelId="{CC90F8F4-F48D-4DB1-9179-26CCF2BFE1A2}" type="pres">
      <dgm:prSet presAssocID="{425CD942-2779-41D0-914F-F640AB7E3C5D}" presName="parentTextArrow" presStyleLbl="node1" presStyleIdx="3" presStyleCnt="8"/>
      <dgm:spPr/>
    </dgm:pt>
    <dgm:pt modelId="{3AD5307F-D61B-4F32-9552-0CEA92EAC762}" type="pres">
      <dgm:prSet presAssocID="{20C51BFB-A17D-482C-8A24-3C7B538AFAD5}" presName="sp" presStyleCnt="0"/>
      <dgm:spPr/>
    </dgm:pt>
    <dgm:pt modelId="{6A5FB491-9AA2-4565-AF02-E3D19F660042}" type="pres">
      <dgm:prSet presAssocID="{C616C108-B7C7-48F6-8927-297071625E4C}" presName="arrowAndChildren" presStyleCnt="0"/>
      <dgm:spPr/>
    </dgm:pt>
    <dgm:pt modelId="{24D0BC81-A687-4ECE-A51B-5DFE2CF771EA}" type="pres">
      <dgm:prSet presAssocID="{C616C108-B7C7-48F6-8927-297071625E4C}" presName="parentTextArrow" presStyleLbl="node1" presStyleIdx="4" presStyleCnt="8"/>
      <dgm:spPr/>
    </dgm:pt>
    <dgm:pt modelId="{3947E3FC-0A0C-4D50-932D-8EE29FACF341}" type="pres">
      <dgm:prSet presAssocID="{6206A475-1A0B-4810-89EF-DE321E2667A1}" presName="sp" presStyleCnt="0"/>
      <dgm:spPr/>
    </dgm:pt>
    <dgm:pt modelId="{AD82154D-4B85-4EB7-855E-B00FA2A927C1}" type="pres">
      <dgm:prSet presAssocID="{15D27807-574C-49D4-AAE8-60C386DD610E}" presName="arrowAndChildren" presStyleCnt="0"/>
      <dgm:spPr/>
    </dgm:pt>
    <dgm:pt modelId="{E7721F18-C2E7-40DB-A6DF-077F19E12852}" type="pres">
      <dgm:prSet presAssocID="{15D27807-574C-49D4-AAE8-60C386DD610E}" presName="parentTextArrow" presStyleLbl="node1" presStyleIdx="5" presStyleCnt="8"/>
      <dgm:spPr/>
    </dgm:pt>
    <dgm:pt modelId="{A912EC36-A5DC-4F45-9894-0E94BA2152B2}" type="pres">
      <dgm:prSet presAssocID="{953D941F-2ECA-4B33-8BC5-716661B312A2}" presName="sp" presStyleCnt="0"/>
      <dgm:spPr/>
    </dgm:pt>
    <dgm:pt modelId="{10F6218F-587E-4371-A510-FC30BAB3186E}" type="pres">
      <dgm:prSet presAssocID="{73A02E57-572D-44F5-91FF-202C06473274}" presName="arrowAndChildren" presStyleCnt="0"/>
      <dgm:spPr/>
    </dgm:pt>
    <dgm:pt modelId="{EB973E16-5EFD-451A-8BC2-5210A9069A5F}" type="pres">
      <dgm:prSet presAssocID="{73A02E57-572D-44F5-91FF-202C06473274}" presName="parentTextArrow" presStyleLbl="node1" presStyleIdx="6" presStyleCnt="8"/>
      <dgm:spPr/>
    </dgm:pt>
    <dgm:pt modelId="{A47B2150-AB66-4391-AEB1-FE0DBD7BEB53}" type="pres">
      <dgm:prSet presAssocID="{36B1A9A3-E2F4-43F9-BD9A-410B4D6CF563}" presName="sp" presStyleCnt="0"/>
      <dgm:spPr/>
    </dgm:pt>
    <dgm:pt modelId="{EA55E29A-7091-401C-9A0C-39594222445D}" type="pres">
      <dgm:prSet presAssocID="{409AF4A9-954C-4DBA-AD54-B8C01FAFB96B}" presName="arrowAndChildren" presStyleCnt="0"/>
      <dgm:spPr/>
    </dgm:pt>
    <dgm:pt modelId="{3DF89B0C-C280-49DB-91D6-BFC9CDC132DA}" type="pres">
      <dgm:prSet presAssocID="{409AF4A9-954C-4DBA-AD54-B8C01FAFB96B}" presName="parentTextArrow" presStyleLbl="node1" presStyleIdx="7" presStyleCnt="8"/>
      <dgm:spPr/>
    </dgm:pt>
  </dgm:ptLst>
  <dgm:cxnLst>
    <dgm:cxn modelId="{56130A09-99EE-4BE9-B402-62BA4482F777}" srcId="{492A7F8C-4384-4FED-90C3-C50AD51CD4D0}" destId="{432AFB55-08FE-4212-9DC7-D14ED2A025FB}" srcOrd="6" destOrd="0" parTransId="{05D130B0-583C-42EF-A013-EBA84E5F5145}" sibTransId="{C810953B-BB37-4D99-95A3-2A0E2B593AD3}"/>
    <dgm:cxn modelId="{86812C0E-FADC-4C3E-819E-498D8148424B}" srcId="{492A7F8C-4384-4FED-90C3-C50AD51CD4D0}" destId="{C616C108-B7C7-48F6-8927-297071625E4C}" srcOrd="3" destOrd="0" parTransId="{ADA804D4-279F-4CAA-A98F-8F94F344AFBC}" sibTransId="{20C51BFB-A17D-482C-8A24-3C7B538AFAD5}"/>
    <dgm:cxn modelId="{3A55D715-D7A3-4BA5-82FE-3238DA18CABF}" type="presOf" srcId="{409AF4A9-954C-4DBA-AD54-B8C01FAFB96B}" destId="{3DF89B0C-C280-49DB-91D6-BFC9CDC132DA}" srcOrd="0" destOrd="0" presId="urn:microsoft.com/office/officeart/2005/8/layout/process4"/>
    <dgm:cxn modelId="{3E7F8416-6E5A-4FB7-8B5D-7E6552DB9137}" srcId="{492A7F8C-4384-4FED-90C3-C50AD51CD4D0}" destId="{67180261-FA11-4C70-99B6-208D22A34225}" srcOrd="5" destOrd="0" parTransId="{59464F09-C52D-4303-BCD3-E1A86FD40B46}" sibTransId="{EFC46B28-C8E4-4492-89C7-7481CD0F35E9}"/>
    <dgm:cxn modelId="{32BA3519-49B9-47F1-887B-39C2C3D9A386}" srcId="{492A7F8C-4384-4FED-90C3-C50AD51CD4D0}" destId="{73A02E57-572D-44F5-91FF-202C06473274}" srcOrd="1" destOrd="0" parTransId="{A887982E-FA99-4ED5-B0D1-A85FC179005A}" sibTransId="{953D941F-2ECA-4B33-8BC5-716661B312A2}"/>
    <dgm:cxn modelId="{0784F12C-A432-4EA0-B448-B797BA8E04F8}" srcId="{492A7F8C-4384-4FED-90C3-C50AD51CD4D0}" destId="{425CD942-2779-41D0-914F-F640AB7E3C5D}" srcOrd="4" destOrd="0" parTransId="{26726183-1047-4D19-B9C9-AFA9DCE3BFF1}" sibTransId="{BC1C9FDF-FF4F-4C1B-8990-DC00A0EA6773}"/>
    <dgm:cxn modelId="{40F9453C-80CC-4465-9163-9CF766BA861D}" type="presOf" srcId="{C616C108-B7C7-48F6-8927-297071625E4C}" destId="{24D0BC81-A687-4ECE-A51B-5DFE2CF771EA}" srcOrd="0" destOrd="0" presId="urn:microsoft.com/office/officeart/2005/8/layout/process4"/>
    <dgm:cxn modelId="{E7E5C442-CCB1-4A35-AE8E-C894547FE8D8}" type="presOf" srcId="{67180261-FA11-4C70-99B6-208D22A34225}" destId="{EAC5A75C-3ABE-44A2-8907-E4140A97C1E0}" srcOrd="0" destOrd="0" presId="urn:microsoft.com/office/officeart/2005/8/layout/process4"/>
    <dgm:cxn modelId="{1D3C1763-ABDA-4C99-99B6-73D9F1A2BDAD}" type="presOf" srcId="{15D27807-574C-49D4-AAE8-60C386DD610E}" destId="{E7721F18-C2E7-40DB-A6DF-077F19E12852}" srcOrd="0" destOrd="0" presId="urn:microsoft.com/office/officeart/2005/8/layout/process4"/>
    <dgm:cxn modelId="{7C4AD066-E14C-4C89-BEF5-9ACF434EB4D9}" type="presOf" srcId="{492A7F8C-4384-4FED-90C3-C50AD51CD4D0}" destId="{0A2B100A-873D-4378-B06C-7D278D8A2DC0}" srcOrd="0" destOrd="0" presId="urn:microsoft.com/office/officeart/2005/8/layout/process4"/>
    <dgm:cxn modelId="{A8F79E71-435F-40AC-9C75-ACDA74F128AC}" srcId="{492A7F8C-4384-4FED-90C3-C50AD51CD4D0}" destId="{15D27807-574C-49D4-AAE8-60C386DD610E}" srcOrd="2" destOrd="0" parTransId="{12794ECD-87A3-4EB4-B8FB-778740C225A6}" sibTransId="{6206A475-1A0B-4810-89EF-DE321E2667A1}"/>
    <dgm:cxn modelId="{A2824D91-DCBA-46E7-8AD6-E073456A6C43}" type="presOf" srcId="{73A02E57-572D-44F5-91FF-202C06473274}" destId="{EB973E16-5EFD-451A-8BC2-5210A9069A5F}" srcOrd="0" destOrd="0" presId="urn:microsoft.com/office/officeart/2005/8/layout/process4"/>
    <dgm:cxn modelId="{60CC57BD-7C11-4579-8FA3-E8A8D84CCDB7}" type="presOf" srcId="{425CD942-2779-41D0-914F-F640AB7E3C5D}" destId="{CC90F8F4-F48D-4DB1-9179-26CCF2BFE1A2}" srcOrd="0" destOrd="0" presId="urn:microsoft.com/office/officeart/2005/8/layout/process4"/>
    <dgm:cxn modelId="{790DD5CD-3F70-4ED3-9D20-1B8E281FFB5F}" srcId="{492A7F8C-4384-4FED-90C3-C50AD51CD4D0}" destId="{409AF4A9-954C-4DBA-AD54-B8C01FAFB96B}" srcOrd="0" destOrd="0" parTransId="{446793BA-E1E5-4BFF-8B57-401A2EC8D6F9}" sibTransId="{36B1A9A3-E2F4-43F9-BD9A-410B4D6CF563}"/>
    <dgm:cxn modelId="{7F4549D0-4F92-48A3-ADEA-3E0DD3C6BE91}" type="presOf" srcId="{432AFB55-08FE-4212-9DC7-D14ED2A025FB}" destId="{F44D84BB-4D82-4D22-AB84-931EDDB52237}" srcOrd="0" destOrd="0" presId="urn:microsoft.com/office/officeart/2005/8/layout/process4"/>
    <dgm:cxn modelId="{C3F52AE0-9571-44BC-994A-3E38C7334213}" type="presOf" srcId="{42BCD4A9-A9CF-4288-8C26-147300DFC46C}" destId="{A42A819C-0492-415D-93BA-8DABF228CA62}" srcOrd="0" destOrd="0" presId="urn:microsoft.com/office/officeart/2005/8/layout/process4"/>
    <dgm:cxn modelId="{69E0F8E1-8528-47CB-81D2-7A5C3269F765}" srcId="{492A7F8C-4384-4FED-90C3-C50AD51CD4D0}" destId="{42BCD4A9-A9CF-4288-8C26-147300DFC46C}" srcOrd="7" destOrd="0" parTransId="{2EC818B6-7EF7-49B2-8071-9F139B646C3D}" sibTransId="{AC7342C8-5124-4DD3-A2EE-25BE180D55FB}"/>
    <dgm:cxn modelId="{835D6DE4-DE41-458A-BD0A-5F86A845C2F5}" type="presParOf" srcId="{0A2B100A-873D-4378-B06C-7D278D8A2DC0}" destId="{B6CBF893-1455-4C12-8976-948FAD51EFB8}" srcOrd="0" destOrd="0" presId="urn:microsoft.com/office/officeart/2005/8/layout/process4"/>
    <dgm:cxn modelId="{341A1051-9F16-4EFC-B2EE-8CBAED3916D4}" type="presParOf" srcId="{B6CBF893-1455-4C12-8976-948FAD51EFB8}" destId="{A42A819C-0492-415D-93BA-8DABF228CA62}" srcOrd="0" destOrd="0" presId="urn:microsoft.com/office/officeart/2005/8/layout/process4"/>
    <dgm:cxn modelId="{82D065DA-47EA-4386-93CB-83D8BB5AADFC}" type="presParOf" srcId="{0A2B100A-873D-4378-B06C-7D278D8A2DC0}" destId="{4F51C2B6-C1A6-47C4-B565-5F8B72D7AD5F}" srcOrd="1" destOrd="0" presId="urn:microsoft.com/office/officeart/2005/8/layout/process4"/>
    <dgm:cxn modelId="{531E0F1A-36E8-4062-ACBC-EA75308EAE95}" type="presParOf" srcId="{0A2B100A-873D-4378-B06C-7D278D8A2DC0}" destId="{B490842A-F1B0-46F8-9AEB-309D9BCE7375}" srcOrd="2" destOrd="0" presId="urn:microsoft.com/office/officeart/2005/8/layout/process4"/>
    <dgm:cxn modelId="{07B6682D-4C99-4986-9356-27B313422581}" type="presParOf" srcId="{B490842A-F1B0-46F8-9AEB-309D9BCE7375}" destId="{F44D84BB-4D82-4D22-AB84-931EDDB52237}" srcOrd="0" destOrd="0" presId="urn:microsoft.com/office/officeart/2005/8/layout/process4"/>
    <dgm:cxn modelId="{46CFFCD6-2BD0-4562-BF8E-CCD8AB6C0B39}" type="presParOf" srcId="{0A2B100A-873D-4378-B06C-7D278D8A2DC0}" destId="{DA7568B8-794F-43D8-9339-5CB2AB9878DC}" srcOrd="3" destOrd="0" presId="urn:microsoft.com/office/officeart/2005/8/layout/process4"/>
    <dgm:cxn modelId="{1997BFBC-1113-4449-A244-FA9A9D45760C}" type="presParOf" srcId="{0A2B100A-873D-4378-B06C-7D278D8A2DC0}" destId="{1C82E6B6-E336-490B-ADE8-0634C5F59BF2}" srcOrd="4" destOrd="0" presId="urn:microsoft.com/office/officeart/2005/8/layout/process4"/>
    <dgm:cxn modelId="{8669089A-2245-400F-91C0-DFE4C4032EA9}" type="presParOf" srcId="{1C82E6B6-E336-490B-ADE8-0634C5F59BF2}" destId="{EAC5A75C-3ABE-44A2-8907-E4140A97C1E0}" srcOrd="0" destOrd="0" presId="urn:microsoft.com/office/officeart/2005/8/layout/process4"/>
    <dgm:cxn modelId="{79C84663-D93D-4383-8CD2-E8E456086C67}" type="presParOf" srcId="{0A2B100A-873D-4378-B06C-7D278D8A2DC0}" destId="{657CDD7F-6D79-4D2A-BB77-EEE71BDB82FD}" srcOrd="5" destOrd="0" presId="urn:microsoft.com/office/officeart/2005/8/layout/process4"/>
    <dgm:cxn modelId="{9C8AF549-EED3-4EF3-BB88-4B727A0242CF}" type="presParOf" srcId="{0A2B100A-873D-4378-B06C-7D278D8A2DC0}" destId="{F659EBA3-79D2-4471-81B8-468732250214}" srcOrd="6" destOrd="0" presId="urn:microsoft.com/office/officeart/2005/8/layout/process4"/>
    <dgm:cxn modelId="{95969611-51D9-4501-A5B9-4F378D357CA7}" type="presParOf" srcId="{F659EBA3-79D2-4471-81B8-468732250214}" destId="{CC90F8F4-F48D-4DB1-9179-26CCF2BFE1A2}" srcOrd="0" destOrd="0" presId="urn:microsoft.com/office/officeart/2005/8/layout/process4"/>
    <dgm:cxn modelId="{A2058D8E-8F14-4BB3-8820-0F7AE196C439}" type="presParOf" srcId="{0A2B100A-873D-4378-B06C-7D278D8A2DC0}" destId="{3AD5307F-D61B-4F32-9552-0CEA92EAC762}" srcOrd="7" destOrd="0" presId="urn:microsoft.com/office/officeart/2005/8/layout/process4"/>
    <dgm:cxn modelId="{649639AA-52E9-4370-A238-DEBC6D79DD4C}" type="presParOf" srcId="{0A2B100A-873D-4378-B06C-7D278D8A2DC0}" destId="{6A5FB491-9AA2-4565-AF02-E3D19F660042}" srcOrd="8" destOrd="0" presId="urn:microsoft.com/office/officeart/2005/8/layout/process4"/>
    <dgm:cxn modelId="{79EC268A-D918-4D83-B529-EAB484660686}" type="presParOf" srcId="{6A5FB491-9AA2-4565-AF02-E3D19F660042}" destId="{24D0BC81-A687-4ECE-A51B-5DFE2CF771EA}" srcOrd="0" destOrd="0" presId="urn:microsoft.com/office/officeart/2005/8/layout/process4"/>
    <dgm:cxn modelId="{5DF68820-D0F3-4EC3-8655-69F6BF85806F}" type="presParOf" srcId="{0A2B100A-873D-4378-B06C-7D278D8A2DC0}" destId="{3947E3FC-0A0C-4D50-932D-8EE29FACF341}" srcOrd="9" destOrd="0" presId="urn:microsoft.com/office/officeart/2005/8/layout/process4"/>
    <dgm:cxn modelId="{C9145179-E79D-4389-B628-941F682FE043}" type="presParOf" srcId="{0A2B100A-873D-4378-B06C-7D278D8A2DC0}" destId="{AD82154D-4B85-4EB7-855E-B00FA2A927C1}" srcOrd="10" destOrd="0" presId="urn:microsoft.com/office/officeart/2005/8/layout/process4"/>
    <dgm:cxn modelId="{55B58455-39B5-49B2-9BF9-A779EEA392DE}" type="presParOf" srcId="{AD82154D-4B85-4EB7-855E-B00FA2A927C1}" destId="{E7721F18-C2E7-40DB-A6DF-077F19E12852}" srcOrd="0" destOrd="0" presId="urn:microsoft.com/office/officeart/2005/8/layout/process4"/>
    <dgm:cxn modelId="{B0500116-1811-4137-A9DF-3E9C44A92F76}" type="presParOf" srcId="{0A2B100A-873D-4378-B06C-7D278D8A2DC0}" destId="{A912EC36-A5DC-4F45-9894-0E94BA2152B2}" srcOrd="11" destOrd="0" presId="urn:microsoft.com/office/officeart/2005/8/layout/process4"/>
    <dgm:cxn modelId="{2D225CAB-3304-4606-B62B-3F57D737E2FA}" type="presParOf" srcId="{0A2B100A-873D-4378-B06C-7D278D8A2DC0}" destId="{10F6218F-587E-4371-A510-FC30BAB3186E}" srcOrd="12" destOrd="0" presId="urn:microsoft.com/office/officeart/2005/8/layout/process4"/>
    <dgm:cxn modelId="{1CF71B0C-1B3C-42E6-B784-090387C2D32A}" type="presParOf" srcId="{10F6218F-587E-4371-A510-FC30BAB3186E}" destId="{EB973E16-5EFD-451A-8BC2-5210A9069A5F}" srcOrd="0" destOrd="0" presId="urn:microsoft.com/office/officeart/2005/8/layout/process4"/>
    <dgm:cxn modelId="{8F7AA846-8173-44C5-B41B-555A4C56CFE2}" type="presParOf" srcId="{0A2B100A-873D-4378-B06C-7D278D8A2DC0}" destId="{A47B2150-AB66-4391-AEB1-FE0DBD7BEB53}" srcOrd="13" destOrd="0" presId="urn:microsoft.com/office/officeart/2005/8/layout/process4"/>
    <dgm:cxn modelId="{083CC97F-8C9C-4176-A8A3-BC2297D30167}" type="presParOf" srcId="{0A2B100A-873D-4378-B06C-7D278D8A2DC0}" destId="{EA55E29A-7091-401C-9A0C-39594222445D}" srcOrd="14" destOrd="0" presId="urn:microsoft.com/office/officeart/2005/8/layout/process4"/>
    <dgm:cxn modelId="{1B7DA07E-2525-4A4F-B854-897A11131D3C}" type="presParOf" srcId="{EA55E29A-7091-401C-9A0C-39594222445D}" destId="{3DF89B0C-C280-49DB-91D6-BFC9CDC132DA}" srcOrd="0" destOrd="0" presId="urn:microsoft.com/office/officeart/2005/8/layout/process4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886C93F6-62F7-49E1-B5DF-78561DEC743E}" type="doc">
      <dgm:prSet loTypeId="urn:microsoft.com/office/officeart/2005/8/layout/hierarchy3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5D47BB7E-FD3D-4DD5-9164-813EA6727E60}">
      <dgm:prSet phldrT="[Text]">
        <dgm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dgm:style>
      </dgm:prSet>
      <dgm:spPr/>
      <dgm:t>
        <a:bodyPr/>
        <a:lstStyle/>
        <a:p>
          <a:r>
            <a:rPr lang="en-US" noProof="0" dirty="0"/>
            <a:t>Data</a:t>
          </a:r>
        </a:p>
      </dgm:t>
    </dgm:pt>
    <dgm:pt modelId="{412A9F12-3857-41D9-8616-9140ABB75869}" type="parTrans" cxnId="{3DEC6BE5-8CED-47BB-8C9D-B2FF8B38A54C}">
      <dgm:prSet/>
      <dgm:spPr/>
      <dgm:t>
        <a:bodyPr/>
        <a:lstStyle/>
        <a:p>
          <a:endParaRPr lang="en-US"/>
        </a:p>
      </dgm:t>
    </dgm:pt>
    <dgm:pt modelId="{A2AFDB53-5A2D-48DC-B0F4-B819302F6654}" type="sibTrans" cxnId="{3DEC6BE5-8CED-47BB-8C9D-B2FF8B38A54C}">
      <dgm:prSet/>
      <dgm:spPr/>
      <dgm:t>
        <a:bodyPr/>
        <a:lstStyle/>
        <a:p>
          <a:endParaRPr lang="en-US"/>
        </a:p>
      </dgm:t>
    </dgm:pt>
    <dgm:pt modelId="{A51D17FD-9BD0-4438-84BE-C730ACFEAAF5}">
      <dgm:prSet phldrT="[Text]">
        <dgm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dgm:style>
      </dgm:prSet>
      <dgm:spPr/>
      <dgm:t>
        <a:bodyPr/>
        <a:lstStyle/>
        <a:p>
          <a:r>
            <a:rPr lang="en-US" noProof="0" dirty="0"/>
            <a:t>Shader Interface</a:t>
          </a:r>
        </a:p>
      </dgm:t>
    </dgm:pt>
    <dgm:pt modelId="{DD3E0B77-55D7-4D0F-8B46-161AAC4FE5F6}" type="parTrans" cxnId="{699A088F-7DE6-4354-B72F-5CBCD88D3905}">
      <dgm:prSet/>
      <dgm:spPr/>
      <dgm:t>
        <a:bodyPr/>
        <a:lstStyle/>
        <a:p>
          <a:endParaRPr lang="en-US"/>
        </a:p>
      </dgm:t>
    </dgm:pt>
    <dgm:pt modelId="{20804197-4983-400D-BAE2-A8CE2437EEF7}" type="sibTrans" cxnId="{699A088F-7DE6-4354-B72F-5CBCD88D3905}">
      <dgm:prSet/>
      <dgm:spPr/>
      <dgm:t>
        <a:bodyPr/>
        <a:lstStyle/>
        <a:p>
          <a:endParaRPr lang="en-US"/>
        </a:p>
      </dgm:t>
    </dgm:pt>
    <dgm:pt modelId="{CC4B90CB-1857-4994-BB54-698D11547786}">
      <dgm:prSet phldrT="[Text]">
        <dgm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dgm:style>
      </dgm:prSet>
      <dgm:spPr/>
      <dgm:t>
        <a:bodyPr/>
        <a:lstStyle/>
        <a:p>
          <a:r>
            <a:rPr lang="en-US" noProof="0" dirty="0"/>
            <a:t>Framebuffer</a:t>
          </a:r>
        </a:p>
      </dgm:t>
    </dgm:pt>
    <dgm:pt modelId="{9AC0D69E-334C-4D65-A576-17473AB4532D}" type="parTrans" cxnId="{AA970D9A-0E51-4358-9BD8-F6BDAFBA6625}">
      <dgm:prSet/>
      <dgm:spPr/>
      <dgm:t>
        <a:bodyPr/>
        <a:lstStyle/>
        <a:p>
          <a:endParaRPr lang="en-US"/>
        </a:p>
      </dgm:t>
    </dgm:pt>
    <dgm:pt modelId="{EE617401-ED7A-4E56-83C2-FEBEB5E5DB99}" type="sibTrans" cxnId="{AA970D9A-0E51-4358-9BD8-F6BDAFBA6625}">
      <dgm:prSet/>
      <dgm:spPr/>
      <dgm:t>
        <a:bodyPr/>
        <a:lstStyle/>
        <a:p>
          <a:endParaRPr lang="en-US"/>
        </a:p>
      </dgm:t>
    </dgm:pt>
    <dgm:pt modelId="{E5301FD7-A038-40B0-A9CF-FEF6F4C8D205}">
      <dgm:prSet phldrT="[Text]">
        <dgm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noProof="0" dirty="0"/>
            <a:t>Primitive</a:t>
          </a:r>
        </a:p>
      </dgm:t>
    </dgm:pt>
    <dgm:pt modelId="{A016BC3C-C01F-4C1A-B0BE-DBA178EF1B32}" type="parTrans" cxnId="{5060F600-612A-4952-A8D2-F7041B70D51F}">
      <dgm:prSet>
        <dgm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dgm:style>
      </dgm:prSet>
      <dgm:spPr/>
      <dgm:t>
        <a:bodyPr/>
        <a:lstStyle/>
        <a:p>
          <a:endParaRPr lang="en-US"/>
        </a:p>
      </dgm:t>
    </dgm:pt>
    <dgm:pt modelId="{8A8A3FAA-160D-4D0F-9652-09573AD4E43E}" type="sibTrans" cxnId="{5060F600-612A-4952-A8D2-F7041B70D51F}">
      <dgm:prSet/>
      <dgm:spPr/>
      <dgm:t>
        <a:bodyPr/>
        <a:lstStyle/>
        <a:p>
          <a:endParaRPr lang="en-US"/>
        </a:p>
      </dgm:t>
    </dgm:pt>
    <dgm:pt modelId="{B9FCE55C-593E-4EBC-B63A-85FD0EC237A7}">
      <dgm:prSet phldrT="[Text]">
        <dgm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noProof="0" dirty="0"/>
            <a:t>Structure</a:t>
          </a:r>
        </a:p>
      </dgm:t>
    </dgm:pt>
    <dgm:pt modelId="{6F8C6D53-E7A7-450B-ABEA-3A8EA8AFE1F9}" type="parTrans" cxnId="{2A063298-05D7-4B40-8F51-11E9F2F6E05C}">
      <dgm:prSet>
        <dgm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dgm:style>
      </dgm:prSet>
      <dgm:spPr/>
      <dgm:t>
        <a:bodyPr/>
        <a:lstStyle/>
        <a:p>
          <a:endParaRPr lang="en-US"/>
        </a:p>
      </dgm:t>
    </dgm:pt>
    <dgm:pt modelId="{4C42CE99-F183-49AF-8D26-323AB3B3C85C}" type="sibTrans" cxnId="{2A063298-05D7-4B40-8F51-11E9F2F6E05C}">
      <dgm:prSet/>
      <dgm:spPr/>
      <dgm:t>
        <a:bodyPr/>
        <a:lstStyle/>
        <a:p>
          <a:endParaRPr lang="en-US"/>
        </a:p>
      </dgm:t>
    </dgm:pt>
    <dgm:pt modelId="{5BA34D13-E7DF-4DF1-9D6F-D5896B6EF7D3}">
      <dgm:prSet phldrT="[Text]">
        <dgm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noProof="0" dirty="0"/>
            <a:t>Type</a:t>
          </a:r>
        </a:p>
      </dgm:t>
    </dgm:pt>
    <dgm:pt modelId="{5DF9BBC2-CF34-47A4-B918-8F9D7696279B}" type="parTrans" cxnId="{976523BF-8C23-4538-9948-ACAC7D9C08C0}">
      <dgm:prSet>
        <dgm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dgm:style>
      </dgm:prSet>
      <dgm:spPr/>
      <dgm:t>
        <a:bodyPr/>
        <a:lstStyle/>
        <a:p>
          <a:endParaRPr lang="en-US"/>
        </a:p>
      </dgm:t>
    </dgm:pt>
    <dgm:pt modelId="{68E51B8A-2A76-45BE-A49E-3C136D4125F4}" type="sibTrans" cxnId="{976523BF-8C23-4538-9948-ACAC7D9C08C0}">
      <dgm:prSet/>
      <dgm:spPr/>
      <dgm:t>
        <a:bodyPr/>
        <a:lstStyle/>
        <a:p>
          <a:endParaRPr lang="en-US"/>
        </a:p>
      </dgm:t>
    </dgm:pt>
    <dgm:pt modelId="{E0E04848-187C-4FB8-A750-5CEA4A661E76}">
      <dgm:prSet phldrT="[Text]">
        <dgm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noProof="0" dirty="0"/>
            <a:t>Attachment</a:t>
          </a:r>
        </a:p>
      </dgm:t>
    </dgm:pt>
    <dgm:pt modelId="{589E1125-C3E7-4CA8-8AE9-84DFEE0655D5}" type="parTrans" cxnId="{ED8F8EA8-0C09-4BFC-94AD-52BDE6C00442}">
      <dgm:prSet>
        <dgm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dgm:style>
      </dgm:prSet>
      <dgm:spPr/>
      <dgm:t>
        <a:bodyPr/>
        <a:lstStyle/>
        <a:p>
          <a:endParaRPr lang="en-US"/>
        </a:p>
      </dgm:t>
    </dgm:pt>
    <dgm:pt modelId="{D98CEE62-9A5B-4587-A79C-452E2DEEB904}" type="sibTrans" cxnId="{ED8F8EA8-0C09-4BFC-94AD-52BDE6C00442}">
      <dgm:prSet/>
      <dgm:spPr/>
      <dgm:t>
        <a:bodyPr/>
        <a:lstStyle/>
        <a:p>
          <a:endParaRPr lang="en-US"/>
        </a:p>
      </dgm:t>
    </dgm:pt>
    <dgm:pt modelId="{3B2403A6-0023-47B0-9EFA-D5F27E22B6EE}">
      <dgm:prSet phldrT="[Text]">
        <dgm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noProof="0" dirty="0"/>
            <a:t>Specification</a:t>
          </a:r>
        </a:p>
      </dgm:t>
    </dgm:pt>
    <dgm:pt modelId="{C939CABE-BF19-4668-8EB5-481C2296F6DA}" type="parTrans" cxnId="{5C86B7BD-23C1-4164-9DDD-3644EFB18A24}">
      <dgm:prSet>
        <dgm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dgm:style>
      </dgm:prSet>
      <dgm:spPr/>
      <dgm:t>
        <a:bodyPr/>
        <a:lstStyle/>
        <a:p>
          <a:endParaRPr lang="en-US"/>
        </a:p>
      </dgm:t>
    </dgm:pt>
    <dgm:pt modelId="{F2BCC6E7-6C7B-409C-8DDE-9DB6AF579680}" type="sibTrans" cxnId="{5C86B7BD-23C1-4164-9DDD-3644EFB18A24}">
      <dgm:prSet/>
      <dgm:spPr/>
      <dgm:t>
        <a:bodyPr/>
        <a:lstStyle/>
        <a:p>
          <a:endParaRPr lang="en-US"/>
        </a:p>
      </dgm:t>
    </dgm:pt>
    <dgm:pt modelId="{F4A91A39-68A8-43A2-90DC-C570A5B260C5}">
      <dgm:prSet phldrT="[Text]">
        <dgm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dgm:style>
      </dgm:prSet>
      <dgm:spPr/>
      <dgm:t>
        <a:bodyPr/>
        <a:lstStyle/>
        <a:p>
          <a:r>
            <a:rPr lang="en-US" noProof="0" dirty="0"/>
            <a:t>Texture</a:t>
          </a:r>
        </a:p>
      </dgm:t>
    </dgm:pt>
    <dgm:pt modelId="{0ED61CAF-8628-4898-B020-D1025F0B0AC6}" type="parTrans" cxnId="{63890F6A-81FE-449C-9438-EB87B36399D9}">
      <dgm:prSet/>
      <dgm:spPr/>
      <dgm:t>
        <a:bodyPr/>
        <a:lstStyle/>
        <a:p>
          <a:endParaRPr lang="en-US"/>
        </a:p>
      </dgm:t>
    </dgm:pt>
    <dgm:pt modelId="{374FCE19-6D3A-4646-8876-D5B51B3C4C1C}" type="sibTrans" cxnId="{63890F6A-81FE-449C-9438-EB87B36399D9}">
      <dgm:prSet/>
      <dgm:spPr/>
      <dgm:t>
        <a:bodyPr/>
        <a:lstStyle/>
        <a:p>
          <a:endParaRPr lang="en-US"/>
        </a:p>
      </dgm:t>
    </dgm:pt>
    <dgm:pt modelId="{6C8BE5C3-5184-40D7-BBDA-2DBF097B0D8F}">
      <dgm:prSet phldrT="[Text]">
        <dgm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noProof="0" dirty="0"/>
            <a:t>Element</a:t>
          </a:r>
        </a:p>
      </dgm:t>
    </dgm:pt>
    <dgm:pt modelId="{5C4ADFC3-0FF3-4282-A1CD-B7891991B2A9}" type="parTrans" cxnId="{ACF1FD98-A5BF-49CB-A131-79995EEE0805}">
      <dgm:prSet>
        <dgm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dgm:style>
      </dgm:prSet>
      <dgm:spPr/>
      <dgm:t>
        <a:bodyPr/>
        <a:lstStyle/>
        <a:p>
          <a:endParaRPr lang="en-US"/>
        </a:p>
      </dgm:t>
    </dgm:pt>
    <dgm:pt modelId="{A6A7384B-EC52-491F-826A-EFF4468F656A}" type="sibTrans" cxnId="{ACF1FD98-A5BF-49CB-A131-79995EEE0805}">
      <dgm:prSet/>
      <dgm:spPr/>
      <dgm:t>
        <a:bodyPr/>
        <a:lstStyle/>
        <a:p>
          <a:endParaRPr lang="en-US"/>
        </a:p>
      </dgm:t>
    </dgm:pt>
    <dgm:pt modelId="{62A93E28-C495-4D20-9ADD-E7B02F010165}">
      <dgm:prSet phldrT="[Text]">
        <dgm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noProof="0" dirty="0"/>
            <a:t>Layout</a:t>
          </a:r>
        </a:p>
      </dgm:t>
    </dgm:pt>
    <dgm:pt modelId="{BF734179-0394-4186-BC2D-D04A8E1C76B1}" type="parTrans" cxnId="{C4EB366E-65AA-44EA-9267-FB82DF8D0F71}">
      <dgm:prSet>
        <dgm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dgm:style>
      </dgm:prSet>
      <dgm:spPr/>
      <dgm:t>
        <a:bodyPr/>
        <a:lstStyle/>
        <a:p>
          <a:endParaRPr lang="en-US"/>
        </a:p>
      </dgm:t>
    </dgm:pt>
    <dgm:pt modelId="{63EDC8EE-AE33-446D-9E95-23E0874D2BD4}" type="sibTrans" cxnId="{C4EB366E-65AA-44EA-9267-FB82DF8D0F71}">
      <dgm:prSet/>
      <dgm:spPr/>
      <dgm:t>
        <a:bodyPr/>
        <a:lstStyle/>
        <a:p>
          <a:endParaRPr lang="en-US"/>
        </a:p>
      </dgm:t>
    </dgm:pt>
    <dgm:pt modelId="{8BE8AE34-367D-423B-AF3A-2D338369DF19}">
      <dgm:prSet phldrT="[Text]" custT="1">
        <dgm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sz="1400" noProof="0" dirty="0"/>
            <a:t>Helpers</a:t>
          </a:r>
          <a:r>
            <a:rPr lang="en-US" sz="1200" noProof="0" dirty="0"/>
            <a:t>:</a:t>
          </a:r>
        </a:p>
      </dgm:t>
    </dgm:pt>
    <dgm:pt modelId="{9D6029FB-844D-45D3-A18C-036D0A2397B3}" type="parTrans" cxnId="{3906ECE5-3E52-4A10-A9F5-E5D7CF657256}">
      <dgm:prSet>
        <dgm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dgm:style>
      </dgm:prSet>
      <dgm:spPr/>
      <dgm:t>
        <a:bodyPr/>
        <a:lstStyle/>
        <a:p>
          <a:endParaRPr lang="en-US"/>
        </a:p>
      </dgm:t>
    </dgm:pt>
    <dgm:pt modelId="{C29C4EA9-C9AD-4ACC-849E-21D557E115FC}" type="sibTrans" cxnId="{3906ECE5-3E52-4A10-A9F5-E5D7CF657256}">
      <dgm:prSet/>
      <dgm:spPr/>
      <dgm:t>
        <a:bodyPr/>
        <a:lstStyle/>
        <a:p>
          <a:endParaRPr lang="en-US"/>
        </a:p>
      </dgm:t>
    </dgm:pt>
    <dgm:pt modelId="{DA45CDC1-F6A3-4713-84E5-D2DE73244733}">
      <dgm:prSet phldrT="[Text]" custT="1">
        <dgm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sz="1100" noProof="0" dirty="0"/>
            <a:t>PrimitiveInType</a:t>
          </a:r>
        </a:p>
      </dgm:t>
    </dgm:pt>
    <dgm:pt modelId="{77AFB72D-072B-46E9-A74D-CE4472D9B8FD}" type="parTrans" cxnId="{CEAF5D6B-6D2C-49C4-B18B-989E079C9EB5}">
      <dgm:prSet/>
      <dgm:spPr/>
      <dgm:t>
        <a:bodyPr/>
        <a:lstStyle/>
        <a:p>
          <a:endParaRPr lang="en-US"/>
        </a:p>
      </dgm:t>
    </dgm:pt>
    <dgm:pt modelId="{C87FE0F6-07BE-47EB-BFF1-5B206FCDB4DA}" type="sibTrans" cxnId="{CEAF5D6B-6D2C-49C4-B18B-989E079C9EB5}">
      <dgm:prSet/>
      <dgm:spPr/>
      <dgm:t>
        <a:bodyPr/>
        <a:lstStyle/>
        <a:p>
          <a:endParaRPr lang="en-US"/>
        </a:p>
      </dgm:t>
    </dgm:pt>
    <dgm:pt modelId="{2BBECA7E-3235-44BF-968A-2B24CA64364F}">
      <dgm:prSet phldrT="[Text]" custT="1">
        <dgm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sz="1100" noProof="0" dirty="0"/>
            <a:t>StructureInType</a:t>
          </a:r>
        </a:p>
      </dgm:t>
    </dgm:pt>
    <dgm:pt modelId="{C26FC36A-38A3-426B-A2D7-2A5E317DDA6B}" type="parTrans" cxnId="{DF65D37A-17AF-4236-B71C-D8B0B47BD127}">
      <dgm:prSet/>
      <dgm:spPr/>
      <dgm:t>
        <a:bodyPr/>
        <a:lstStyle/>
        <a:p>
          <a:endParaRPr lang="en-US"/>
        </a:p>
      </dgm:t>
    </dgm:pt>
    <dgm:pt modelId="{5EDA7D80-EFE5-4AE4-A985-4AA8968EC752}" type="sibTrans" cxnId="{DF65D37A-17AF-4236-B71C-D8B0B47BD127}">
      <dgm:prSet/>
      <dgm:spPr/>
      <dgm:t>
        <a:bodyPr/>
        <a:lstStyle/>
        <a:p>
          <a:endParaRPr lang="en-US"/>
        </a:p>
      </dgm:t>
    </dgm:pt>
    <dgm:pt modelId="{AB61D529-BF36-4E42-A31D-51C64022CC44}">
      <dgm:prSet phldrT="[Text]" custT="1">
        <dgm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sz="1100" noProof="0" dirty="0"/>
            <a:t>CountInVector</a:t>
          </a:r>
        </a:p>
      </dgm:t>
    </dgm:pt>
    <dgm:pt modelId="{4E2E7657-2137-491E-9031-1B3BD3DF2506}" type="parTrans" cxnId="{943AD008-744E-4675-94EE-8926AE4DD9F6}">
      <dgm:prSet/>
      <dgm:spPr/>
      <dgm:t>
        <a:bodyPr/>
        <a:lstStyle/>
        <a:p>
          <a:endParaRPr lang="en-US"/>
        </a:p>
      </dgm:t>
    </dgm:pt>
    <dgm:pt modelId="{21E65AA5-395C-4D02-A613-75EF0C0D649F}" type="sibTrans" cxnId="{943AD008-744E-4675-94EE-8926AE4DD9F6}">
      <dgm:prSet/>
      <dgm:spPr/>
      <dgm:t>
        <a:bodyPr/>
        <a:lstStyle/>
        <a:p>
          <a:endParaRPr lang="en-US"/>
        </a:p>
      </dgm:t>
    </dgm:pt>
    <dgm:pt modelId="{9C754A73-DAF9-49C3-A44B-13E7FC94D841}">
      <dgm:prSet phldrT="[Text]" custT="1">
        <dgm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sz="1100" noProof="0" dirty="0"/>
            <a:t>TypeOfMatrix</a:t>
          </a:r>
        </a:p>
      </dgm:t>
    </dgm:pt>
    <dgm:pt modelId="{246D00DC-859F-4359-9A02-020CCB9228A6}" type="parTrans" cxnId="{B245B922-1324-48F1-9801-C3A17D2C60F3}">
      <dgm:prSet/>
      <dgm:spPr/>
      <dgm:t>
        <a:bodyPr/>
        <a:lstStyle/>
        <a:p>
          <a:endParaRPr lang="en-US"/>
        </a:p>
      </dgm:t>
    </dgm:pt>
    <dgm:pt modelId="{30972C20-C933-4335-A15C-F9CDFEB20395}" type="sibTrans" cxnId="{B245B922-1324-48F1-9801-C3A17D2C60F3}">
      <dgm:prSet/>
      <dgm:spPr/>
      <dgm:t>
        <a:bodyPr/>
        <a:lstStyle/>
        <a:p>
          <a:endParaRPr lang="en-US"/>
        </a:p>
      </dgm:t>
    </dgm:pt>
    <dgm:pt modelId="{1DCDD540-3BD2-4199-8435-24781B934471}">
      <dgm:prSet phldrT="[Text]" custT="1">
        <dgm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sz="1100" noProof="0" dirty="0"/>
            <a:t>RowsOfMatrix</a:t>
          </a:r>
        </a:p>
      </dgm:t>
    </dgm:pt>
    <dgm:pt modelId="{494035FE-6512-4C14-BD90-72BC3533EE21}" type="parTrans" cxnId="{4A036DBC-7F48-43FC-A673-ACDED6D20B3A}">
      <dgm:prSet/>
      <dgm:spPr/>
      <dgm:t>
        <a:bodyPr/>
        <a:lstStyle/>
        <a:p>
          <a:endParaRPr lang="en-US"/>
        </a:p>
      </dgm:t>
    </dgm:pt>
    <dgm:pt modelId="{AD79CE31-190D-42E2-AA19-998CE5D347E0}" type="sibTrans" cxnId="{4A036DBC-7F48-43FC-A673-ACDED6D20B3A}">
      <dgm:prSet/>
      <dgm:spPr/>
      <dgm:t>
        <a:bodyPr/>
        <a:lstStyle/>
        <a:p>
          <a:endParaRPr lang="en-US"/>
        </a:p>
      </dgm:t>
    </dgm:pt>
    <dgm:pt modelId="{43C6BA7F-21A0-4536-83B9-545EA7AC7FCC}">
      <dgm:prSet phldrT="[Text]" custT="1">
        <dgm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sz="1100" noProof="0" dirty="0"/>
            <a:t>ColumnsOfMatrix</a:t>
          </a:r>
        </a:p>
      </dgm:t>
    </dgm:pt>
    <dgm:pt modelId="{D67A4775-1A0F-427A-93CC-DC455010FB01}" type="parTrans" cxnId="{A26042AC-6CEC-476E-BAE2-C40A06D32C07}">
      <dgm:prSet/>
      <dgm:spPr/>
      <dgm:t>
        <a:bodyPr/>
        <a:lstStyle/>
        <a:p>
          <a:endParaRPr lang="en-US"/>
        </a:p>
      </dgm:t>
    </dgm:pt>
    <dgm:pt modelId="{304A159C-4429-44F0-B0E9-E7951F60F302}" type="sibTrans" cxnId="{A26042AC-6CEC-476E-BAE2-C40A06D32C07}">
      <dgm:prSet/>
      <dgm:spPr/>
      <dgm:t>
        <a:bodyPr/>
        <a:lstStyle/>
        <a:p>
          <a:endParaRPr lang="en-US"/>
        </a:p>
      </dgm:t>
    </dgm:pt>
    <dgm:pt modelId="{8A8517EC-33C1-4544-B0E5-BBED1D4C1DF2}">
      <dgm:prSet phldrT="[Text]" custT="1">
        <dgm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sz="1100" noProof="0" dirty="0"/>
            <a:t>SizeOfType</a:t>
          </a:r>
        </a:p>
      </dgm:t>
    </dgm:pt>
    <dgm:pt modelId="{A7C7EF31-053C-46C7-9CC5-471C5EC2A2B5}" type="parTrans" cxnId="{E52F7667-12D4-4950-B80D-F9789323B965}">
      <dgm:prSet/>
      <dgm:spPr/>
      <dgm:t>
        <a:bodyPr/>
        <a:lstStyle/>
        <a:p>
          <a:endParaRPr lang="en-US"/>
        </a:p>
      </dgm:t>
    </dgm:pt>
    <dgm:pt modelId="{E95C14FE-0A92-48D3-B237-8D2CE41A8F58}" type="sibTrans" cxnId="{E52F7667-12D4-4950-B80D-F9789323B965}">
      <dgm:prSet/>
      <dgm:spPr/>
      <dgm:t>
        <a:bodyPr/>
        <a:lstStyle/>
        <a:p>
          <a:endParaRPr lang="en-US"/>
        </a:p>
      </dgm:t>
    </dgm:pt>
    <dgm:pt modelId="{CA1EFCD2-F651-463D-A7D3-E43DAFB7B224}">
      <dgm:prSet phldrT="[Text]" custT="1">
        <dgm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sz="1100" noProof="0" dirty="0"/>
            <a:t>SizeOfPrimitive</a:t>
          </a:r>
        </a:p>
      </dgm:t>
    </dgm:pt>
    <dgm:pt modelId="{C7F3C06C-98E6-4650-8688-947A9D064121}" type="parTrans" cxnId="{866B41C0-3399-4013-91F1-46841FA20A9A}">
      <dgm:prSet/>
      <dgm:spPr/>
      <dgm:t>
        <a:bodyPr/>
        <a:lstStyle/>
        <a:p>
          <a:endParaRPr lang="en-US"/>
        </a:p>
      </dgm:t>
    </dgm:pt>
    <dgm:pt modelId="{52D9EE2B-36D4-4AC8-9912-E9CCBCD0825B}" type="sibTrans" cxnId="{866B41C0-3399-4013-91F1-46841FA20A9A}">
      <dgm:prSet/>
      <dgm:spPr/>
      <dgm:t>
        <a:bodyPr/>
        <a:lstStyle/>
        <a:p>
          <a:endParaRPr lang="en-US"/>
        </a:p>
      </dgm:t>
    </dgm:pt>
    <dgm:pt modelId="{0483F642-4128-45E9-97F4-F148051C0B36}">
      <dgm:prSet phldrT="[Text]">
        <dgm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dgm:style>
      </dgm:prSet>
      <dgm:spPr/>
      <dgm:t>
        <a:bodyPr/>
        <a:lstStyle/>
        <a:p>
          <a:r>
            <a:rPr lang="en-US" noProof="0" dirty="0"/>
            <a:t>Buffer</a:t>
          </a:r>
        </a:p>
      </dgm:t>
    </dgm:pt>
    <dgm:pt modelId="{68A3402D-E17E-4C3C-AF8A-5256B97D8275}" type="parTrans" cxnId="{A290559D-3ECF-4E80-8A27-52011F8A15BC}">
      <dgm:prSet/>
      <dgm:spPr/>
      <dgm:t>
        <a:bodyPr/>
        <a:lstStyle/>
        <a:p>
          <a:endParaRPr lang="en-US"/>
        </a:p>
      </dgm:t>
    </dgm:pt>
    <dgm:pt modelId="{67273BFD-1EE5-4B65-BF8F-5684702D0B9F}" type="sibTrans" cxnId="{A290559D-3ECF-4E80-8A27-52011F8A15BC}">
      <dgm:prSet/>
      <dgm:spPr/>
      <dgm:t>
        <a:bodyPr/>
        <a:lstStyle/>
        <a:p>
          <a:endParaRPr lang="en-US"/>
        </a:p>
      </dgm:t>
    </dgm:pt>
    <dgm:pt modelId="{2CF484EE-9957-4AA4-84D3-6AAE3F8FA08A}">
      <dgm:prSet phldrT="[Text]">
        <dgm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noProof="0" dirty="0"/>
            <a:t>Type</a:t>
          </a:r>
        </a:p>
      </dgm:t>
    </dgm:pt>
    <dgm:pt modelId="{C724E8E6-99D3-40EB-BC98-6E21DB5AB9F4}" type="parTrans" cxnId="{239CE6E4-C83F-48EC-9792-C5FAE1ED72B1}">
      <dgm:prSet>
        <dgm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dgm:style>
      </dgm:prSet>
      <dgm:spPr/>
      <dgm:t>
        <a:bodyPr/>
        <a:lstStyle/>
        <a:p>
          <a:endParaRPr lang="en-US"/>
        </a:p>
      </dgm:t>
    </dgm:pt>
    <dgm:pt modelId="{287083AD-ECB4-499B-AE79-90E58EDF4A2F}" type="sibTrans" cxnId="{239CE6E4-C83F-48EC-9792-C5FAE1ED72B1}">
      <dgm:prSet/>
      <dgm:spPr/>
      <dgm:t>
        <a:bodyPr/>
        <a:lstStyle/>
        <a:p>
          <a:endParaRPr lang="en-US"/>
        </a:p>
      </dgm:t>
    </dgm:pt>
    <dgm:pt modelId="{5C1D2D6B-3C09-4062-9298-FB9E1AF52C00}">
      <dgm:prSet phldrT="[Text]">
        <dgm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noProof="0" dirty="0"/>
            <a:t>Usage</a:t>
          </a:r>
        </a:p>
      </dgm:t>
    </dgm:pt>
    <dgm:pt modelId="{2D690C6B-D95C-4B4E-8CDF-D576FB478BC9}" type="parTrans" cxnId="{2F80567A-6C6F-4F7A-B8E5-0F10FBC7B616}">
      <dgm:prSet>
        <dgm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dgm:style>
      </dgm:prSet>
      <dgm:spPr/>
      <dgm:t>
        <a:bodyPr/>
        <a:lstStyle/>
        <a:p>
          <a:endParaRPr lang="en-US"/>
        </a:p>
      </dgm:t>
    </dgm:pt>
    <dgm:pt modelId="{A978CF7B-5EE6-4C82-8D30-1B056D19DF95}" type="sibTrans" cxnId="{2F80567A-6C6F-4F7A-B8E5-0F10FBC7B616}">
      <dgm:prSet/>
      <dgm:spPr/>
      <dgm:t>
        <a:bodyPr/>
        <a:lstStyle/>
        <a:p>
          <a:endParaRPr lang="en-US"/>
        </a:p>
      </dgm:t>
    </dgm:pt>
    <dgm:pt modelId="{20A3E380-AE1B-4BAE-8CDD-03CBE526A059}">
      <dgm:prSet phldrT="[Text]">
        <dgm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noProof="0" dirty="0"/>
            <a:t>Components</a:t>
          </a:r>
        </a:p>
      </dgm:t>
    </dgm:pt>
    <dgm:pt modelId="{3AD893CF-88FD-4CB3-9CA6-B68E3AB152A1}" type="parTrans" cxnId="{53758087-B6CE-4CC1-947C-52F91761351D}">
      <dgm:prSet>
        <dgm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dgm:style>
      </dgm:prSet>
      <dgm:spPr/>
      <dgm:t>
        <a:bodyPr/>
        <a:lstStyle/>
        <a:p>
          <a:endParaRPr lang="en-US"/>
        </a:p>
      </dgm:t>
    </dgm:pt>
    <dgm:pt modelId="{7CB3FF3A-644B-42BB-AF58-C38D2A5AE59D}" type="sibTrans" cxnId="{53758087-B6CE-4CC1-947C-52F91761351D}">
      <dgm:prSet/>
      <dgm:spPr/>
      <dgm:t>
        <a:bodyPr/>
        <a:lstStyle/>
        <a:p>
          <a:endParaRPr lang="en-US"/>
        </a:p>
      </dgm:t>
    </dgm:pt>
    <dgm:pt modelId="{FF8D752E-76B6-42F4-9AA7-835105D805D7}">
      <dgm:prSet phldrT="[Text]">
        <dgm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noProof="0" dirty="0"/>
            <a:t>Format</a:t>
          </a:r>
        </a:p>
      </dgm:t>
    </dgm:pt>
    <dgm:pt modelId="{B996211C-7AEB-434B-A946-A2CC2BB1F1DB}" type="parTrans" cxnId="{5B9A92A6-9428-4D4E-9FF8-FA9560638B48}">
      <dgm:prSet>
        <dgm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dgm:style>
      </dgm:prSet>
      <dgm:spPr/>
      <dgm:t>
        <a:bodyPr/>
        <a:lstStyle/>
        <a:p>
          <a:endParaRPr lang="en-US"/>
        </a:p>
      </dgm:t>
    </dgm:pt>
    <dgm:pt modelId="{F68F4CA3-2524-438E-8A25-4CADD690A070}" type="sibTrans" cxnId="{5B9A92A6-9428-4D4E-9FF8-FA9560638B48}">
      <dgm:prSet/>
      <dgm:spPr/>
      <dgm:t>
        <a:bodyPr/>
        <a:lstStyle/>
        <a:p>
          <a:endParaRPr lang="en-US"/>
        </a:p>
      </dgm:t>
    </dgm:pt>
    <dgm:pt modelId="{56ED04DA-A1FE-4848-903F-6D7B2449FB6C}">
      <dgm:prSet phldrT="[Text]">
        <dgm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noProof="0" dirty="0"/>
            <a:t>Specification</a:t>
          </a:r>
          <a:endParaRPr lang="en-US"/>
        </a:p>
      </dgm:t>
    </dgm:pt>
    <dgm:pt modelId="{B4C4021A-5BAA-4F9F-8EC0-6136F6B96752}" type="parTrans" cxnId="{2A3EDD38-8E21-47C0-A725-4031CA03BCEA}">
      <dgm:prSet>
        <dgm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dgm:style>
      </dgm:prSet>
      <dgm:spPr/>
      <dgm:t>
        <a:bodyPr/>
        <a:lstStyle/>
        <a:p>
          <a:endParaRPr lang="en-US"/>
        </a:p>
      </dgm:t>
    </dgm:pt>
    <dgm:pt modelId="{A5D86824-72A5-425F-A989-857898FF6009}" type="sibTrans" cxnId="{2A3EDD38-8E21-47C0-A725-4031CA03BCEA}">
      <dgm:prSet/>
      <dgm:spPr/>
      <dgm:t>
        <a:bodyPr/>
        <a:lstStyle/>
        <a:p>
          <a:endParaRPr lang="en-US"/>
        </a:p>
      </dgm:t>
    </dgm:pt>
    <dgm:pt modelId="{F7E6959D-E2F1-41F1-9B3C-685860C2D291}">
      <dgm:prSet phldrT="[Text]">
        <dgm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noProof="0"/>
            <a:t>LayoutType</a:t>
          </a:r>
          <a:endParaRPr lang="en-US" noProof="0" dirty="0"/>
        </a:p>
      </dgm:t>
    </dgm:pt>
    <dgm:pt modelId="{ACC0C5C1-7E0D-46FB-B672-2FE065D1DE60}" type="parTrans" cxnId="{8F401C6B-21FE-4E5E-9EDB-2B8C7BB6851D}">
      <dgm:prSet>
        <dgm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dgm:style>
      </dgm:prSet>
      <dgm:spPr/>
      <dgm:t>
        <a:bodyPr/>
        <a:lstStyle/>
        <a:p>
          <a:endParaRPr lang="en-US"/>
        </a:p>
      </dgm:t>
    </dgm:pt>
    <dgm:pt modelId="{429C683F-B261-445A-9C0D-972059B60541}" type="sibTrans" cxnId="{8F401C6B-21FE-4E5E-9EDB-2B8C7BB6851D}">
      <dgm:prSet/>
      <dgm:spPr/>
      <dgm:t>
        <a:bodyPr/>
        <a:lstStyle/>
        <a:p>
          <a:endParaRPr lang="en-US"/>
        </a:p>
      </dgm:t>
    </dgm:pt>
    <dgm:pt modelId="{3EEE93BA-9352-4061-AC29-0DE97AB440B0}">
      <dgm:prSet phldrT="[Text]">
        <dgm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noProof="0" dirty="0"/>
            <a:t>Shader Type</a:t>
          </a:r>
        </a:p>
      </dgm:t>
    </dgm:pt>
    <dgm:pt modelId="{1B99604C-D5E0-4735-8E43-C50B61B3D7AF}" type="parTrans" cxnId="{6B5E218D-4A3E-43AC-98FF-64519D182BB5}">
      <dgm:prSet>
        <dgm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dgm:style>
      </dgm:prSet>
      <dgm:spPr/>
      <dgm:t>
        <a:bodyPr/>
        <a:lstStyle/>
        <a:p>
          <a:endParaRPr lang="en-US"/>
        </a:p>
      </dgm:t>
    </dgm:pt>
    <dgm:pt modelId="{397A9FBC-8107-4B01-83CD-8686DA719FAE}" type="sibTrans" cxnId="{6B5E218D-4A3E-43AC-98FF-64519D182BB5}">
      <dgm:prSet/>
      <dgm:spPr/>
      <dgm:t>
        <a:bodyPr/>
        <a:lstStyle/>
        <a:p>
          <a:endParaRPr lang="en-US"/>
        </a:p>
      </dgm:t>
    </dgm:pt>
    <dgm:pt modelId="{2B9173FB-DAF7-4522-8FEC-8B5232E57586}">
      <dgm:prSet phldrT="[Text]">
        <dgm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noProof="0" dirty="0"/>
            <a:t>Buffer</a:t>
          </a:r>
          <a:r>
            <a:rPr lang="pl-PL" noProof="0" dirty="0"/>
            <a:t> Sampler</a:t>
          </a:r>
          <a:endParaRPr lang="en-US" noProof="0" dirty="0"/>
        </a:p>
      </dgm:t>
    </dgm:pt>
    <dgm:pt modelId="{3639DED4-3E6C-4A40-9398-E551A87EC84D}" type="parTrans" cxnId="{9DE214D0-6323-406E-A119-D0B3273F5236}">
      <dgm:prSet/>
      <dgm:spPr/>
      <dgm:t>
        <a:bodyPr/>
        <a:lstStyle/>
        <a:p>
          <a:endParaRPr lang="en-US"/>
        </a:p>
      </dgm:t>
    </dgm:pt>
    <dgm:pt modelId="{BF2DE689-8733-4BEC-AEE1-4EA82D77D37E}" type="sibTrans" cxnId="{9DE214D0-6323-406E-A119-D0B3273F5236}">
      <dgm:prSet/>
      <dgm:spPr/>
      <dgm:t>
        <a:bodyPr/>
        <a:lstStyle/>
        <a:p>
          <a:endParaRPr lang="en-US"/>
        </a:p>
      </dgm:t>
    </dgm:pt>
    <dgm:pt modelId="{7019C07A-88C2-4A80-BFB8-6877C5720AD6}">
      <dgm:prSet phldrT="[Text]">
        <dgm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pl-PL" noProof="0"/>
            <a:t>Specification</a:t>
          </a:r>
          <a:endParaRPr lang="en-US" noProof="0" dirty="0"/>
        </a:p>
      </dgm:t>
    </dgm:pt>
    <dgm:pt modelId="{6276ADBC-0171-4186-89E1-4EAFE7304F55}" type="parTrans" cxnId="{015EA49F-1A83-4979-9DAF-11FE278C07ED}">
      <dgm:prSet/>
      <dgm:spPr/>
      <dgm:t>
        <a:bodyPr/>
        <a:lstStyle/>
        <a:p>
          <a:endParaRPr lang="en-US"/>
        </a:p>
      </dgm:t>
    </dgm:pt>
    <dgm:pt modelId="{D35E7D06-21FE-4346-BEBF-407F63D90330}" type="sibTrans" cxnId="{015EA49F-1A83-4979-9DAF-11FE278C07ED}">
      <dgm:prSet/>
      <dgm:spPr/>
      <dgm:t>
        <a:bodyPr/>
        <a:lstStyle/>
        <a:p>
          <a:endParaRPr lang="en-US"/>
        </a:p>
      </dgm:t>
    </dgm:pt>
    <dgm:pt modelId="{45E866DA-47B4-4BB2-8F22-092A5D5EC018}">
      <dgm:prSet phldrT="[Text]">
        <dgm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pl-PL" noProof="0" dirty="0"/>
            <a:t>Program </a:t>
          </a:r>
          <a:r>
            <a:rPr lang="en-US" noProof="0" dirty="0"/>
            <a:t>Specification</a:t>
          </a:r>
        </a:p>
      </dgm:t>
    </dgm:pt>
    <dgm:pt modelId="{3AE60341-8101-4B59-9910-D6B3C72A863A}" type="parTrans" cxnId="{8532FBED-C91A-42F3-AB09-6926297FC045}">
      <dgm:prSet/>
      <dgm:spPr/>
      <dgm:t>
        <a:bodyPr/>
        <a:lstStyle/>
        <a:p>
          <a:endParaRPr lang="en-US"/>
        </a:p>
      </dgm:t>
    </dgm:pt>
    <dgm:pt modelId="{97A285C1-4D62-4AD7-97E3-6F30F8296918}" type="sibTrans" cxnId="{8532FBED-C91A-42F3-AB09-6926297FC045}">
      <dgm:prSet/>
      <dgm:spPr/>
      <dgm:t>
        <a:bodyPr/>
        <a:lstStyle/>
        <a:p>
          <a:endParaRPr lang="en-US"/>
        </a:p>
      </dgm:t>
    </dgm:pt>
    <dgm:pt modelId="{FF810CDE-33CB-470F-B70E-609C1D2263DA}">
      <dgm:prSet phldrT="[Text]">
        <dgm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noProof="0"/>
            <a:t>Texture Sampler</a:t>
          </a:r>
          <a:endParaRPr lang="en-US" noProof="0" dirty="0"/>
        </a:p>
      </dgm:t>
    </dgm:pt>
    <dgm:pt modelId="{B3C8FD36-34C3-4197-A457-B797D3833BC5}" type="parTrans" cxnId="{D59CC091-93AA-4EEA-A3EA-8088503A30D3}">
      <dgm:prSet/>
      <dgm:spPr/>
      <dgm:t>
        <a:bodyPr/>
        <a:lstStyle/>
        <a:p>
          <a:endParaRPr lang="en-US"/>
        </a:p>
      </dgm:t>
    </dgm:pt>
    <dgm:pt modelId="{35FA79DB-44BF-4A98-BF9E-52DE24168387}" type="sibTrans" cxnId="{D59CC091-93AA-4EEA-A3EA-8088503A30D3}">
      <dgm:prSet/>
      <dgm:spPr/>
      <dgm:t>
        <a:bodyPr/>
        <a:lstStyle/>
        <a:p>
          <a:endParaRPr lang="en-US"/>
        </a:p>
      </dgm:t>
    </dgm:pt>
    <dgm:pt modelId="{14672AD1-1D9A-4F13-8B07-8BFFFF8E3B0A}" type="pres">
      <dgm:prSet presAssocID="{886C93F6-62F7-49E1-B5DF-78561DEC743E}" presName="diagram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F58508B6-B1BD-402A-9AFB-B461B9B9594E}" type="pres">
      <dgm:prSet presAssocID="{5D47BB7E-FD3D-4DD5-9164-813EA6727E60}" presName="root" presStyleCnt="0"/>
      <dgm:spPr/>
    </dgm:pt>
    <dgm:pt modelId="{A8494E8A-804B-4D33-B45E-4BF73796C5ED}" type="pres">
      <dgm:prSet presAssocID="{5D47BB7E-FD3D-4DD5-9164-813EA6727E60}" presName="rootComposite" presStyleCnt="0"/>
      <dgm:spPr/>
    </dgm:pt>
    <dgm:pt modelId="{18105E12-1248-48F5-8D4B-431782FA236A}" type="pres">
      <dgm:prSet presAssocID="{5D47BB7E-FD3D-4DD5-9164-813EA6727E60}" presName="rootText" presStyleLbl="node1" presStyleIdx="0" presStyleCnt="5"/>
      <dgm:spPr/>
    </dgm:pt>
    <dgm:pt modelId="{800B111D-12AD-44E6-9A57-150AECB89A03}" type="pres">
      <dgm:prSet presAssocID="{5D47BB7E-FD3D-4DD5-9164-813EA6727E60}" presName="rootConnector" presStyleLbl="node1" presStyleIdx="0" presStyleCnt="5"/>
      <dgm:spPr/>
    </dgm:pt>
    <dgm:pt modelId="{51947961-979C-4B5C-8B7E-4E76757167C6}" type="pres">
      <dgm:prSet presAssocID="{5D47BB7E-FD3D-4DD5-9164-813EA6727E60}" presName="childShape" presStyleCnt="0"/>
      <dgm:spPr/>
    </dgm:pt>
    <dgm:pt modelId="{9EE1D9D3-C088-4EA5-AE21-62C6FF3D06C5}" type="pres">
      <dgm:prSet presAssocID="{A016BC3C-C01F-4C1A-B0BE-DBA178EF1B32}" presName="Name13" presStyleLbl="parChTrans1D2" presStyleIdx="0" presStyleCnt="19"/>
      <dgm:spPr/>
    </dgm:pt>
    <dgm:pt modelId="{114F77B0-7667-44EF-8FEB-98CDBE09B8E3}" type="pres">
      <dgm:prSet presAssocID="{E5301FD7-A038-40B0-A9CF-FEF6F4C8D205}" presName="childText" presStyleLbl="bgAcc1" presStyleIdx="0" presStyleCnt="19">
        <dgm:presLayoutVars>
          <dgm:bulletEnabled val="1"/>
        </dgm:presLayoutVars>
      </dgm:prSet>
      <dgm:spPr/>
    </dgm:pt>
    <dgm:pt modelId="{240ABAE2-4924-4CDD-AC3A-6F91E41F27C4}" type="pres">
      <dgm:prSet presAssocID="{6F8C6D53-E7A7-450B-ABEA-3A8EA8AFE1F9}" presName="Name13" presStyleLbl="parChTrans1D2" presStyleIdx="1" presStyleCnt="19"/>
      <dgm:spPr/>
    </dgm:pt>
    <dgm:pt modelId="{03AC6FBF-3FB0-4155-9853-7CF220E73B8D}" type="pres">
      <dgm:prSet presAssocID="{B9FCE55C-593E-4EBC-B63A-85FD0EC237A7}" presName="childText" presStyleLbl="bgAcc1" presStyleIdx="1" presStyleCnt="19">
        <dgm:presLayoutVars>
          <dgm:bulletEnabled val="1"/>
        </dgm:presLayoutVars>
      </dgm:prSet>
      <dgm:spPr/>
    </dgm:pt>
    <dgm:pt modelId="{EAFD7003-9193-4D72-A7B7-001D5A3EB10C}" type="pres">
      <dgm:prSet presAssocID="{5DF9BBC2-CF34-47A4-B918-8F9D7696279B}" presName="Name13" presStyleLbl="parChTrans1D2" presStyleIdx="2" presStyleCnt="19"/>
      <dgm:spPr/>
    </dgm:pt>
    <dgm:pt modelId="{DE8D5933-0FA9-43B7-A97D-9C9178C9FB20}" type="pres">
      <dgm:prSet presAssocID="{5BA34D13-E7DF-4DF1-9D6F-D5896B6EF7D3}" presName="childText" presStyleLbl="bgAcc1" presStyleIdx="2" presStyleCnt="19">
        <dgm:presLayoutVars>
          <dgm:bulletEnabled val="1"/>
        </dgm:presLayoutVars>
      </dgm:prSet>
      <dgm:spPr/>
    </dgm:pt>
    <dgm:pt modelId="{2F335628-9DA2-4115-9775-E01B33576291}" type="pres">
      <dgm:prSet presAssocID="{9D6029FB-844D-45D3-A18C-036D0A2397B3}" presName="Name13" presStyleLbl="parChTrans1D2" presStyleIdx="3" presStyleCnt="19"/>
      <dgm:spPr/>
    </dgm:pt>
    <dgm:pt modelId="{453E647A-381B-4D94-9614-FDEEC97DBBEB}" type="pres">
      <dgm:prSet presAssocID="{8BE8AE34-367D-423B-AF3A-2D338369DF19}" presName="childText" presStyleLbl="bgAcc1" presStyleIdx="3" presStyleCnt="19" custScaleX="115409" custScaleY="304776">
        <dgm:presLayoutVars>
          <dgm:bulletEnabled val="1"/>
        </dgm:presLayoutVars>
      </dgm:prSet>
      <dgm:spPr/>
    </dgm:pt>
    <dgm:pt modelId="{45C41142-AD70-4B28-B5DF-C097A68056EE}" type="pres">
      <dgm:prSet presAssocID="{F4A91A39-68A8-43A2-90DC-C570A5B260C5}" presName="root" presStyleCnt="0"/>
      <dgm:spPr/>
    </dgm:pt>
    <dgm:pt modelId="{C171DCF7-4718-48F7-B868-0FDD0F07E2E4}" type="pres">
      <dgm:prSet presAssocID="{F4A91A39-68A8-43A2-90DC-C570A5B260C5}" presName="rootComposite" presStyleCnt="0"/>
      <dgm:spPr/>
    </dgm:pt>
    <dgm:pt modelId="{67B7E5DB-12CD-48F7-B2B1-DD2BAEA75AB6}" type="pres">
      <dgm:prSet presAssocID="{F4A91A39-68A8-43A2-90DC-C570A5B260C5}" presName="rootText" presStyleLbl="node1" presStyleIdx="1" presStyleCnt="5"/>
      <dgm:spPr/>
    </dgm:pt>
    <dgm:pt modelId="{D398C249-3844-422A-B98F-F30029B78508}" type="pres">
      <dgm:prSet presAssocID="{F4A91A39-68A8-43A2-90DC-C570A5B260C5}" presName="rootConnector" presStyleLbl="node1" presStyleIdx="1" presStyleCnt="5"/>
      <dgm:spPr/>
    </dgm:pt>
    <dgm:pt modelId="{2755F394-866C-4898-9950-CB2F2B59BCF1}" type="pres">
      <dgm:prSet presAssocID="{F4A91A39-68A8-43A2-90DC-C570A5B260C5}" presName="childShape" presStyleCnt="0"/>
      <dgm:spPr/>
    </dgm:pt>
    <dgm:pt modelId="{638D242F-D07F-4171-A4F8-C45E06B59CBD}" type="pres">
      <dgm:prSet presAssocID="{C724E8E6-99D3-40EB-BC98-6E21DB5AB9F4}" presName="Name13" presStyleLbl="parChTrans1D2" presStyleIdx="4" presStyleCnt="19"/>
      <dgm:spPr/>
    </dgm:pt>
    <dgm:pt modelId="{9353EFA6-21CE-4E6C-9527-D9EDDC8DA301}" type="pres">
      <dgm:prSet presAssocID="{2CF484EE-9957-4AA4-84D3-6AAE3F8FA08A}" presName="childText" presStyleLbl="bgAcc1" presStyleIdx="4" presStyleCnt="19">
        <dgm:presLayoutVars>
          <dgm:bulletEnabled val="1"/>
        </dgm:presLayoutVars>
      </dgm:prSet>
      <dgm:spPr/>
    </dgm:pt>
    <dgm:pt modelId="{EFE58C43-E02E-4F63-893F-596206C066AA}" type="pres">
      <dgm:prSet presAssocID="{2D690C6B-D95C-4B4E-8CDF-D576FB478BC9}" presName="Name13" presStyleLbl="parChTrans1D2" presStyleIdx="5" presStyleCnt="19"/>
      <dgm:spPr/>
    </dgm:pt>
    <dgm:pt modelId="{5E74B454-2C2B-4283-B3AF-BF8FBFC33883}" type="pres">
      <dgm:prSet presAssocID="{5C1D2D6B-3C09-4062-9298-FB9E1AF52C00}" presName="childText" presStyleLbl="bgAcc1" presStyleIdx="5" presStyleCnt="19">
        <dgm:presLayoutVars>
          <dgm:bulletEnabled val="1"/>
        </dgm:presLayoutVars>
      </dgm:prSet>
      <dgm:spPr/>
    </dgm:pt>
    <dgm:pt modelId="{EE5E8901-B372-4469-B52F-2B48222643FF}" type="pres">
      <dgm:prSet presAssocID="{3AD893CF-88FD-4CB3-9CA6-B68E3AB152A1}" presName="Name13" presStyleLbl="parChTrans1D2" presStyleIdx="6" presStyleCnt="19"/>
      <dgm:spPr/>
    </dgm:pt>
    <dgm:pt modelId="{874CED9E-3F26-4A21-A42F-A66BE9DB0FD0}" type="pres">
      <dgm:prSet presAssocID="{20A3E380-AE1B-4BAE-8CDD-03CBE526A059}" presName="childText" presStyleLbl="bgAcc1" presStyleIdx="6" presStyleCnt="19">
        <dgm:presLayoutVars>
          <dgm:bulletEnabled val="1"/>
        </dgm:presLayoutVars>
      </dgm:prSet>
      <dgm:spPr/>
    </dgm:pt>
    <dgm:pt modelId="{E0B205AC-06AF-4EB9-B40A-323DB513AB63}" type="pres">
      <dgm:prSet presAssocID="{B996211C-7AEB-434B-A946-A2CC2BB1F1DB}" presName="Name13" presStyleLbl="parChTrans1D2" presStyleIdx="7" presStyleCnt="19"/>
      <dgm:spPr/>
    </dgm:pt>
    <dgm:pt modelId="{BE6B634D-CAB3-48D7-848D-A89170378F0A}" type="pres">
      <dgm:prSet presAssocID="{FF8D752E-76B6-42F4-9AA7-835105D805D7}" presName="childText" presStyleLbl="bgAcc1" presStyleIdx="7" presStyleCnt="19">
        <dgm:presLayoutVars>
          <dgm:bulletEnabled val="1"/>
        </dgm:presLayoutVars>
      </dgm:prSet>
      <dgm:spPr/>
    </dgm:pt>
    <dgm:pt modelId="{1C8343D9-7763-408D-A53B-128E51241A1C}" type="pres">
      <dgm:prSet presAssocID="{B4C4021A-5BAA-4F9F-8EC0-6136F6B96752}" presName="Name13" presStyleLbl="parChTrans1D2" presStyleIdx="8" presStyleCnt="19"/>
      <dgm:spPr/>
    </dgm:pt>
    <dgm:pt modelId="{191CD2FE-3FA7-473D-B827-AB772BC69BF4}" type="pres">
      <dgm:prSet presAssocID="{56ED04DA-A1FE-4848-903F-6D7B2449FB6C}" presName="childText" presStyleLbl="bgAcc1" presStyleIdx="8" presStyleCnt="19">
        <dgm:presLayoutVars>
          <dgm:bulletEnabled val="1"/>
        </dgm:presLayoutVars>
      </dgm:prSet>
      <dgm:spPr/>
    </dgm:pt>
    <dgm:pt modelId="{B6AF2A1F-AB2C-4930-AFDF-3D137592452D}" type="pres">
      <dgm:prSet presAssocID="{0483F642-4128-45E9-97F4-F148051C0B36}" presName="root" presStyleCnt="0"/>
      <dgm:spPr/>
    </dgm:pt>
    <dgm:pt modelId="{F533E136-47D5-4835-BD27-04C70CA19ECF}" type="pres">
      <dgm:prSet presAssocID="{0483F642-4128-45E9-97F4-F148051C0B36}" presName="rootComposite" presStyleCnt="0"/>
      <dgm:spPr/>
    </dgm:pt>
    <dgm:pt modelId="{1A2777A3-428A-4D15-9073-7AE18AFECD7E}" type="pres">
      <dgm:prSet presAssocID="{0483F642-4128-45E9-97F4-F148051C0B36}" presName="rootText" presStyleLbl="node1" presStyleIdx="2" presStyleCnt="5"/>
      <dgm:spPr/>
    </dgm:pt>
    <dgm:pt modelId="{AF321968-442D-4AF8-A879-574C43059460}" type="pres">
      <dgm:prSet presAssocID="{0483F642-4128-45E9-97F4-F148051C0B36}" presName="rootConnector" presStyleLbl="node1" presStyleIdx="2" presStyleCnt="5"/>
      <dgm:spPr/>
    </dgm:pt>
    <dgm:pt modelId="{93D7F4BC-0FA6-4611-9DC6-2A4C32EDB60D}" type="pres">
      <dgm:prSet presAssocID="{0483F642-4128-45E9-97F4-F148051C0B36}" presName="childShape" presStyleCnt="0"/>
      <dgm:spPr/>
    </dgm:pt>
    <dgm:pt modelId="{D2D35BBB-E0B1-402C-BD33-00B171E41712}" type="pres">
      <dgm:prSet presAssocID="{5C4ADFC3-0FF3-4282-A1CD-B7891991B2A9}" presName="Name13" presStyleLbl="parChTrans1D2" presStyleIdx="9" presStyleCnt="19"/>
      <dgm:spPr/>
    </dgm:pt>
    <dgm:pt modelId="{E3BEAB2F-8E3A-48A4-86B9-10CA88470235}" type="pres">
      <dgm:prSet presAssocID="{6C8BE5C3-5184-40D7-BBDA-2DBF097B0D8F}" presName="childText" presStyleLbl="bgAcc1" presStyleIdx="9" presStyleCnt="19">
        <dgm:presLayoutVars>
          <dgm:bulletEnabled val="1"/>
        </dgm:presLayoutVars>
      </dgm:prSet>
      <dgm:spPr/>
    </dgm:pt>
    <dgm:pt modelId="{44610749-B5DF-43D5-8647-D8AB8F307C51}" type="pres">
      <dgm:prSet presAssocID="{ACC0C5C1-7E0D-46FB-B672-2FE065D1DE60}" presName="Name13" presStyleLbl="parChTrans1D2" presStyleIdx="10" presStyleCnt="19"/>
      <dgm:spPr/>
    </dgm:pt>
    <dgm:pt modelId="{787E78BE-4779-44EB-9820-72EA5272DF2A}" type="pres">
      <dgm:prSet presAssocID="{F7E6959D-E2F1-41F1-9B3C-685860C2D291}" presName="childText" presStyleLbl="bgAcc1" presStyleIdx="10" presStyleCnt="19">
        <dgm:presLayoutVars>
          <dgm:bulletEnabled val="1"/>
        </dgm:presLayoutVars>
      </dgm:prSet>
      <dgm:spPr/>
    </dgm:pt>
    <dgm:pt modelId="{073F711B-8CD8-4DD2-AE84-005EDB83A9F5}" type="pres">
      <dgm:prSet presAssocID="{BF734179-0394-4186-BC2D-D04A8E1C76B1}" presName="Name13" presStyleLbl="parChTrans1D2" presStyleIdx="11" presStyleCnt="19"/>
      <dgm:spPr/>
    </dgm:pt>
    <dgm:pt modelId="{6262406E-6E57-469A-9D00-C4979C60E5A4}" type="pres">
      <dgm:prSet presAssocID="{62A93E28-C495-4D20-9ADD-E7B02F010165}" presName="childText" presStyleLbl="bgAcc1" presStyleIdx="11" presStyleCnt="19">
        <dgm:presLayoutVars>
          <dgm:bulletEnabled val="1"/>
        </dgm:presLayoutVars>
      </dgm:prSet>
      <dgm:spPr/>
    </dgm:pt>
    <dgm:pt modelId="{1695C100-F1F4-459F-B444-E8D1482BC4B7}" type="pres">
      <dgm:prSet presAssocID="{A51D17FD-9BD0-4438-84BE-C730ACFEAAF5}" presName="root" presStyleCnt="0"/>
      <dgm:spPr/>
    </dgm:pt>
    <dgm:pt modelId="{C58A11F7-A5F9-434C-AAB8-090CAEDE3874}" type="pres">
      <dgm:prSet presAssocID="{A51D17FD-9BD0-4438-84BE-C730ACFEAAF5}" presName="rootComposite" presStyleCnt="0"/>
      <dgm:spPr/>
    </dgm:pt>
    <dgm:pt modelId="{B86E2444-AE59-4FB4-AB0D-249E5421DD94}" type="pres">
      <dgm:prSet presAssocID="{A51D17FD-9BD0-4438-84BE-C730ACFEAAF5}" presName="rootText" presStyleLbl="node1" presStyleIdx="3" presStyleCnt="5"/>
      <dgm:spPr/>
    </dgm:pt>
    <dgm:pt modelId="{E30AD683-01E2-40D1-8D0B-F3507234E398}" type="pres">
      <dgm:prSet presAssocID="{A51D17FD-9BD0-4438-84BE-C730ACFEAAF5}" presName="rootConnector" presStyleLbl="node1" presStyleIdx="3" presStyleCnt="5"/>
      <dgm:spPr/>
    </dgm:pt>
    <dgm:pt modelId="{1393ABA1-1FB3-4D8B-9839-8B3B0CD8416F}" type="pres">
      <dgm:prSet presAssocID="{A51D17FD-9BD0-4438-84BE-C730ACFEAAF5}" presName="childShape" presStyleCnt="0"/>
      <dgm:spPr/>
    </dgm:pt>
    <dgm:pt modelId="{5F3E19FB-0CE0-438E-80E2-91606943A850}" type="pres">
      <dgm:prSet presAssocID="{1B99604C-D5E0-4735-8E43-C50B61B3D7AF}" presName="Name13" presStyleLbl="parChTrans1D2" presStyleIdx="12" presStyleCnt="19"/>
      <dgm:spPr/>
    </dgm:pt>
    <dgm:pt modelId="{27F8AAE5-3818-46AF-A968-6590255F3BB6}" type="pres">
      <dgm:prSet presAssocID="{3EEE93BA-9352-4061-AC29-0DE97AB440B0}" presName="childText" presStyleLbl="bgAcc1" presStyleIdx="12" presStyleCnt="19">
        <dgm:presLayoutVars>
          <dgm:bulletEnabled val="1"/>
        </dgm:presLayoutVars>
      </dgm:prSet>
      <dgm:spPr/>
    </dgm:pt>
    <dgm:pt modelId="{480E38F3-4DDA-4833-906D-058900E2A185}" type="pres">
      <dgm:prSet presAssocID="{B3C8FD36-34C3-4197-A457-B797D3833BC5}" presName="Name13" presStyleLbl="parChTrans1D2" presStyleIdx="13" presStyleCnt="19"/>
      <dgm:spPr/>
    </dgm:pt>
    <dgm:pt modelId="{0BE2ABBE-125B-4667-BC9C-A70BB53F168A}" type="pres">
      <dgm:prSet presAssocID="{FF810CDE-33CB-470F-B70E-609C1D2263DA}" presName="childText" presStyleLbl="bgAcc1" presStyleIdx="13" presStyleCnt="19">
        <dgm:presLayoutVars>
          <dgm:bulletEnabled val="1"/>
        </dgm:presLayoutVars>
      </dgm:prSet>
      <dgm:spPr/>
    </dgm:pt>
    <dgm:pt modelId="{5B9EA63D-BF72-4522-AFDA-9CC5D945E6EB}" type="pres">
      <dgm:prSet presAssocID="{3639DED4-3E6C-4A40-9398-E551A87EC84D}" presName="Name13" presStyleLbl="parChTrans1D2" presStyleIdx="14" presStyleCnt="19"/>
      <dgm:spPr/>
    </dgm:pt>
    <dgm:pt modelId="{27CB62DD-D922-4F9D-9153-0E7F3BF550B9}" type="pres">
      <dgm:prSet presAssocID="{2B9173FB-DAF7-4522-8FEC-8B5232E57586}" presName="childText" presStyleLbl="bgAcc1" presStyleIdx="14" presStyleCnt="19">
        <dgm:presLayoutVars>
          <dgm:bulletEnabled val="1"/>
        </dgm:presLayoutVars>
      </dgm:prSet>
      <dgm:spPr/>
    </dgm:pt>
    <dgm:pt modelId="{12D3F18B-FF65-46CC-B23C-2EF564E6ECDC}" type="pres">
      <dgm:prSet presAssocID="{6276ADBC-0171-4186-89E1-4EAFE7304F55}" presName="Name13" presStyleLbl="parChTrans1D2" presStyleIdx="15" presStyleCnt="19"/>
      <dgm:spPr/>
    </dgm:pt>
    <dgm:pt modelId="{8B0322EE-7268-438B-9334-A4B129030272}" type="pres">
      <dgm:prSet presAssocID="{7019C07A-88C2-4A80-BFB8-6877C5720AD6}" presName="childText" presStyleLbl="bgAcc1" presStyleIdx="15" presStyleCnt="19">
        <dgm:presLayoutVars>
          <dgm:bulletEnabled val="1"/>
        </dgm:presLayoutVars>
      </dgm:prSet>
      <dgm:spPr/>
    </dgm:pt>
    <dgm:pt modelId="{EE917E78-C377-46F7-AD0D-626C4DE0CF6B}" type="pres">
      <dgm:prSet presAssocID="{3AE60341-8101-4B59-9910-D6B3C72A863A}" presName="Name13" presStyleLbl="parChTrans1D2" presStyleIdx="16" presStyleCnt="19"/>
      <dgm:spPr/>
    </dgm:pt>
    <dgm:pt modelId="{6E4135F1-6C37-4F72-8845-9450E4AEE42D}" type="pres">
      <dgm:prSet presAssocID="{45E866DA-47B4-4BB2-8F22-092A5D5EC018}" presName="childText" presStyleLbl="bgAcc1" presStyleIdx="16" presStyleCnt="19">
        <dgm:presLayoutVars>
          <dgm:bulletEnabled val="1"/>
        </dgm:presLayoutVars>
      </dgm:prSet>
      <dgm:spPr/>
    </dgm:pt>
    <dgm:pt modelId="{E4086DFE-4B3C-431C-9CDA-57C8918A0480}" type="pres">
      <dgm:prSet presAssocID="{CC4B90CB-1857-4994-BB54-698D11547786}" presName="root" presStyleCnt="0"/>
      <dgm:spPr/>
    </dgm:pt>
    <dgm:pt modelId="{2471F631-76C9-4DA1-8495-81C286CA26BA}" type="pres">
      <dgm:prSet presAssocID="{CC4B90CB-1857-4994-BB54-698D11547786}" presName="rootComposite" presStyleCnt="0"/>
      <dgm:spPr/>
    </dgm:pt>
    <dgm:pt modelId="{1722C38D-D615-4D78-9D22-9555D2AEC17D}" type="pres">
      <dgm:prSet presAssocID="{CC4B90CB-1857-4994-BB54-698D11547786}" presName="rootText" presStyleLbl="node1" presStyleIdx="4" presStyleCnt="5"/>
      <dgm:spPr/>
    </dgm:pt>
    <dgm:pt modelId="{035F1FF2-67F2-46B5-AB50-A30589EBDD95}" type="pres">
      <dgm:prSet presAssocID="{CC4B90CB-1857-4994-BB54-698D11547786}" presName="rootConnector" presStyleLbl="node1" presStyleIdx="4" presStyleCnt="5"/>
      <dgm:spPr/>
    </dgm:pt>
    <dgm:pt modelId="{F9DE586B-B83D-40E8-8AF0-56980FBB3EC8}" type="pres">
      <dgm:prSet presAssocID="{CC4B90CB-1857-4994-BB54-698D11547786}" presName="childShape" presStyleCnt="0"/>
      <dgm:spPr/>
    </dgm:pt>
    <dgm:pt modelId="{C560B845-9640-4773-817D-11EE03B0B13A}" type="pres">
      <dgm:prSet presAssocID="{589E1125-C3E7-4CA8-8AE9-84DFEE0655D5}" presName="Name13" presStyleLbl="parChTrans1D2" presStyleIdx="17" presStyleCnt="19"/>
      <dgm:spPr/>
    </dgm:pt>
    <dgm:pt modelId="{21FC5255-B0B7-44EA-9502-00913E054241}" type="pres">
      <dgm:prSet presAssocID="{E0E04848-187C-4FB8-A750-5CEA4A661E76}" presName="childText" presStyleLbl="bgAcc1" presStyleIdx="17" presStyleCnt="19">
        <dgm:presLayoutVars>
          <dgm:bulletEnabled val="1"/>
        </dgm:presLayoutVars>
      </dgm:prSet>
      <dgm:spPr/>
    </dgm:pt>
    <dgm:pt modelId="{FC7D264D-51D4-4D60-8D6F-47BFE7E69348}" type="pres">
      <dgm:prSet presAssocID="{C939CABE-BF19-4668-8EB5-481C2296F6DA}" presName="Name13" presStyleLbl="parChTrans1D2" presStyleIdx="18" presStyleCnt="19"/>
      <dgm:spPr/>
    </dgm:pt>
    <dgm:pt modelId="{A9458DDC-3504-4DD6-A864-84806C62F781}" type="pres">
      <dgm:prSet presAssocID="{3B2403A6-0023-47B0-9EFA-D5F27E22B6EE}" presName="childText" presStyleLbl="bgAcc1" presStyleIdx="18" presStyleCnt="19">
        <dgm:presLayoutVars>
          <dgm:bulletEnabled val="1"/>
        </dgm:presLayoutVars>
      </dgm:prSet>
      <dgm:spPr/>
    </dgm:pt>
  </dgm:ptLst>
  <dgm:cxnLst>
    <dgm:cxn modelId="{5060F600-612A-4952-A8D2-F7041B70D51F}" srcId="{5D47BB7E-FD3D-4DD5-9164-813EA6727E60}" destId="{E5301FD7-A038-40B0-A9CF-FEF6F4C8D205}" srcOrd="0" destOrd="0" parTransId="{A016BC3C-C01F-4C1A-B0BE-DBA178EF1B32}" sibTransId="{8A8A3FAA-160D-4D0F-9652-09573AD4E43E}"/>
    <dgm:cxn modelId="{0182A703-2CD7-4662-A941-DCDD4A84B3D5}" type="presOf" srcId="{3AE60341-8101-4B59-9910-D6B3C72A863A}" destId="{EE917E78-C377-46F7-AD0D-626C4DE0CF6B}" srcOrd="0" destOrd="0" presId="urn:microsoft.com/office/officeart/2005/8/layout/hierarchy3"/>
    <dgm:cxn modelId="{943AD008-744E-4675-94EE-8926AE4DD9F6}" srcId="{8BE8AE34-367D-423B-AF3A-2D338369DF19}" destId="{AB61D529-BF36-4E42-A31D-51C64022CC44}" srcOrd="4" destOrd="0" parTransId="{4E2E7657-2137-491E-9031-1B3BD3DF2506}" sibTransId="{21E65AA5-395C-4D02-A613-75EF0C0D649F}"/>
    <dgm:cxn modelId="{D4063F0C-60D9-4F44-8773-35A146E3C064}" type="presOf" srcId="{20A3E380-AE1B-4BAE-8CDD-03CBE526A059}" destId="{874CED9E-3F26-4A21-A42F-A66BE9DB0FD0}" srcOrd="0" destOrd="0" presId="urn:microsoft.com/office/officeart/2005/8/layout/hierarchy3"/>
    <dgm:cxn modelId="{F80DBF0D-B52F-42E2-B4BE-F3CEB90743BE}" type="presOf" srcId="{E0E04848-187C-4FB8-A750-5CEA4A661E76}" destId="{21FC5255-B0B7-44EA-9502-00913E054241}" srcOrd="0" destOrd="0" presId="urn:microsoft.com/office/officeart/2005/8/layout/hierarchy3"/>
    <dgm:cxn modelId="{57892C13-9660-4D85-972B-B0C1E09BA441}" type="presOf" srcId="{C724E8E6-99D3-40EB-BC98-6E21DB5AB9F4}" destId="{638D242F-D07F-4171-A4F8-C45E06B59CBD}" srcOrd="0" destOrd="0" presId="urn:microsoft.com/office/officeart/2005/8/layout/hierarchy3"/>
    <dgm:cxn modelId="{5A4BBA16-D83D-4745-AD6E-367BCD1A174B}" type="presOf" srcId="{F7E6959D-E2F1-41F1-9B3C-685860C2D291}" destId="{787E78BE-4779-44EB-9820-72EA5272DF2A}" srcOrd="0" destOrd="0" presId="urn:microsoft.com/office/officeart/2005/8/layout/hierarchy3"/>
    <dgm:cxn modelId="{75BA951C-5F33-41CE-8719-580F608138A7}" type="presOf" srcId="{DA45CDC1-F6A3-4713-84E5-D2DE73244733}" destId="{453E647A-381B-4D94-9614-FDEEC97DBBEB}" srcOrd="0" destOrd="3" presId="urn:microsoft.com/office/officeart/2005/8/layout/hierarchy3"/>
    <dgm:cxn modelId="{B245B922-1324-48F1-9801-C3A17D2C60F3}" srcId="{8BE8AE34-367D-423B-AF3A-2D338369DF19}" destId="{9C754A73-DAF9-49C3-A44B-13E7FC94D841}" srcOrd="5" destOrd="0" parTransId="{246D00DC-859F-4359-9A02-020CCB9228A6}" sibTransId="{30972C20-C933-4335-A15C-F9CDFEB20395}"/>
    <dgm:cxn modelId="{8A0A382B-203C-4B28-9C7C-CFBA5D832DC1}" type="presOf" srcId="{A51D17FD-9BD0-4438-84BE-C730ACFEAAF5}" destId="{E30AD683-01E2-40D1-8D0B-F3507234E398}" srcOrd="1" destOrd="0" presId="urn:microsoft.com/office/officeart/2005/8/layout/hierarchy3"/>
    <dgm:cxn modelId="{AD566F2B-39D2-4C99-95ED-504F13DA6669}" type="presOf" srcId="{B996211C-7AEB-434B-A946-A2CC2BB1F1DB}" destId="{E0B205AC-06AF-4EB9-B40A-323DB513AB63}" srcOrd="0" destOrd="0" presId="urn:microsoft.com/office/officeart/2005/8/layout/hierarchy3"/>
    <dgm:cxn modelId="{A5AA2E2D-EB5E-41EA-B778-5D218CDFDFFE}" type="presOf" srcId="{B9FCE55C-593E-4EBC-B63A-85FD0EC237A7}" destId="{03AC6FBF-3FB0-4155-9853-7CF220E73B8D}" srcOrd="0" destOrd="0" presId="urn:microsoft.com/office/officeart/2005/8/layout/hierarchy3"/>
    <dgm:cxn modelId="{B42F4131-6C99-402D-ACE5-AE170C4FC816}" type="presOf" srcId="{0483F642-4128-45E9-97F4-F148051C0B36}" destId="{1A2777A3-428A-4D15-9073-7AE18AFECD7E}" srcOrd="0" destOrd="0" presId="urn:microsoft.com/office/officeart/2005/8/layout/hierarchy3"/>
    <dgm:cxn modelId="{F952ED32-4362-4101-B59C-1E95D43A9C36}" type="presOf" srcId="{F4A91A39-68A8-43A2-90DC-C570A5B260C5}" destId="{D398C249-3844-422A-B98F-F30029B78508}" srcOrd="1" destOrd="0" presId="urn:microsoft.com/office/officeart/2005/8/layout/hierarchy3"/>
    <dgm:cxn modelId="{E0CC6633-9E39-45C3-B79B-383FCC7E82B2}" type="presOf" srcId="{BF734179-0394-4186-BC2D-D04A8E1C76B1}" destId="{073F711B-8CD8-4DD2-AE84-005EDB83A9F5}" srcOrd="0" destOrd="0" presId="urn:microsoft.com/office/officeart/2005/8/layout/hierarchy3"/>
    <dgm:cxn modelId="{A9BDD633-5F28-4543-8DB1-AC7A981FC421}" type="presOf" srcId="{5C4ADFC3-0FF3-4282-A1CD-B7891991B2A9}" destId="{D2D35BBB-E0B1-402C-BD33-00B171E41712}" srcOrd="0" destOrd="0" presId="urn:microsoft.com/office/officeart/2005/8/layout/hierarchy3"/>
    <dgm:cxn modelId="{507A3F37-F449-4C0A-A708-5D0D17186197}" type="presOf" srcId="{5BA34D13-E7DF-4DF1-9D6F-D5896B6EF7D3}" destId="{DE8D5933-0FA9-43B7-A97D-9C9178C9FB20}" srcOrd="0" destOrd="0" presId="urn:microsoft.com/office/officeart/2005/8/layout/hierarchy3"/>
    <dgm:cxn modelId="{EE5E1338-E99E-4689-9344-8B231E5E89C0}" type="presOf" srcId="{8A8517EC-33C1-4544-B0E5-BBED1D4C1DF2}" destId="{453E647A-381B-4D94-9614-FDEEC97DBBEB}" srcOrd="0" destOrd="1" presId="urn:microsoft.com/office/officeart/2005/8/layout/hierarchy3"/>
    <dgm:cxn modelId="{2A3EDD38-8E21-47C0-A725-4031CA03BCEA}" srcId="{F4A91A39-68A8-43A2-90DC-C570A5B260C5}" destId="{56ED04DA-A1FE-4848-903F-6D7B2449FB6C}" srcOrd="4" destOrd="0" parTransId="{B4C4021A-5BAA-4F9F-8EC0-6136F6B96752}" sibTransId="{A5D86824-72A5-425F-A989-857898FF6009}"/>
    <dgm:cxn modelId="{8C555C3F-545B-4C6D-B65F-4562DAAC9539}" type="presOf" srcId="{3AD893CF-88FD-4CB3-9CA6-B68E3AB152A1}" destId="{EE5E8901-B372-4469-B52F-2B48222643FF}" srcOrd="0" destOrd="0" presId="urn:microsoft.com/office/officeart/2005/8/layout/hierarchy3"/>
    <dgm:cxn modelId="{FD51965F-C378-46C7-B94B-C3A0C322BCCF}" type="presOf" srcId="{5DF9BBC2-CF34-47A4-B918-8F9D7696279B}" destId="{EAFD7003-9193-4D72-A7B7-001D5A3EB10C}" srcOrd="0" destOrd="0" presId="urn:microsoft.com/office/officeart/2005/8/layout/hierarchy3"/>
    <dgm:cxn modelId="{4A9DBD64-BE7E-461A-AC59-959DF83419B2}" type="presOf" srcId="{9D6029FB-844D-45D3-A18C-036D0A2397B3}" destId="{2F335628-9DA2-4115-9775-E01B33576291}" srcOrd="0" destOrd="0" presId="urn:microsoft.com/office/officeart/2005/8/layout/hierarchy3"/>
    <dgm:cxn modelId="{E52F7667-12D4-4950-B80D-F9789323B965}" srcId="{8BE8AE34-367D-423B-AF3A-2D338369DF19}" destId="{8A8517EC-33C1-4544-B0E5-BBED1D4C1DF2}" srcOrd="0" destOrd="0" parTransId="{A7C7EF31-053C-46C7-9CC5-471C5EC2A2B5}" sibTransId="{E95C14FE-0A92-48D3-B237-8D2CE41A8F58}"/>
    <dgm:cxn modelId="{FA9BCF67-2DAC-4265-905B-106BFB08A739}" type="presOf" srcId="{2BBECA7E-3235-44BF-968A-2B24CA64364F}" destId="{453E647A-381B-4D94-9614-FDEEC97DBBEB}" srcOrd="0" destOrd="4" presId="urn:microsoft.com/office/officeart/2005/8/layout/hierarchy3"/>
    <dgm:cxn modelId="{90980A6A-848E-486C-905F-3035D2EEEE8C}" type="presOf" srcId="{A016BC3C-C01F-4C1A-B0BE-DBA178EF1B32}" destId="{9EE1D9D3-C088-4EA5-AE21-62C6FF3D06C5}" srcOrd="0" destOrd="0" presId="urn:microsoft.com/office/officeart/2005/8/layout/hierarchy3"/>
    <dgm:cxn modelId="{63890F6A-81FE-449C-9438-EB87B36399D9}" srcId="{886C93F6-62F7-49E1-B5DF-78561DEC743E}" destId="{F4A91A39-68A8-43A2-90DC-C570A5B260C5}" srcOrd="1" destOrd="0" parTransId="{0ED61CAF-8628-4898-B020-D1025F0B0AC6}" sibTransId="{374FCE19-6D3A-4646-8876-D5B51B3C4C1C}"/>
    <dgm:cxn modelId="{8F401C6B-21FE-4E5E-9EDB-2B8C7BB6851D}" srcId="{0483F642-4128-45E9-97F4-F148051C0B36}" destId="{F7E6959D-E2F1-41F1-9B3C-685860C2D291}" srcOrd="1" destOrd="0" parTransId="{ACC0C5C1-7E0D-46FB-B672-2FE065D1DE60}" sibTransId="{429C683F-B261-445A-9C0D-972059B60541}"/>
    <dgm:cxn modelId="{CEAF5D6B-6D2C-49C4-B18B-989E079C9EB5}" srcId="{8BE8AE34-367D-423B-AF3A-2D338369DF19}" destId="{DA45CDC1-F6A3-4713-84E5-D2DE73244733}" srcOrd="2" destOrd="0" parTransId="{77AFB72D-072B-46E9-A74D-CE4472D9B8FD}" sibTransId="{C87FE0F6-07BE-47EB-BFF1-5B206FCDB4DA}"/>
    <dgm:cxn modelId="{DF90F06D-5E03-42F1-A1EF-480470C11A8E}" type="presOf" srcId="{CC4B90CB-1857-4994-BB54-698D11547786}" destId="{1722C38D-D615-4D78-9D22-9555D2AEC17D}" srcOrd="0" destOrd="0" presId="urn:microsoft.com/office/officeart/2005/8/layout/hierarchy3"/>
    <dgm:cxn modelId="{C4EB366E-65AA-44EA-9267-FB82DF8D0F71}" srcId="{0483F642-4128-45E9-97F4-F148051C0B36}" destId="{62A93E28-C495-4D20-9ADD-E7B02F010165}" srcOrd="2" destOrd="0" parTransId="{BF734179-0394-4186-BC2D-D04A8E1C76B1}" sibTransId="{63EDC8EE-AE33-446D-9E95-23E0874D2BD4}"/>
    <dgm:cxn modelId="{3CB3736F-2BD8-4308-A4C9-2DCAC229A9F1}" type="presOf" srcId="{2CF484EE-9957-4AA4-84D3-6AAE3F8FA08A}" destId="{9353EFA6-21CE-4E6C-9527-D9EDDC8DA301}" srcOrd="0" destOrd="0" presId="urn:microsoft.com/office/officeart/2005/8/layout/hierarchy3"/>
    <dgm:cxn modelId="{7C9D5450-F610-49BD-91EE-BEE0363DC120}" type="presOf" srcId="{886C93F6-62F7-49E1-B5DF-78561DEC743E}" destId="{14672AD1-1D9A-4F13-8B07-8BFFFF8E3B0A}" srcOrd="0" destOrd="0" presId="urn:microsoft.com/office/officeart/2005/8/layout/hierarchy3"/>
    <dgm:cxn modelId="{0EF6EF50-99A2-4FED-99C7-E63228C09188}" type="presOf" srcId="{1DCDD540-3BD2-4199-8435-24781B934471}" destId="{453E647A-381B-4D94-9614-FDEEC97DBBEB}" srcOrd="0" destOrd="7" presId="urn:microsoft.com/office/officeart/2005/8/layout/hierarchy3"/>
    <dgm:cxn modelId="{53AF0E51-E822-4757-8C8A-DA01452F649C}" type="presOf" srcId="{2D690C6B-D95C-4B4E-8CDF-D576FB478BC9}" destId="{EFE58C43-E02E-4F63-893F-596206C066AA}" srcOrd="0" destOrd="0" presId="urn:microsoft.com/office/officeart/2005/8/layout/hierarchy3"/>
    <dgm:cxn modelId="{6F424674-EFC3-4F36-9C41-2D54FC59429A}" type="presOf" srcId="{6F8C6D53-E7A7-450B-ABEA-3A8EA8AFE1F9}" destId="{240ABAE2-4924-4CDD-AC3A-6F91E41F27C4}" srcOrd="0" destOrd="0" presId="urn:microsoft.com/office/officeart/2005/8/layout/hierarchy3"/>
    <dgm:cxn modelId="{209B2B55-68DC-4A55-8B25-16673EB18808}" type="presOf" srcId="{3EEE93BA-9352-4061-AC29-0DE97AB440B0}" destId="{27F8AAE5-3818-46AF-A968-6590255F3BB6}" srcOrd="0" destOrd="0" presId="urn:microsoft.com/office/officeart/2005/8/layout/hierarchy3"/>
    <dgm:cxn modelId="{2F80567A-6C6F-4F7A-B8E5-0F10FBC7B616}" srcId="{F4A91A39-68A8-43A2-90DC-C570A5B260C5}" destId="{5C1D2D6B-3C09-4062-9298-FB9E1AF52C00}" srcOrd="1" destOrd="0" parTransId="{2D690C6B-D95C-4B4E-8CDF-D576FB478BC9}" sibTransId="{A978CF7B-5EE6-4C82-8D30-1B056D19DF95}"/>
    <dgm:cxn modelId="{DF65D37A-17AF-4236-B71C-D8B0B47BD127}" srcId="{8BE8AE34-367D-423B-AF3A-2D338369DF19}" destId="{2BBECA7E-3235-44BF-968A-2B24CA64364F}" srcOrd="3" destOrd="0" parTransId="{C26FC36A-38A3-426B-A2D7-2A5E317DDA6B}" sibTransId="{5EDA7D80-EFE5-4AE4-A985-4AA8968EC752}"/>
    <dgm:cxn modelId="{0872D37B-B52A-4079-A6C5-C3BA00650904}" type="presOf" srcId="{589E1125-C3E7-4CA8-8AE9-84DFEE0655D5}" destId="{C560B845-9640-4773-817D-11EE03B0B13A}" srcOrd="0" destOrd="0" presId="urn:microsoft.com/office/officeart/2005/8/layout/hierarchy3"/>
    <dgm:cxn modelId="{6AA8BA7E-A688-4310-8C06-6E5DA866C62A}" type="presOf" srcId="{AB61D529-BF36-4E42-A31D-51C64022CC44}" destId="{453E647A-381B-4D94-9614-FDEEC97DBBEB}" srcOrd="0" destOrd="5" presId="urn:microsoft.com/office/officeart/2005/8/layout/hierarchy3"/>
    <dgm:cxn modelId="{99A2F07F-442B-4367-BA01-29C3C6EE4733}" type="presOf" srcId="{FF810CDE-33CB-470F-B70E-609C1D2263DA}" destId="{0BE2ABBE-125B-4667-BC9C-A70BB53F168A}" srcOrd="0" destOrd="0" presId="urn:microsoft.com/office/officeart/2005/8/layout/hierarchy3"/>
    <dgm:cxn modelId="{3BDDC881-0FE9-48FE-9C18-7F053F246EDC}" type="presOf" srcId="{3639DED4-3E6C-4A40-9398-E551A87EC84D}" destId="{5B9EA63D-BF72-4522-AFDA-9CC5D945E6EB}" srcOrd="0" destOrd="0" presId="urn:microsoft.com/office/officeart/2005/8/layout/hierarchy3"/>
    <dgm:cxn modelId="{53758087-B6CE-4CC1-947C-52F91761351D}" srcId="{F4A91A39-68A8-43A2-90DC-C570A5B260C5}" destId="{20A3E380-AE1B-4BAE-8CDD-03CBE526A059}" srcOrd="2" destOrd="0" parTransId="{3AD893CF-88FD-4CB3-9CA6-B68E3AB152A1}" sibTransId="{7CB3FF3A-644B-42BB-AF58-C38D2A5AE59D}"/>
    <dgm:cxn modelId="{6B5E218D-4A3E-43AC-98FF-64519D182BB5}" srcId="{A51D17FD-9BD0-4438-84BE-C730ACFEAAF5}" destId="{3EEE93BA-9352-4061-AC29-0DE97AB440B0}" srcOrd="0" destOrd="0" parTransId="{1B99604C-D5E0-4735-8E43-C50B61B3D7AF}" sibTransId="{397A9FBC-8107-4B01-83CD-8686DA719FAE}"/>
    <dgm:cxn modelId="{699A088F-7DE6-4354-B72F-5CBCD88D3905}" srcId="{886C93F6-62F7-49E1-B5DF-78561DEC743E}" destId="{A51D17FD-9BD0-4438-84BE-C730ACFEAAF5}" srcOrd="3" destOrd="0" parTransId="{DD3E0B77-55D7-4D0F-8B46-161AAC4FE5F6}" sibTransId="{20804197-4983-400D-BAE2-A8CE2437EEF7}"/>
    <dgm:cxn modelId="{8674E890-FA69-4FBC-A48B-0CC1E3616813}" type="presOf" srcId="{B4C4021A-5BAA-4F9F-8EC0-6136F6B96752}" destId="{1C8343D9-7763-408D-A53B-128E51241A1C}" srcOrd="0" destOrd="0" presId="urn:microsoft.com/office/officeart/2005/8/layout/hierarchy3"/>
    <dgm:cxn modelId="{D59CC091-93AA-4EEA-A3EA-8088503A30D3}" srcId="{A51D17FD-9BD0-4438-84BE-C730ACFEAAF5}" destId="{FF810CDE-33CB-470F-B70E-609C1D2263DA}" srcOrd="1" destOrd="0" parTransId="{B3C8FD36-34C3-4197-A457-B797D3833BC5}" sibTransId="{35FA79DB-44BF-4A98-BF9E-52DE24168387}"/>
    <dgm:cxn modelId="{2A063298-05D7-4B40-8F51-11E9F2F6E05C}" srcId="{5D47BB7E-FD3D-4DD5-9164-813EA6727E60}" destId="{B9FCE55C-593E-4EBC-B63A-85FD0EC237A7}" srcOrd="1" destOrd="0" parTransId="{6F8C6D53-E7A7-450B-ABEA-3A8EA8AFE1F9}" sibTransId="{4C42CE99-F183-49AF-8D26-323AB3B3C85C}"/>
    <dgm:cxn modelId="{ACF1FD98-A5BF-49CB-A131-79995EEE0805}" srcId="{0483F642-4128-45E9-97F4-F148051C0B36}" destId="{6C8BE5C3-5184-40D7-BBDA-2DBF097B0D8F}" srcOrd="0" destOrd="0" parTransId="{5C4ADFC3-0FF3-4282-A1CD-B7891991B2A9}" sibTransId="{A6A7384B-EC52-491F-826A-EFF4468F656A}"/>
    <dgm:cxn modelId="{AA970D9A-0E51-4358-9BD8-F6BDAFBA6625}" srcId="{886C93F6-62F7-49E1-B5DF-78561DEC743E}" destId="{CC4B90CB-1857-4994-BB54-698D11547786}" srcOrd="4" destOrd="0" parTransId="{9AC0D69E-334C-4D65-A576-17473AB4532D}" sibTransId="{EE617401-ED7A-4E56-83C2-FEBEB5E5DB99}"/>
    <dgm:cxn modelId="{32FC229A-EBAE-4D22-AB3C-F98275DAEA10}" type="presOf" srcId="{56ED04DA-A1FE-4848-903F-6D7B2449FB6C}" destId="{191CD2FE-3FA7-473D-B827-AB772BC69BF4}" srcOrd="0" destOrd="0" presId="urn:microsoft.com/office/officeart/2005/8/layout/hierarchy3"/>
    <dgm:cxn modelId="{0426AC9C-578A-4B35-8A4A-CBEBBB97BA74}" type="presOf" srcId="{C939CABE-BF19-4668-8EB5-481C2296F6DA}" destId="{FC7D264D-51D4-4D60-8D6F-47BFE7E69348}" srcOrd="0" destOrd="0" presId="urn:microsoft.com/office/officeart/2005/8/layout/hierarchy3"/>
    <dgm:cxn modelId="{A290559D-3ECF-4E80-8A27-52011F8A15BC}" srcId="{886C93F6-62F7-49E1-B5DF-78561DEC743E}" destId="{0483F642-4128-45E9-97F4-F148051C0B36}" srcOrd="2" destOrd="0" parTransId="{68A3402D-E17E-4C3C-AF8A-5256B97D8275}" sibTransId="{67273BFD-1EE5-4B65-BF8F-5684702D0B9F}"/>
    <dgm:cxn modelId="{015EA49F-1A83-4979-9DAF-11FE278C07ED}" srcId="{A51D17FD-9BD0-4438-84BE-C730ACFEAAF5}" destId="{7019C07A-88C2-4A80-BFB8-6877C5720AD6}" srcOrd="3" destOrd="0" parTransId="{6276ADBC-0171-4186-89E1-4EAFE7304F55}" sibTransId="{D35E7D06-21FE-4346-BEBF-407F63D90330}"/>
    <dgm:cxn modelId="{C54591A4-F89E-4704-AF8A-8056F82C92ED}" type="presOf" srcId="{45E866DA-47B4-4BB2-8F22-092A5D5EC018}" destId="{6E4135F1-6C37-4F72-8845-9450E4AEE42D}" srcOrd="0" destOrd="0" presId="urn:microsoft.com/office/officeart/2005/8/layout/hierarchy3"/>
    <dgm:cxn modelId="{37CF73A5-B4EB-4295-A523-37428E535393}" type="presOf" srcId="{E5301FD7-A038-40B0-A9CF-FEF6F4C8D205}" destId="{114F77B0-7667-44EF-8FEB-98CDBE09B8E3}" srcOrd="0" destOrd="0" presId="urn:microsoft.com/office/officeart/2005/8/layout/hierarchy3"/>
    <dgm:cxn modelId="{5B9A92A6-9428-4D4E-9FF8-FA9560638B48}" srcId="{F4A91A39-68A8-43A2-90DC-C570A5B260C5}" destId="{FF8D752E-76B6-42F4-9AA7-835105D805D7}" srcOrd="3" destOrd="0" parTransId="{B996211C-7AEB-434B-A946-A2CC2BB1F1DB}" sibTransId="{F68F4CA3-2524-438E-8A25-4CADD690A070}"/>
    <dgm:cxn modelId="{29827EA7-BE15-4E67-B6D2-AF4268F2ED57}" type="presOf" srcId="{2B9173FB-DAF7-4522-8FEC-8B5232E57586}" destId="{27CB62DD-D922-4F9D-9153-0E7F3BF550B9}" srcOrd="0" destOrd="0" presId="urn:microsoft.com/office/officeart/2005/8/layout/hierarchy3"/>
    <dgm:cxn modelId="{ED8F8EA8-0C09-4BFC-94AD-52BDE6C00442}" srcId="{CC4B90CB-1857-4994-BB54-698D11547786}" destId="{E0E04848-187C-4FB8-A750-5CEA4A661E76}" srcOrd="0" destOrd="0" parTransId="{589E1125-C3E7-4CA8-8AE9-84DFEE0655D5}" sibTransId="{D98CEE62-9A5B-4587-A79C-452E2DEEB904}"/>
    <dgm:cxn modelId="{A26042AC-6CEC-476E-BAE2-C40A06D32C07}" srcId="{8BE8AE34-367D-423B-AF3A-2D338369DF19}" destId="{43C6BA7F-21A0-4536-83B9-545EA7AC7FCC}" srcOrd="7" destOrd="0" parTransId="{D67A4775-1A0F-427A-93CC-DC455010FB01}" sibTransId="{304A159C-4429-44F0-B0E9-E7951F60F302}"/>
    <dgm:cxn modelId="{0597E5AF-B59D-42AB-B1FB-028DCADBCDD6}" type="presOf" srcId="{ACC0C5C1-7E0D-46FB-B672-2FE065D1DE60}" destId="{44610749-B5DF-43D5-8647-D8AB8F307C51}" srcOrd="0" destOrd="0" presId="urn:microsoft.com/office/officeart/2005/8/layout/hierarchy3"/>
    <dgm:cxn modelId="{2AD4EBB0-07EE-4308-8B59-EC29ADA3E763}" type="presOf" srcId="{6276ADBC-0171-4186-89E1-4EAFE7304F55}" destId="{12D3F18B-FF65-46CC-B23C-2EF564E6ECDC}" srcOrd="0" destOrd="0" presId="urn:microsoft.com/office/officeart/2005/8/layout/hierarchy3"/>
    <dgm:cxn modelId="{E1ACE0B2-7F76-41C9-9B24-2A1F67C8024C}" type="presOf" srcId="{3B2403A6-0023-47B0-9EFA-D5F27E22B6EE}" destId="{A9458DDC-3504-4DD6-A864-84806C62F781}" srcOrd="0" destOrd="0" presId="urn:microsoft.com/office/officeart/2005/8/layout/hierarchy3"/>
    <dgm:cxn modelId="{007A0FB6-1A3C-41FC-9F5A-3436B042586F}" type="presOf" srcId="{43C6BA7F-21A0-4536-83B9-545EA7AC7FCC}" destId="{453E647A-381B-4D94-9614-FDEEC97DBBEB}" srcOrd="0" destOrd="8" presId="urn:microsoft.com/office/officeart/2005/8/layout/hierarchy3"/>
    <dgm:cxn modelId="{BD4B94B9-CE87-4FE4-8C47-B51ADC78996D}" type="presOf" srcId="{62A93E28-C495-4D20-9ADD-E7B02F010165}" destId="{6262406E-6E57-469A-9D00-C4979C60E5A4}" srcOrd="0" destOrd="0" presId="urn:microsoft.com/office/officeart/2005/8/layout/hierarchy3"/>
    <dgm:cxn modelId="{9FDAE0BA-0F5B-4F90-9F68-AF42E02AB038}" type="presOf" srcId="{F4A91A39-68A8-43A2-90DC-C570A5B260C5}" destId="{67B7E5DB-12CD-48F7-B2B1-DD2BAEA75AB6}" srcOrd="0" destOrd="0" presId="urn:microsoft.com/office/officeart/2005/8/layout/hierarchy3"/>
    <dgm:cxn modelId="{4A036DBC-7F48-43FC-A673-ACDED6D20B3A}" srcId="{8BE8AE34-367D-423B-AF3A-2D338369DF19}" destId="{1DCDD540-3BD2-4199-8435-24781B934471}" srcOrd="6" destOrd="0" parTransId="{494035FE-6512-4C14-BD90-72BC3533EE21}" sibTransId="{AD79CE31-190D-42E2-AA19-998CE5D347E0}"/>
    <dgm:cxn modelId="{CC929DBC-1E0A-4B7C-98A8-0DA21790264A}" type="presOf" srcId="{5D47BB7E-FD3D-4DD5-9164-813EA6727E60}" destId="{18105E12-1248-48F5-8D4B-431782FA236A}" srcOrd="0" destOrd="0" presId="urn:microsoft.com/office/officeart/2005/8/layout/hierarchy3"/>
    <dgm:cxn modelId="{5C86B7BD-23C1-4164-9DDD-3644EFB18A24}" srcId="{CC4B90CB-1857-4994-BB54-698D11547786}" destId="{3B2403A6-0023-47B0-9EFA-D5F27E22B6EE}" srcOrd="1" destOrd="0" parTransId="{C939CABE-BF19-4668-8EB5-481C2296F6DA}" sibTransId="{F2BCC6E7-6C7B-409C-8DDE-9DB6AF579680}"/>
    <dgm:cxn modelId="{976523BF-8C23-4538-9948-ACAC7D9C08C0}" srcId="{5D47BB7E-FD3D-4DD5-9164-813EA6727E60}" destId="{5BA34D13-E7DF-4DF1-9D6F-D5896B6EF7D3}" srcOrd="2" destOrd="0" parTransId="{5DF9BBC2-CF34-47A4-B918-8F9D7696279B}" sibTransId="{68E51B8A-2A76-45BE-A49E-3C136D4125F4}"/>
    <dgm:cxn modelId="{866B41C0-3399-4013-91F1-46841FA20A9A}" srcId="{8BE8AE34-367D-423B-AF3A-2D338369DF19}" destId="{CA1EFCD2-F651-463D-A7D3-E43DAFB7B224}" srcOrd="1" destOrd="0" parTransId="{C7F3C06C-98E6-4650-8688-947A9D064121}" sibTransId="{52D9EE2B-36D4-4AC8-9912-E9CCBCD0825B}"/>
    <dgm:cxn modelId="{14C043C7-3B86-471C-9577-E2D3F841A63F}" type="presOf" srcId="{1B99604C-D5E0-4735-8E43-C50B61B3D7AF}" destId="{5F3E19FB-0CE0-438E-80E2-91606943A850}" srcOrd="0" destOrd="0" presId="urn:microsoft.com/office/officeart/2005/8/layout/hierarchy3"/>
    <dgm:cxn modelId="{E689EACF-7BB0-4FE2-9338-2D226EF15960}" type="presOf" srcId="{0483F642-4128-45E9-97F4-F148051C0B36}" destId="{AF321968-442D-4AF8-A879-574C43059460}" srcOrd="1" destOrd="0" presId="urn:microsoft.com/office/officeart/2005/8/layout/hierarchy3"/>
    <dgm:cxn modelId="{9DE214D0-6323-406E-A119-D0B3273F5236}" srcId="{A51D17FD-9BD0-4438-84BE-C730ACFEAAF5}" destId="{2B9173FB-DAF7-4522-8FEC-8B5232E57586}" srcOrd="2" destOrd="0" parTransId="{3639DED4-3E6C-4A40-9398-E551A87EC84D}" sibTransId="{BF2DE689-8733-4BEC-AEE1-4EA82D77D37E}"/>
    <dgm:cxn modelId="{1AE3DAD1-D548-47C6-8460-AED683C89782}" type="presOf" srcId="{8BE8AE34-367D-423B-AF3A-2D338369DF19}" destId="{453E647A-381B-4D94-9614-FDEEC97DBBEB}" srcOrd="0" destOrd="0" presId="urn:microsoft.com/office/officeart/2005/8/layout/hierarchy3"/>
    <dgm:cxn modelId="{3AEDB0D5-EE1E-4260-9859-05F9F78ADA19}" type="presOf" srcId="{6C8BE5C3-5184-40D7-BBDA-2DBF097B0D8F}" destId="{E3BEAB2F-8E3A-48A4-86B9-10CA88470235}" srcOrd="0" destOrd="0" presId="urn:microsoft.com/office/officeart/2005/8/layout/hierarchy3"/>
    <dgm:cxn modelId="{CACCB9D5-B113-44B8-AFDB-9D52A7154CD8}" type="presOf" srcId="{5D47BB7E-FD3D-4DD5-9164-813EA6727E60}" destId="{800B111D-12AD-44E6-9A57-150AECB89A03}" srcOrd="1" destOrd="0" presId="urn:microsoft.com/office/officeart/2005/8/layout/hierarchy3"/>
    <dgm:cxn modelId="{0C9EF0DF-58AB-403F-878A-0236A5C17E04}" type="presOf" srcId="{5C1D2D6B-3C09-4062-9298-FB9E1AF52C00}" destId="{5E74B454-2C2B-4283-B3AF-BF8FBFC33883}" srcOrd="0" destOrd="0" presId="urn:microsoft.com/office/officeart/2005/8/layout/hierarchy3"/>
    <dgm:cxn modelId="{239CE6E4-C83F-48EC-9792-C5FAE1ED72B1}" srcId="{F4A91A39-68A8-43A2-90DC-C570A5B260C5}" destId="{2CF484EE-9957-4AA4-84D3-6AAE3F8FA08A}" srcOrd="0" destOrd="0" parTransId="{C724E8E6-99D3-40EB-BC98-6E21DB5AB9F4}" sibTransId="{287083AD-ECB4-499B-AE79-90E58EDF4A2F}"/>
    <dgm:cxn modelId="{3DEC6BE5-8CED-47BB-8C9D-B2FF8B38A54C}" srcId="{886C93F6-62F7-49E1-B5DF-78561DEC743E}" destId="{5D47BB7E-FD3D-4DD5-9164-813EA6727E60}" srcOrd="0" destOrd="0" parTransId="{412A9F12-3857-41D9-8616-9140ABB75869}" sibTransId="{A2AFDB53-5A2D-48DC-B0F4-B819302F6654}"/>
    <dgm:cxn modelId="{3906ECE5-3E52-4A10-A9F5-E5D7CF657256}" srcId="{5D47BB7E-FD3D-4DD5-9164-813EA6727E60}" destId="{8BE8AE34-367D-423B-AF3A-2D338369DF19}" srcOrd="3" destOrd="0" parTransId="{9D6029FB-844D-45D3-A18C-036D0A2397B3}" sibTransId="{C29C4EA9-C9AD-4ACC-849E-21D557E115FC}"/>
    <dgm:cxn modelId="{A171C5E7-4882-4EC0-A213-0A9E6F427DCE}" type="presOf" srcId="{B3C8FD36-34C3-4197-A457-B797D3833BC5}" destId="{480E38F3-4DDA-4833-906D-058900E2A185}" srcOrd="0" destOrd="0" presId="urn:microsoft.com/office/officeart/2005/8/layout/hierarchy3"/>
    <dgm:cxn modelId="{8532FBED-C91A-42F3-AB09-6926297FC045}" srcId="{A51D17FD-9BD0-4438-84BE-C730ACFEAAF5}" destId="{45E866DA-47B4-4BB2-8F22-092A5D5EC018}" srcOrd="4" destOrd="0" parTransId="{3AE60341-8101-4B59-9910-D6B3C72A863A}" sibTransId="{97A285C1-4D62-4AD7-97E3-6F30F8296918}"/>
    <dgm:cxn modelId="{C99039EF-7B0D-4442-931F-BB11906E819E}" type="presOf" srcId="{CA1EFCD2-F651-463D-A7D3-E43DAFB7B224}" destId="{453E647A-381B-4D94-9614-FDEEC97DBBEB}" srcOrd="0" destOrd="2" presId="urn:microsoft.com/office/officeart/2005/8/layout/hierarchy3"/>
    <dgm:cxn modelId="{BD33DCF1-80BD-471C-A488-5FFC4FF9AAE5}" type="presOf" srcId="{FF8D752E-76B6-42F4-9AA7-835105D805D7}" destId="{BE6B634D-CAB3-48D7-848D-A89170378F0A}" srcOrd="0" destOrd="0" presId="urn:microsoft.com/office/officeart/2005/8/layout/hierarchy3"/>
    <dgm:cxn modelId="{9003C7F2-C7CA-4192-852B-80D9437BD763}" type="presOf" srcId="{9C754A73-DAF9-49C3-A44B-13E7FC94D841}" destId="{453E647A-381B-4D94-9614-FDEEC97DBBEB}" srcOrd="0" destOrd="6" presId="urn:microsoft.com/office/officeart/2005/8/layout/hierarchy3"/>
    <dgm:cxn modelId="{2DCA7CF7-252C-446F-9391-62EC580BAFC2}" type="presOf" srcId="{A51D17FD-9BD0-4438-84BE-C730ACFEAAF5}" destId="{B86E2444-AE59-4FB4-AB0D-249E5421DD94}" srcOrd="0" destOrd="0" presId="urn:microsoft.com/office/officeart/2005/8/layout/hierarchy3"/>
    <dgm:cxn modelId="{6B89D2FA-77CA-43A0-8ED2-F718B4C18EFB}" type="presOf" srcId="{7019C07A-88C2-4A80-BFB8-6877C5720AD6}" destId="{8B0322EE-7268-438B-9334-A4B129030272}" srcOrd="0" destOrd="0" presId="urn:microsoft.com/office/officeart/2005/8/layout/hierarchy3"/>
    <dgm:cxn modelId="{8FDE28FC-C730-4FC3-862A-C753713714B6}" type="presOf" srcId="{CC4B90CB-1857-4994-BB54-698D11547786}" destId="{035F1FF2-67F2-46B5-AB50-A30589EBDD95}" srcOrd="1" destOrd="0" presId="urn:microsoft.com/office/officeart/2005/8/layout/hierarchy3"/>
    <dgm:cxn modelId="{A967141D-63E8-4834-8493-2CA968793DFF}" type="presParOf" srcId="{14672AD1-1D9A-4F13-8B07-8BFFFF8E3B0A}" destId="{F58508B6-B1BD-402A-9AFB-B461B9B9594E}" srcOrd="0" destOrd="0" presId="urn:microsoft.com/office/officeart/2005/8/layout/hierarchy3"/>
    <dgm:cxn modelId="{2772DD80-AA74-4421-BEC5-1CCD705AEC7E}" type="presParOf" srcId="{F58508B6-B1BD-402A-9AFB-B461B9B9594E}" destId="{A8494E8A-804B-4D33-B45E-4BF73796C5ED}" srcOrd="0" destOrd="0" presId="urn:microsoft.com/office/officeart/2005/8/layout/hierarchy3"/>
    <dgm:cxn modelId="{93832B6A-1FB7-4137-A45C-0B3571C072B4}" type="presParOf" srcId="{A8494E8A-804B-4D33-B45E-4BF73796C5ED}" destId="{18105E12-1248-48F5-8D4B-431782FA236A}" srcOrd="0" destOrd="0" presId="urn:microsoft.com/office/officeart/2005/8/layout/hierarchy3"/>
    <dgm:cxn modelId="{0936FA7E-78E2-4906-BD62-D17D2D0089EB}" type="presParOf" srcId="{A8494E8A-804B-4D33-B45E-4BF73796C5ED}" destId="{800B111D-12AD-44E6-9A57-150AECB89A03}" srcOrd="1" destOrd="0" presId="urn:microsoft.com/office/officeart/2005/8/layout/hierarchy3"/>
    <dgm:cxn modelId="{8866C02F-A033-4DC6-87E5-1D2A6A112637}" type="presParOf" srcId="{F58508B6-B1BD-402A-9AFB-B461B9B9594E}" destId="{51947961-979C-4B5C-8B7E-4E76757167C6}" srcOrd="1" destOrd="0" presId="urn:microsoft.com/office/officeart/2005/8/layout/hierarchy3"/>
    <dgm:cxn modelId="{F5006846-748F-481C-AB92-BAAA9458590E}" type="presParOf" srcId="{51947961-979C-4B5C-8B7E-4E76757167C6}" destId="{9EE1D9D3-C088-4EA5-AE21-62C6FF3D06C5}" srcOrd="0" destOrd="0" presId="urn:microsoft.com/office/officeart/2005/8/layout/hierarchy3"/>
    <dgm:cxn modelId="{8E91A73D-9DA9-49C8-8EFB-F35619864727}" type="presParOf" srcId="{51947961-979C-4B5C-8B7E-4E76757167C6}" destId="{114F77B0-7667-44EF-8FEB-98CDBE09B8E3}" srcOrd="1" destOrd="0" presId="urn:microsoft.com/office/officeart/2005/8/layout/hierarchy3"/>
    <dgm:cxn modelId="{AB07D83E-AF87-45E7-8041-8BFA0D5571B9}" type="presParOf" srcId="{51947961-979C-4B5C-8B7E-4E76757167C6}" destId="{240ABAE2-4924-4CDD-AC3A-6F91E41F27C4}" srcOrd="2" destOrd="0" presId="urn:microsoft.com/office/officeart/2005/8/layout/hierarchy3"/>
    <dgm:cxn modelId="{F1F6FFAA-5A95-4084-9F48-EDAA9A1A49D1}" type="presParOf" srcId="{51947961-979C-4B5C-8B7E-4E76757167C6}" destId="{03AC6FBF-3FB0-4155-9853-7CF220E73B8D}" srcOrd="3" destOrd="0" presId="urn:microsoft.com/office/officeart/2005/8/layout/hierarchy3"/>
    <dgm:cxn modelId="{54DD583B-A704-49AC-A676-2C30F6C85C17}" type="presParOf" srcId="{51947961-979C-4B5C-8B7E-4E76757167C6}" destId="{EAFD7003-9193-4D72-A7B7-001D5A3EB10C}" srcOrd="4" destOrd="0" presId="urn:microsoft.com/office/officeart/2005/8/layout/hierarchy3"/>
    <dgm:cxn modelId="{A01026E0-0FA8-4248-BFCC-29145AC1F54D}" type="presParOf" srcId="{51947961-979C-4B5C-8B7E-4E76757167C6}" destId="{DE8D5933-0FA9-43B7-A97D-9C9178C9FB20}" srcOrd="5" destOrd="0" presId="urn:microsoft.com/office/officeart/2005/8/layout/hierarchy3"/>
    <dgm:cxn modelId="{89579BC3-DCCA-40A9-A910-4D670919A23F}" type="presParOf" srcId="{51947961-979C-4B5C-8B7E-4E76757167C6}" destId="{2F335628-9DA2-4115-9775-E01B33576291}" srcOrd="6" destOrd="0" presId="urn:microsoft.com/office/officeart/2005/8/layout/hierarchy3"/>
    <dgm:cxn modelId="{AFC149FD-AE78-4A8A-9C9B-300324D2BE02}" type="presParOf" srcId="{51947961-979C-4B5C-8B7E-4E76757167C6}" destId="{453E647A-381B-4D94-9614-FDEEC97DBBEB}" srcOrd="7" destOrd="0" presId="urn:microsoft.com/office/officeart/2005/8/layout/hierarchy3"/>
    <dgm:cxn modelId="{F9A2ED1E-CD5F-408E-9EB4-1CAFBEC37495}" type="presParOf" srcId="{14672AD1-1D9A-4F13-8B07-8BFFFF8E3B0A}" destId="{45C41142-AD70-4B28-B5DF-C097A68056EE}" srcOrd="1" destOrd="0" presId="urn:microsoft.com/office/officeart/2005/8/layout/hierarchy3"/>
    <dgm:cxn modelId="{E4A6BB82-2765-446F-B363-18F4BBC73F6A}" type="presParOf" srcId="{45C41142-AD70-4B28-B5DF-C097A68056EE}" destId="{C171DCF7-4718-48F7-B868-0FDD0F07E2E4}" srcOrd="0" destOrd="0" presId="urn:microsoft.com/office/officeart/2005/8/layout/hierarchy3"/>
    <dgm:cxn modelId="{0DD16907-57B4-4CDE-A970-0C236910752F}" type="presParOf" srcId="{C171DCF7-4718-48F7-B868-0FDD0F07E2E4}" destId="{67B7E5DB-12CD-48F7-B2B1-DD2BAEA75AB6}" srcOrd="0" destOrd="0" presId="urn:microsoft.com/office/officeart/2005/8/layout/hierarchy3"/>
    <dgm:cxn modelId="{39EAAEC9-AB92-4C8C-A6F1-001586270945}" type="presParOf" srcId="{C171DCF7-4718-48F7-B868-0FDD0F07E2E4}" destId="{D398C249-3844-422A-B98F-F30029B78508}" srcOrd="1" destOrd="0" presId="urn:microsoft.com/office/officeart/2005/8/layout/hierarchy3"/>
    <dgm:cxn modelId="{CD9A260C-7458-4175-A285-DD81F7301EF0}" type="presParOf" srcId="{45C41142-AD70-4B28-B5DF-C097A68056EE}" destId="{2755F394-866C-4898-9950-CB2F2B59BCF1}" srcOrd="1" destOrd="0" presId="urn:microsoft.com/office/officeart/2005/8/layout/hierarchy3"/>
    <dgm:cxn modelId="{034E5011-A618-4141-AEDB-9A45244E07FB}" type="presParOf" srcId="{2755F394-866C-4898-9950-CB2F2B59BCF1}" destId="{638D242F-D07F-4171-A4F8-C45E06B59CBD}" srcOrd="0" destOrd="0" presId="urn:microsoft.com/office/officeart/2005/8/layout/hierarchy3"/>
    <dgm:cxn modelId="{65F4FB12-9270-48E6-8A08-CCD2FD21CF13}" type="presParOf" srcId="{2755F394-866C-4898-9950-CB2F2B59BCF1}" destId="{9353EFA6-21CE-4E6C-9527-D9EDDC8DA301}" srcOrd="1" destOrd="0" presId="urn:microsoft.com/office/officeart/2005/8/layout/hierarchy3"/>
    <dgm:cxn modelId="{66B02B51-EA0B-4940-99C0-FC2B0CD75D53}" type="presParOf" srcId="{2755F394-866C-4898-9950-CB2F2B59BCF1}" destId="{EFE58C43-E02E-4F63-893F-596206C066AA}" srcOrd="2" destOrd="0" presId="urn:microsoft.com/office/officeart/2005/8/layout/hierarchy3"/>
    <dgm:cxn modelId="{BC4947ED-281F-4622-90AA-B92C6A608241}" type="presParOf" srcId="{2755F394-866C-4898-9950-CB2F2B59BCF1}" destId="{5E74B454-2C2B-4283-B3AF-BF8FBFC33883}" srcOrd="3" destOrd="0" presId="urn:microsoft.com/office/officeart/2005/8/layout/hierarchy3"/>
    <dgm:cxn modelId="{4DE8AB24-511E-4FC6-AF9F-20B2D2E8EF57}" type="presParOf" srcId="{2755F394-866C-4898-9950-CB2F2B59BCF1}" destId="{EE5E8901-B372-4469-B52F-2B48222643FF}" srcOrd="4" destOrd="0" presId="urn:microsoft.com/office/officeart/2005/8/layout/hierarchy3"/>
    <dgm:cxn modelId="{B6F77F40-DB9E-449E-8494-77620433E18A}" type="presParOf" srcId="{2755F394-866C-4898-9950-CB2F2B59BCF1}" destId="{874CED9E-3F26-4A21-A42F-A66BE9DB0FD0}" srcOrd="5" destOrd="0" presId="urn:microsoft.com/office/officeart/2005/8/layout/hierarchy3"/>
    <dgm:cxn modelId="{773E96FB-C753-4BA8-B0E6-DB986E6C1D6F}" type="presParOf" srcId="{2755F394-866C-4898-9950-CB2F2B59BCF1}" destId="{E0B205AC-06AF-4EB9-B40A-323DB513AB63}" srcOrd="6" destOrd="0" presId="urn:microsoft.com/office/officeart/2005/8/layout/hierarchy3"/>
    <dgm:cxn modelId="{FB1A4EB0-9281-4999-9F5A-518C5723A367}" type="presParOf" srcId="{2755F394-866C-4898-9950-CB2F2B59BCF1}" destId="{BE6B634D-CAB3-48D7-848D-A89170378F0A}" srcOrd="7" destOrd="0" presId="urn:microsoft.com/office/officeart/2005/8/layout/hierarchy3"/>
    <dgm:cxn modelId="{56D420D1-00E0-4D40-BAFA-1484807BC370}" type="presParOf" srcId="{2755F394-866C-4898-9950-CB2F2B59BCF1}" destId="{1C8343D9-7763-408D-A53B-128E51241A1C}" srcOrd="8" destOrd="0" presId="urn:microsoft.com/office/officeart/2005/8/layout/hierarchy3"/>
    <dgm:cxn modelId="{D6BCE9B7-6296-4471-AF40-F29D9E987B42}" type="presParOf" srcId="{2755F394-866C-4898-9950-CB2F2B59BCF1}" destId="{191CD2FE-3FA7-473D-B827-AB772BC69BF4}" srcOrd="9" destOrd="0" presId="urn:microsoft.com/office/officeart/2005/8/layout/hierarchy3"/>
    <dgm:cxn modelId="{BA047220-50AA-4DC5-8BFD-FD82BA08A83D}" type="presParOf" srcId="{14672AD1-1D9A-4F13-8B07-8BFFFF8E3B0A}" destId="{B6AF2A1F-AB2C-4930-AFDF-3D137592452D}" srcOrd="2" destOrd="0" presId="urn:microsoft.com/office/officeart/2005/8/layout/hierarchy3"/>
    <dgm:cxn modelId="{EF1032BB-D163-4F96-AFAE-516D83700C20}" type="presParOf" srcId="{B6AF2A1F-AB2C-4930-AFDF-3D137592452D}" destId="{F533E136-47D5-4835-BD27-04C70CA19ECF}" srcOrd="0" destOrd="0" presId="urn:microsoft.com/office/officeart/2005/8/layout/hierarchy3"/>
    <dgm:cxn modelId="{6714F262-9F4A-4807-888E-16D4096AA77B}" type="presParOf" srcId="{F533E136-47D5-4835-BD27-04C70CA19ECF}" destId="{1A2777A3-428A-4D15-9073-7AE18AFECD7E}" srcOrd="0" destOrd="0" presId="urn:microsoft.com/office/officeart/2005/8/layout/hierarchy3"/>
    <dgm:cxn modelId="{F714118D-262B-4086-B6FD-6273C305BDDE}" type="presParOf" srcId="{F533E136-47D5-4835-BD27-04C70CA19ECF}" destId="{AF321968-442D-4AF8-A879-574C43059460}" srcOrd="1" destOrd="0" presId="urn:microsoft.com/office/officeart/2005/8/layout/hierarchy3"/>
    <dgm:cxn modelId="{B3772BCB-8673-4255-8D91-79E9623F5F13}" type="presParOf" srcId="{B6AF2A1F-AB2C-4930-AFDF-3D137592452D}" destId="{93D7F4BC-0FA6-4611-9DC6-2A4C32EDB60D}" srcOrd="1" destOrd="0" presId="urn:microsoft.com/office/officeart/2005/8/layout/hierarchy3"/>
    <dgm:cxn modelId="{5EF303C6-A85E-4203-AE69-4AF93C3ED57E}" type="presParOf" srcId="{93D7F4BC-0FA6-4611-9DC6-2A4C32EDB60D}" destId="{D2D35BBB-E0B1-402C-BD33-00B171E41712}" srcOrd="0" destOrd="0" presId="urn:microsoft.com/office/officeart/2005/8/layout/hierarchy3"/>
    <dgm:cxn modelId="{F1A2E03E-8944-4FA3-824B-6A518196305E}" type="presParOf" srcId="{93D7F4BC-0FA6-4611-9DC6-2A4C32EDB60D}" destId="{E3BEAB2F-8E3A-48A4-86B9-10CA88470235}" srcOrd="1" destOrd="0" presId="urn:microsoft.com/office/officeart/2005/8/layout/hierarchy3"/>
    <dgm:cxn modelId="{E907EC8A-22F1-43B0-80B6-F3F6E9FB0CDB}" type="presParOf" srcId="{93D7F4BC-0FA6-4611-9DC6-2A4C32EDB60D}" destId="{44610749-B5DF-43D5-8647-D8AB8F307C51}" srcOrd="2" destOrd="0" presId="urn:microsoft.com/office/officeart/2005/8/layout/hierarchy3"/>
    <dgm:cxn modelId="{D5936970-2A3E-4633-AF81-5FDB99BD100B}" type="presParOf" srcId="{93D7F4BC-0FA6-4611-9DC6-2A4C32EDB60D}" destId="{787E78BE-4779-44EB-9820-72EA5272DF2A}" srcOrd="3" destOrd="0" presId="urn:microsoft.com/office/officeart/2005/8/layout/hierarchy3"/>
    <dgm:cxn modelId="{D26350BB-55DE-4701-A391-6B14F98B86F7}" type="presParOf" srcId="{93D7F4BC-0FA6-4611-9DC6-2A4C32EDB60D}" destId="{073F711B-8CD8-4DD2-AE84-005EDB83A9F5}" srcOrd="4" destOrd="0" presId="urn:microsoft.com/office/officeart/2005/8/layout/hierarchy3"/>
    <dgm:cxn modelId="{B62B0F50-A59F-4323-B070-F50AF0A7C7EF}" type="presParOf" srcId="{93D7F4BC-0FA6-4611-9DC6-2A4C32EDB60D}" destId="{6262406E-6E57-469A-9D00-C4979C60E5A4}" srcOrd="5" destOrd="0" presId="urn:microsoft.com/office/officeart/2005/8/layout/hierarchy3"/>
    <dgm:cxn modelId="{F4FD03D4-14C3-46E4-95BB-90839DC2D80C}" type="presParOf" srcId="{14672AD1-1D9A-4F13-8B07-8BFFFF8E3B0A}" destId="{1695C100-F1F4-459F-B444-E8D1482BC4B7}" srcOrd="3" destOrd="0" presId="urn:microsoft.com/office/officeart/2005/8/layout/hierarchy3"/>
    <dgm:cxn modelId="{C264F068-4ED3-4633-81EA-011C800BE778}" type="presParOf" srcId="{1695C100-F1F4-459F-B444-E8D1482BC4B7}" destId="{C58A11F7-A5F9-434C-AAB8-090CAEDE3874}" srcOrd="0" destOrd="0" presId="urn:microsoft.com/office/officeart/2005/8/layout/hierarchy3"/>
    <dgm:cxn modelId="{D6B07A71-4494-47FD-83D9-A31A15801B95}" type="presParOf" srcId="{C58A11F7-A5F9-434C-AAB8-090CAEDE3874}" destId="{B86E2444-AE59-4FB4-AB0D-249E5421DD94}" srcOrd="0" destOrd="0" presId="urn:microsoft.com/office/officeart/2005/8/layout/hierarchy3"/>
    <dgm:cxn modelId="{ED478FEC-DACD-4CCE-9966-129DAD496329}" type="presParOf" srcId="{C58A11F7-A5F9-434C-AAB8-090CAEDE3874}" destId="{E30AD683-01E2-40D1-8D0B-F3507234E398}" srcOrd="1" destOrd="0" presId="urn:microsoft.com/office/officeart/2005/8/layout/hierarchy3"/>
    <dgm:cxn modelId="{BF8367D2-9162-41AC-9833-B8F5D76004E4}" type="presParOf" srcId="{1695C100-F1F4-459F-B444-E8D1482BC4B7}" destId="{1393ABA1-1FB3-4D8B-9839-8B3B0CD8416F}" srcOrd="1" destOrd="0" presId="urn:microsoft.com/office/officeart/2005/8/layout/hierarchy3"/>
    <dgm:cxn modelId="{C5D5883D-403C-40E1-BDDC-8C9C4A90B7DE}" type="presParOf" srcId="{1393ABA1-1FB3-4D8B-9839-8B3B0CD8416F}" destId="{5F3E19FB-0CE0-438E-80E2-91606943A850}" srcOrd="0" destOrd="0" presId="urn:microsoft.com/office/officeart/2005/8/layout/hierarchy3"/>
    <dgm:cxn modelId="{A8FB8934-FD0F-457A-92F2-8A3076457CFD}" type="presParOf" srcId="{1393ABA1-1FB3-4D8B-9839-8B3B0CD8416F}" destId="{27F8AAE5-3818-46AF-A968-6590255F3BB6}" srcOrd="1" destOrd="0" presId="urn:microsoft.com/office/officeart/2005/8/layout/hierarchy3"/>
    <dgm:cxn modelId="{518B8529-8902-46BD-A71F-EAC4A51804A9}" type="presParOf" srcId="{1393ABA1-1FB3-4D8B-9839-8B3B0CD8416F}" destId="{480E38F3-4DDA-4833-906D-058900E2A185}" srcOrd="2" destOrd="0" presId="urn:microsoft.com/office/officeart/2005/8/layout/hierarchy3"/>
    <dgm:cxn modelId="{4BE0955E-092E-4293-8350-89F76835119B}" type="presParOf" srcId="{1393ABA1-1FB3-4D8B-9839-8B3B0CD8416F}" destId="{0BE2ABBE-125B-4667-BC9C-A70BB53F168A}" srcOrd="3" destOrd="0" presId="urn:microsoft.com/office/officeart/2005/8/layout/hierarchy3"/>
    <dgm:cxn modelId="{26B19D52-3405-4A9F-90EA-F3C5345B08FB}" type="presParOf" srcId="{1393ABA1-1FB3-4D8B-9839-8B3B0CD8416F}" destId="{5B9EA63D-BF72-4522-AFDA-9CC5D945E6EB}" srcOrd="4" destOrd="0" presId="urn:microsoft.com/office/officeart/2005/8/layout/hierarchy3"/>
    <dgm:cxn modelId="{2E08A567-0E81-482C-B00F-CE72D4DF9D7A}" type="presParOf" srcId="{1393ABA1-1FB3-4D8B-9839-8B3B0CD8416F}" destId="{27CB62DD-D922-4F9D-9153-0E7F3BF550B9}" srcOrd="5" destOrd="0" presId="urn:microsoft.com/office/officeart/2005/8/layout/hierarchy3"/>
    <dgm:cxn modelId="{B3869798-FCD9-4533-9EDA-AE828688B519}" type="presParOf" srcId="{1393ABA1-1FB3-4D8B-9839-8B3B0CD8416F}" destId="{12D3F18B-FF65-46CC-B23C-2EF564E6ECDC}" srcOrd="6" destOrd="0" presId="urn:microsoft.com/office/officeart/2005/8/layout/hierarchy3"/>
    <dgm:cxn modelId="{BDA14133-932B-48FB-BAEE-CBD04C94E249}" type="presParOf" srcId="{1393ABA1-1FB3-4D8B-9839-8B3B0CD8416F}" destId="{8B0322EE-7268-438B-9334-A4B129030272}" srcOrd="7" destOrd="0" presId="urn:microsoft.com/office/officeart/2005/8/layout/hierarchy3"/>
    <dgm:cxn modelId="{B78097F7-CC80-4BC7-9EE0-9E39526E9165}" type="presParOf" srcId="{1393ABA1-1FB3-4D8B-9839-8B3B0CD8416F}" destId="{EE917E78-C377-46F7-AD0D-626C4DE0CF6B}" srcOrd="8" destOrd="0" presId="urn:microsoft.com/office/officeart/2005/8/layout/hierarchy3"/>
    <dgm:cxn modelId="{3C514F80-0568-44C2-AAC7-1C7AC213FDED}" type="presParOf" srcId="{1393ABA1-1FB3-4D8B-9839-8B3B0CD8416F}" destId="{6E4135F1-6C37-4F72-8845-9450E4AEE42D}" srcOrd="9" destOrd="0" presId="urn:microsoft.com/office/officeart/2005/8/layout/hierarchy3"/>
    <dgm:cxn modelId="{53E7A797-D50F-45C3-8E3B-8D16F66ED465}" type="presParOf" srcId="{14672AD1-1D9A-4F13-8B07-8BFFFF8E3B0A}" destId="{E4086DFE-4B3C-431C-9CDA-57C8918A0480}" srcOrd="4" destOrd="0" presId="urn:microsoft.com/office/officeart/2005/8/layout/hierarchy3"/>
    <dgm:cxn modelId="{BCF193B0-3E27-4FD9-8DEF-340977CC3105}" type="presParOf" srcId="{E4086DFE-4B3C-431C-9CDA-57C8918A0480}" destId="{2471F631-76C9-4DA1-8495-81C286CA26BA}" srcOrd="0" destOrd="0" presId="urn:microsoft.com/office/officeart/2005/8/layout/hierarchy3"/>
    <dgm:cxn modelId="{28BCD0F1-04B9-4B7F-9A6B-3DD0A417507E}" type="presParOf" srcId="{2471F631-76C9-4DA1-8495-81C286CA26BA}" destId="{1722C38D-D615-4D78-9D22-9555D2AEC17D}" srcOrd="0" destOrd="0" presId="urn:microsoft.com/office/officeart/2005/8/layout/hierarchy3"/>
    <dgm:cxn modelId="{741D971C-BB79-42C6-B506-D62E2033E8E7}" type="presParOf" srcId="{2471F631-76C9-4DA1-8495-81C286CA26BA}" destId="{035F1FF2-67F2-46B5-AB50-A30589EBDD95}" srcOrd="1" destOrd="0" presId="urn:microsoft.com/office/officeart/2005/8/layout/hierarchy3"/>
    <dgm:cxn modelId="{22D74494-6C3E-4566-80AA-E93E41D07266}" type="presParOf" srcId="{E4086DFE-4B3C-431C-9CDA-57C8918A0480}" destId="{F9DE586B-B83D-40E8-8AF0-56980FBB3EC8}" srcOrd="1" destOrd="0" presId="urn:microsoft.com/office/officeart/2005/8/layout/hierarchy3"/>
    <dgm:cxn modelId="{A005ED3E-83AC-4358-9EA7-EB4531459944}" type="presParOf" srcId="{F9DE586B-B83D-40E8-8AF0-56980FBB3EC8}" destId="{C560B845-9640-4773-817D-11EE03B0B13A}" srcOrd="0" destOrd="0" presId="urn:microsoft.com/office/officeart/2005/8/layout/hierarchy3"/>
    <dgm:cxn modelId="{15F9F13C-6217-478D-A9C7-72D3A9B40735}" type="presParOf" srcId="{F9DE586B-B83D-40E8-8AF0-56980FBB3EC8}" destId="{21FC5255-B0B7-44EA-9502-00913E054241}" srcOrd="1" destOrd="0" presId="urn:microsoft.com/office/officeart/2005/8/layout/hierarchy3"/>
    <dgm:cxn modelId="{9EF6F21D-AA2B-4FFC-BD8B-C43DBF8A7DFC}" type="presParOf" srcId="{F9DE586B-B83D-40E8-8AF0-56980FBB3EC8}" destId="{FC7D264D-51D4-4D60-8D6F-47BFE7E69348}" srcOrd="2" destOrd="0" presId="urn:microsoft.com/office/officeart/2005/8/layout/hierarchy3"/>
    <dgm:cxn modelId="{AE068455-43B2-45A1-9476-1349E8330991}" type="presParOf" srcId="{F9DE586B-B83D-40E8-8AF0-56980FBB3EC8}" destId="{A9458DDC-3504-4DD6-A864-84806C62F781}" srcOrd="3" destOrd="0" presId="urn:microsoft.com/office/officeart/2005/8/layout/hierarchy3"/>
  </dgm:cxnLst>
  <dgm:bg/>
  <dgm:whole/>
  <dgm:extLst>
    <a:ext uri="http://schemas.microsoft.com/office/drawing/2008/diagram">
      <dsp:dataModelExt xmlns:dsp="http://schemas.microsoft.com/office/drawing/2008/diagram" relId="rId11" minVer="http://schemas.openxmlformats.org/drawingml/2006/diagram"/>
    </a:ext>
    <a:ext uri="{C62137D5-CB1D-491B-B009-E17868A290BF}">
      <dgm14:recolorImg xmlns:dgm14="http://schemas.microsoft.com/office/drawing/2010/diagram" val="1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BEA8613-8D23-41D8-9B98-0EE982021788}">
      <dsp:nvSpPr>
        <dsp:cNvPr id="0" name=""/>
        <dsp:cNvSpPr/>
      </dsp:nvSpPr>
      <dsp:spPr>
        <a:xfrm>
          <a:off x="0" y="5698418"/>
          <a:ext cx="10034178" cy="534297"/>
        </a:xfrm>
        <a:prstGeom prst="rect">
          <a:avLst/>
        </a:prstGeom>
        <a:gradFill rotWithShape="1">
          <a:gsLst>
            <a:gs pos="0">
              <a:schemeClr val="accent1">
                <a:satMod val="103000"/>
                <a:lumMod val="102000"/>
                <a:tint val="94000"/>
              </a:schemeClr>
            </a:gs>
            <a:gs pos="50000">
              <a:schemeClr val="accent1">
                <a:satMod val="110000"/>
                <a:lumMod val="100000"/>
                <a:shade val="100000"/>
              </a:schemeClr>
            </a:gs>
            <a:gs pos="100000">
              <a:schemeClr val="accent1"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hemeClr val="accent1"/>
        </a:lnRef>
        <a:fillRef idx="3">
          <a:schemeClr val="accent1"/>
        </a:fillRef>
        <a:effectRef idx="3">
          <a:schemeClr val="accent1"/>
        </a:effectRef>
        <a:fontRef idx="minor">
          <a:schemeClr val="lt1"/>
        </a:fontRef>
      </dsp:style>
      <dsp:txBody>
        <a:bodyPr spcFirstLastPara="0" vert="horz" wrap="square" lIns="113792" tIns="113792" rIns="113792" bIns="113792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b="0" kern="1200" noProof="0" dirty="0"/>
            <a:t>0 – Graphics API Library</a:t>
          </a:r>
        </a:p>
      </dsp:txBody>
      <dsp:txXfrm>
        <a:off x="0" y="5698418"/>
        <a:ext cx="10034178" cy="288520"/>
      </dsp:txXfrm>
    </dsp:sp>
    <dsp:sp modelId="{4C7134A9-CFC0-42BE-BBE6-8013607503CF}">
      <dsp:nvSpPr>
        <dsp:cNvPr id="0" name=""/>
        <dsp:cNvSpPr/>
      </dsp:nvSpPr>
      <dsp:spPr>
        <a:xfrm>
          <a:off x="0" y="5976253"/>
          <a:ext cx="2508544" cy="245776"/>
        </a:xfrm>
        <a:prstGeom prst="rect">
          <a:avLst/>
        </a:prstGeom>
        <a:gradFill rotWithShape="1">
          <a:gsLst>
            <a:gs pos="0">
              <a:schemeClr val="accent1">
                <a:lumMod val="110000"/>
                <a:satMod val="105000"/>
                <a:tint val="67000"/>
              </a:schemeClr>
            </a:gs>
            <a:gs pos="50000">
              <a:schemeClr val="accent1">
                <a:lumMod val="105000"/>
                <a:satMod val="103000"/>
                <a:tint val="73000"/>
              </a:schemeClr>
            </a:gs>
            <a:gs pos="100000">
              <a:schemeClr val="accent1">
                <a:lumMod val="105000"/>
                <a:satMod val="109000"/>
                <a:tint val="81000"/>
              </a:schemeClr>
            </a:gs>
          </a:gsLst>
          <a:lin ang="5400000" scaled="0"/>
        </a:gradFill>
        <a:ln w="6350" cap="flat" cmpd="sng" algn="ctr">
          <a:solidFill>
            <a:schemeClr val="accent1"/>
          </a:solidFill>
          <a:prstDash val="solid"/>
          <a:miter lim="800000"/>
        </a:ln>
        <a:effectLst/>
      </dsp:spPr>
      <dsp:style>
        <a:lnRef idx="1">
          <a:schemeClr val="accent1"/>
        </a:lnRef>
        <a:fillRef idx="2">
          <a:schemeClr val="accent1"/>
        </a:fillRef>
        <a:effectRef idx="1">
          <a:schemeClr val="accent1"/>
        </a:effectRef>
        <a:fontRef idx="minor">
          <a:schemeClr val="dk1"/>
        </a:fontRef>
      </dsp:style>
      <dsp:txBody>
        <a:bodyPr spcFirstLastPara="0" vert="horz" wrap="square" lIns="85344" tIns="15240" rIns="85344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noProof="0" dirty="0"/>
            <a:t>OpenGL</a:t>
          </a:r>
        </a:p>
      </dsp:txBody>
      <dsp:txXfrm>
        <a:off x="0" y="5976253"/>
        <a:ext cx="2508544" cy="245776"/>
      </dsp:txXfrm>
    </dsp:sp>
    <dsp:sp modelId="{520FB264-D8DB-4B38-B376-5705D5C983B6}">
      <dsp:nvSpPr>
        <dsp:cNvPr id="0" name=""/>
        <dsp:cNvSpPr/>
      </dsp:nvSpPr>
      <dsp:spPr>
        <a:xfrm>
          <a:off x="2508544" y="5976253"/>
          <a:ext cx="2508544" cy="245776"/>
        </a:xfrm>
        <a:prstGeom prst="rect">
          <a:avLst/>
        </a:prstGeom>
        <a:gradFill rotWithShape="1">
          <a:gsLst>
            <a:gs pos="0">
              <a:schemeClr val="accent1">
                <a:lumMod val="110000"/>
                <a:satMod val="105000"/>
                <a:tint val="67000"/>
              </a:schemeClr>
            </a:gs>
            <a:gs pos="50000">
              <a:schemeClr val="accent1">
                <a:lumMod val="105000"/>
                <a:satMod val="103000"/>
                <a:tint val="73000"/>
              </a:schemeClr>
            </a:gs>
            <a:gs pos="100000">
              <a:schemeClr val="accent1">
                <a:lumMod val="105000"/>
                <a:satMod val="109000"/>
                <a:tint val="81000"/>
              </a:schemeClr>
            </a:gs>
          </a:gsLst>
          <a:lin ang="5400000" scaled="0"/>
        </a:gradFill>
        <a:ln w="6350" cap="flat" cmpd="sng" algn="ctr">
          <a:solidFill>
            <a:schemeClr val="accent1"/>
          </a:solidFill>
          <a:prstDash val="solid"/>
          <a:miter lim="800000"/>
        </a:ln>
        <a:effectLst/>
      </dsp:spPr>
      <dsp:style>
        <a:lnRef idx="1">
          <a:schemeClr val="accent1"/>
        </a:lnRef>
        <a:fillRef idx="2">
          <a:schemeClr val="accent1"/>
        </a:fillRef>
        <a:effectRef idx="1">
          <a:schemeClr val="accent1"/>
        </a:effectRef>
        <a:fontRef idx="minor">
          <a:schemeClr val="dk1"/>
        </a:fontRef>
      </dsp:style>
      <dsp:txBody>
        <a:bodyPr spcFirstLastPara="0" vert="horz" wrap="square" lIns="85344" tIns="15240" rIns="85344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noProof="0" dirty="0"/>
            <a:t>Vulkan</a:t>
          </a:r>
        </a:p>
      </dsp:txBody>
      <dsp:txXfrm>
        <a:off x="2508544" y="5976253"/>
        <a:ext cx="2508544" cy="245776"/>
      </dsp:txXfrm>
    </dsp:sp>
    <dsp:sp modelId="{C5159B75-F703-45A6-B07A-9C0B1993D0A2}">
      <dsp:nvSpPr>
        <dsp:cNvPr id="0" name=""/>
        <dsp:cNvSpPr/>
      </dsp:nvSpPr>
      <dsp:spPr>
        <a:xfrm>
          <a:off x="5017089" y="5976253"/>
          <a:ext cx="2508544" cy="245776"/>
        </a:xfrm>
        <a:prstGeom prst="rect">
          <a:avLst/>
        </a:prstGeom>
        <a:gradFill rotWithShape="1">
          <a:gsLst>
            <a:gs pos="0">
              <a:schemeClr val="accent1">
                <a:lumMod val="110000"/>
                <a:satMod val="105000"/>
                <a:tint val="67000"/>
              </a:schemeClr>
            </a:gs>
            <a:gs pos="50000">
              <a:schemeClr val="accent1">
                <a:lumMod val="105000"/>
                <a:satMod val="103000"/>
                <a:tint val="73000"/>
              </a:schemeClr>
            </a:gs>
            <a:gs pos="100000">
              <a:schemeClr val="accent1">
                <a:lumMod val="105000"/>
                <a:satMod val="109000"/>
                <a:tint val="81000"/>
              </a:schemeClr>
            </a:gs>
          </a:gsLst>
          <a:lin ang="5400000" scaled="0"/>
        </a:gradFill>
        <a:ln w="6350" cap="flat" cmpd="sng" algn="ctr">
          <a:solidFill>
            <a:schemeClr val="accent1"/>
          </a:solidFill>
          <a:prstDash val="solid"/>
          <a:miter lim="800000"/>
        </a:ln>
        <a:effectLst/>
      </dsp:spPr>
      <dsp:style>
        <a:lnRef idx="1">
          <a:schemeClr val="accent1"/>
        </a:lnRef>
        <a:fillRef idx="2">
          <a:schemeClr val="accent1"/>
        </a:fillRef>
        <a:effectRef idx="1">
          <a:schemeClr val="accent1"/>
        </a:effectRef>
        <a:fontRef idx="minor">
          <a:schemeClr val="dk1"/>
        </a:fontRef>
      </dsp:style>
      <dsp:txBody>
        <a:bodyPr spcFirstLastPara="0" vert="horz" wrap="square" lIns="85344" tIns="15240" rIns="85344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noProof="0" dirty="0"/>
            <a:t>DirectX3D</a:t>
          </a:r>
        </a:p>
      </dsp:txBody>
      <dsp:txXfrm>
        <a:off x="5017089" y="5976253"/>
        <a:ext cx="2508544" cy="245776"/>
      </dsp:txXfrm>
    </dsp:sp>
    <dsp:sp modelId="{1EAF5CAF-32BE-4077-B3C4-D8B521020B21}">
      <dsp:nvSpPr>
        <dsp:cNvPr id="0" name=""/>
        <dsp:cNvSpPr/>
      </dsp:nvSpPr>
      <dsp:spPr>
        <a:xfrm>
          <a:off x="7525633" y="5976253"/>
          <a:ext cx="2508544" cy="245776"/>
        </a:xfrm>
        <a:prstGeom prst="rect">
          <a:avLst/>
        </a:prstGeom>
        <a:gradFill rotWithShape="1">
          <a:gsLst>
            <a:gs pos="0">
              <a:schemeClr val="accent1">
                <a:lumMod val="110000"/>
                <a:satMod val="105000"/>
                <a:tint val="67000"/>
              </a:schemeClr>
            </a:gs>
            <a:gs pos="50000">
              <a:schemeClr val="accent1">
                <a:lumMod val="105000"/>
                <a:satMod val="103000"/>
                <a:tint val="73000"/>
              </a:schemeClr>
            </a:gs>
            <a:gs pos="100000">
              <a:schemeClr val="accent1">
                <a:lumMod val="105000"/>
                <a:satMod val="109000"/>
                <a:tint val="81000"/>
              </a:schemeClr>
            </a:gs>
          </a:gsLst>
          <a:lin ang="5400000" scaled="0"/>
        </a:gradFill>
        <a:ln w="6350" cap="flat" cmpd="sng" algn="ctr">
          <a:solidFill>
            <a:schemeClr val="accent1"/>
          </a:solidFill>
          <a:prstDash val="solid"/>
          <a:miter lim="800000"/>
        </a:ln>
        <a:effectLst/>
      </dsp:spPr>
      <dsp:style>
        <a:lnRef idx="1">
          <a:schemeClr val="accent1"/>
        </a:lnRef>
        <a:fillRef idx="2">
          <a:schemeClr val="accent1"/>
        </a:fillRef>
        <a:effectRef idx="1">
          <a:schemeClr val="accent1"/>
        </a:effectRef>
        <a:fontRef idx="minor">
          <a:schemeClr val="dk1"/>
        </a:fontRef>
      </dsp:style>
      <dsp:txBody>
        <a:bodyPr spcFirstLastPara="0" vert="horz" wrap="square" lIns="85344" tIns="15240" rIns="85344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noProof="0" dirty="0"/>
            <a:t>Metal</a:t>
          </a:r>
        </a:p>
      </dsp:txBody>
      <dsp:txXfrm>
        <a:off x="7525633" y="5976253"/>
        <a:ext cx="2508544" cy="245776"/>
      </dsp:txXfrm>
    </dsp:sp>
    <dsp:sp modelId="{1ADEB702-401C-4386-90EE-7702485DB93F}">
      <dsp:nvSpPr>
        <dsp:cNvPr id="0" name=""/>
        <dsp:cNvSpPr/>
      </dsp:nvSpPr>
      <dsp:spPr>
        <a:xfrm rot="10800000">
          <a:off x="0" y="4884683"/>
          <a:ext cx="10034178" cy="821749"/>
        </a:xfrm>
        <a:prstGeom prst="upArrowCallout">
          <a:avLst/>
        </a:prstGeom>
        <a:gradFill rotWithShape="1">
          <a:gsLst>
            <a:gs pos="0">
              <a:schemeClr val="dk1">
                <a:satMod val="103000"/>
                <a:lumMod val="102000"/>
                <a:tint val="94000"/>
              </a:schemeClr>
            </a:gs>
            <a:gs pos="50000">
              <a:schemeClr val="dk1">
                <a:satMod val="110000"/>
                <a:lumMod val="100000"/>
                <a:shade val="100000"/>
              </a:schemeClr>
            </a:gs>
            <a:gs pos="100000">
              <a:schemeClr val="dk1"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hemeClr val="dk1"/>
        </a:lnRef>
        <a:fillRef idx="3">
          <a:schemeClr val="dk1"/>
        </a:fillRef>
        <a:effectRef idx="3">
          <a:schemeClr val="dk1"/>
        </a:effectRef>
        <a:fontRef idx="minor">
          <a:schemeClr val="lt1"/>
        </a:fontRef>
      </dsp:style>
      <dsp:txBody>
        <a:bodyPr spcFirstLastPara="0" vert="horz" wrap="square" lIns="113792" tIns="113792" rIns="113792" bIns="113792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b="0" kern="1200" noProof="0" dirty="0"/>
            <a:t>1 – Description Layer</a:t>
          </a:r>
        </a:p>
      </dsp:txBody>
      <dsp:txXfrm rot="-10800000">
        <a:off x="0" y="4884683"/>
        <a:ext cx="10034178" cy="288433"/>
      </dsp:txXfrm>
    </dsp:sp>
    <dsp:sp modelId="{C2CDED37-9DF3-42C4-8DC1-74C1BDD970F9}">
      <dsp:nvSpPr>
        <dsp:cNvPr id="0" name=""/>
        <dsp:cNvSpPr/>
      </dsp:nvSpPr>
      <dsp:spPr>
        <a:xfrm>
          <a:off x="1224" y="5173117"/>
          <a:ext cx="1433104" cy="245703"/>
        </a:xfrm>
        <a:prstGeom prst="rect">
          <a:avLst/>
        </a:prstGeom>
        <a:gradFill rotWithShape="1">
          <a:gsLst>
            <a:gs pos="0">
              <a:schemeClr val="dk1">
                <a:lumMod val="110000"/>
                <a:satMod val="105000"/>
                <a:tint val="67000"/>
              </a:schemeClr>
            </a:gs>
            <a:gs pos="50000">
              <a:schemeClr val="dk1">
                <a:lumMod val="105000"/>
                <a:satMod val="103000"/>
                <a:tint val="73000"/>
              </a:schemeClr>
            </a:gs>
            <a:gs pos="100000">
              <a:schemeClr val="dk1">
                <a:lumMod val="105000"/>
                <a:satMod val="109000"/>
                <a:tint val="81000"/>
              </a:schemeClr>
            </a:gs>
          </a:gsLst>
          <a:lin ang="5400000" scaled="0"/>
        </a:gradFill>
        <a:ln w="6350" cap="flat" cmpd="sng" algn="ctr">
          <a:solidFill>
            <a:schemeClr val="dk1"/>
          </a:solidFill>
          <a:prstDash val="solid"/>
          <a:miter lim="800000"/>
        </a:ln>
        <a:effectLst/>
      </dsp:spPr>
      <dsp:style>
        <a:lnRef idx="1">
          <a:schemeClr val="dk1"/>
        </a:lnRef>
        <a:fillRef idx="2">
          <a:schemeClr val="dk1"/>
        </a:fillRef>
        <a:effectRef idx="1">
          <a:schemeClr val="dk1"/>
        </a:effectRef>
        <a:fontRef idx="minor">
          <a:schemeClr val="dk1"/>
        </a:fontRef>
      </dsp:style>
      <dsp:txBody>
        <a:bodyPr spcFirstLastPara="0" vert="horz" wrap="square" lIns="85344" tIns="15240" rIns="85344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noProof="0" dirty="0"/>
            <a:t>G</a:t>
          </a:r>
          <a:r>
            <a:rPr lang="pl-PL" sz="1200" kern="1200" noProof="0" dirty="0"/>
            <a:t>API</a:t>
          </a:r>
          <a:r>
            <a:rPr lang="en-US" sz="1200" kern="1200" noProof="0" dirty="0"/>
            <a:t>Type</a:t>
          </a:r>
        </a:p>
      </dsp:txBody>
      <dsp:txXfrm>
        <a:off x="1224" y="5173117"/>
        <a:ext cx="1433104" cy="245703"/>
      </dsp:txXfrm>
    </dsp:sp>
    <dsp:sp modelId="{2528012E-0E4A-465E-8142-992517B5BAF6}">
      <dsp:nvSpPr>
        <dsp:cNvPr id="0" name=""/>
        <dsp:cNvSpPr/>
      </dsp:nvSpPr>
      <dsp:spPr>
        <a:xfrm>
          <a:off x="1434328" y="5173117"/>
          <a:ext cx="1433104" cy="245703"/>
        </a:xfrm>
        <a:prstGeom prst="rect">
          <a:avLst/>
        </a:prstGeom>
        <a:gradFill rotWithShape="1">
          <a:gsLst>
            <a:gs pos="0">
              <a:schemeClr val="dk1">
                <a:lumMod val="110000"/>
                <a:satMod val="105000"/>
                <a:tint val="67000"/>
              </a:schemeClr>
            </a:gs>
            <a:gs pos="50000">
              <a:schemeClr val="dk1">
                <a:lumMod val="105000"/>
                <a:satMod val="103000"/>
                <a:tint val="73000"/>
              </a:schemeClr>
            </a:gs>
            <a:gs pos="100000">
              <a:schemeClr val="dk1">
                <a:lumMod val="105000"/>
                <a:satMod val="109000"/>
                <a:tint val="81000"/>
              </a:schemeClr>
            </a:gs>
          </a:gsLst>
          <a:lin ang="5400000" scaled="0"/>
        </a:gradFill>
        <a:ln w="6350" cap="flat" cmpd="sng" algn="ctr">
          <a:solidFill>
            <a:schemeClr val="dk1"/>
          </a:solidFill>
          <a:prstDash val="solid"/>
          <a:miter lim="800000"/>
        </a:ln>
        <a:effectLst/>
      </dsp:spPr>
      <dsp:style>
        <a:lnRef idx="1">
          <a:schemeClr val="dk1"/>
        </a:lnRef>
        <a:fillRef idx="2">
          <a:schemeClr val="dk1"/>
        </a:fillRef>
        <a:effectRef idx="1">
          <a:schemeClr val="dk1"/>
        </a:effectRef>
        <a:fontRef idx="minor">
          <a:schemeClr val="dk1"/>
        </a:fontRef>
      </dsp:style>
      <dsp:txBody>
        <a:bodyPr spcFirstLastPara="0" vert="horz" wrap="square" lIns="85344" tIns="15240" rIns="85344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noProof="0" dirty="0"/>
            <a:t>DataType</a:t>
          </a:r>
        </a:p>
      </dsp:txBody>
      <dsp:txXfrm>
        <a:off x="1434328" y="5173117"/>
        <a:ext cx="1433104" cy="245703"/>
      </dsp:txXfrm>
    </dsp:sp>
    <dsp:sp modelId="{E6C8ED0A-87EE-4F77-8769-2AEBFF4FAC27}">
      <dsp:nvSpPr>
        <dsp:cNvPr id="0" name=""/>
        <dsp:cNvSpPr/>
      </dsp:nvSpPr>
      <dsp:spPr>
        <a:xfrm>
          <a:off x="2867432" y="5173117"/>
          <a:ext cx="1433104" cy="245703"/>
        </a:xfrm>
        <a:prstGeom prst="rect">
          <a:avLst/>
        </a:prstGeom>
        <a:gradFill rotWithShape="1">
          <a:gsLst>
            <a:gs pos="0">
              <a:schemeClr val="dk1">
                <a:lumMod val="110000"/>
                <a:satMod val="105000"/>
                <a:tint val="67000"/>
              </a:schemeClr>
            </a:gs>
            <a:gs pos="50000">
              <a:schemeClr val="dk1">
                <a:lumMod val="105000"/>
                <a:satMod val="103000"/>
                <a:tint val="73000"/>
              </a:schemeClr>
            </a:gs>
            <a:gs pos="100000">
              <a:schemeClr val="dk1">
                <a:lumMod val="105000"/>
                <a:satMod val="109000"/>
                <a:tint val="81000"/>
              </a:schemeClr>
            </a:gs>
          </a:gsLst>
          <a:lin ang="5400000" scaled="0"/>
        </a:gradFill>
        <a:ln w="6350" cap="flat" cmpd="sng" algn="ctr">
          <a:solidFill>
            <a:schemeClr val="dk1"/>
          </a:solidFill>
          <a:prstDash val="solid"/>
          <a:miter lim="800000"/>
        </a:ln>
        <a:effectLst/>
      </dsp:spPr>
      <dsp:style>
        <a:lnRef idx="1">
          <a:schemeClr val="dk1"/>
        </a:lnRef>
        <a:fillRef idx="2">
          <a:schemeClr val="dk1"/>
        </a:fillRef>
        <a:effectRef idx="1">
          <a:schemeClr val="dk1"/>
        </a:effectRef>
        <a:fontRef idx="minor">
          <a:schemeClr val="dk1"/>
        </a:fontRef>
      </dsp:style>
      <dsp:txBody>
        <a:bodyPr spcFirstLastPara="0" vert="horz" wrap="square" lIns="85344" tIns="15240" rIns="85344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noProof="0"/>
            <a:t>Texture Spec</a:t>
          </a:r>
          <a:endParaRPr lang="en-US" sz="1200" kern="1200" noProof="0" dirty="0"/>
        </a:p>
      </dsp:txBody>
      <dsp:txXfrm>
        <a:off x="2867432" y="5173117"/>
        <a:ext cx="1433104" cy="245703"/>
      </dsp:txXfrm>
    </dsp:sp>
    <dsp:sp modelId="{91ACEBA4-CA3B-4797-9CBA-E327C7C0DA5E}">
      <dsp:nvSpPr>
        <dsp:cNvPr id="0" name=""/>
        <dsp:cNvSpPr/>
      </dsp:nvSpPr>
      <dsp:spPr>
        <a:xfrm>
          <a:off x="4300536" y="5173117"/>
          <a:ext cx="1433104" cy="245703"/>
        </a:xfrm>
        <a:prstGeom prst="rect">
          <a:avLst/>
        </a:prstGeom>
        <a:gradFill rotWithShape="1">
          <a:gsLst>
            <a:gs pos="0">
              <a:schemeClr val="dk1">
                <a:lumMod val="110000"/>
                <a:satMod val="105000"/>
                <a:tint val="67000"/>
              </a:schemeClr>
            </a:gs>
            <a:gs pos="50000">
              <a:schemeClr val="dk1">
                <a:lumMod val="105000"/>
                <a:satMod val="103000"/>
                <a:tint val="73000"/>
              </a:schemeClr>
            </a:gs>
            <a:gs pos="100000">
              <a:schemeClr val="dk1">
                <a:lumMod val="105000"/>
                <a:satMod val="109000"/>
                <a:tint val="81000"/>
              </a:schemeClr>
            </a:gs>
          </a:gsLst>
          <a:lin ang="5400000" scaled="0"/>
        </a:gradFill>
        <a:ln w="6350" cap="flat" cmpd="sng" algn="ctr">
          <a:solidFill>
            <a:schemeClr val="dk1"/>
          </a:solidFill>
          <a:prstDash val="solid"/>
          <a:miter lim="800000"/>
        </a:ln>
        <a:effectLst/>
      </dsp:spPr>
      <dsp:style>
        <a:lnRef idx="1">
          <a:schemeClr val="dk1"/>
        </a:lnRef>
        <a:fillRef idx="2">
          <a:schemeClr val="dk1"/>
        </a:fillRef>
        <a:effectRef idx="1">
          <a:schemeClr val="dk1"/>
        </a:effectRef>
        <a:fontRef idx="minor">
          <a:schemeClr val="dk1"/>
        </a:fontRef>
      </dsp:style>
      <dsp:txBody>
        <a:bodyPr spcFirstLastPara="0" vert="horz" wrap="square" lIns="85344" tIns="15240" rIns="85344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noProof="0" dirty="0"/>
            <a:t>Buffer Spec</a:t>
          </a:r>
        </a:p>
      </dsp:txBody>
      <dsp:txXfrm>
        <a:off x="4300536" y="5173117"/>
        <a:ext cx="1433104" cy="245703"/>
      </dsp:txXfrm>
    </dsp:sp>
    <dsp:sp modelId="{E683D2D8-90F6-4B14-9B28-E562704B6548}">
      <dsp:nvSpPr>
        <dsp:cNvPr id="0" name=""/>
        <dsp:cNvSpPr/>
      </dsp:nvSpPr>
      <dsp:spPr>
        <a:xfrm>
          <a:off x="5733641" y="5173117"/>
          <a:ext cx="1433104" cy="245703"/>
        </a:xfrm>
        <a:prstGeom prst="rect">
          <a:avLst/>
        </a:prstGeom>
        <a:gradFill rotWithShape="1">
          <a:gsLst>
            <a:gs pos="0">
              <a:schemeClr val="dk1">
                <a:lumMod val="110000"/>
                <a:satMod val="105000"/>
                <a:tint val="67000"/>
              </a:schemeClr>
            </a:gs>
            <a:gs pos="50000">
              <a:schemeClr val="dk1">
                <a:lumMod val="105000"/>
                <a:satMod val="103000"/>
                <a:tint val="73000"/>
              </a:schemeClr>
            </a:gs>
            <a:gs pos="100000">
              <a:schemeClr val="dk1">
                <a:lumMod val="105000"/>
                <a:satMod val="109000"/>
                <a:tint val="81000"/>
              </a:schemeClr>
            </a:gs>
          </a:gsLst>
          <a:lin ang="5400000" scaled="0"/>
        </a:gradFill>
        <a:ln w="6350" cap="flat" cmpd="sng" algn="ctr">
          <a:solidFill>
            <a:schemeClr val="dk1"/>
          </a:solidFill>
          <a:prstDash val="solid"/>
          <a:miter lim="800000"/>
        </a:ln>
        <a:effectLst/>
      </dsp:spPr>
      <dsp:style>
        <a:lnRef idx="1">
          <a:schemeClr val="dk1"/>
        </a:lnRef>
        <a:fillRef idx="2">
          <a:schemeClr val="dk1"/>
        </a:fillRef>
        <a:effectRef idx="1">
          <a:schemeClr val="dk1"/>
        </a:effectRef>
        <a:fontRef idx="minor">
          <a:schemeClr val="dk1"/>
        </a:fontRef>
      </dsp:style>
      <dsp:txBody>
        <a:bodyPr spcFirstLastPara="0" vert="horz" wrap="square" lIns="85344" tIns="15240" rIns="85344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noProof="0" dirty="0"/>
            <a:t>Frame Buffer Spec</a:t>
          </a:r>
        </a:p>
      </dsp:txBody>
      <dsp:txXfrm>
        <a:off x="5733641" y="5173117"/>
        <a:ext cx="1433104" cy="245703"/>
      </dsp:txXfrm>
    </dsp:sp>
    <dsp:sp modelId="{D76D0FC9-C91D-47CE-B4A9-AB7186C6A16D}">
      <dsp:nvSpPr>
        <dsp:cNvPr id="0" name=""/>
        <dsp:cNvSpPr/>
      </dsp:nvSpPr>
      <dsp:spPr>
        <a:xfrm>
          <a:off x="7166745" y="5173117"/>
          <a:ext cx="1433104" cy="245703"/>
        </a:xfrm>
        <a:prstGeom prst="rect">
          <a:avLst/>
        </a:prstGeom>
        <a:gradFill rotWithShape="1">
          <a:gsLst>
            <a:gs pos="0">
              <a:schemeClr val="dk1">
                <a:lumMod val="110000"/>
                <a:satMod val="105000"/>
                <a:tint val="67000"/>
              </a:schemeClr>
            </a:gs>
            <a:gs pos="50000">
              <a:schemeClr val="dk1">
                <a:lumMod val="105000"/>
                <a:satMod val="103000"/>
                <a:tint val="73000"/>
              </a:schemeClr>
            </a:gs>
            <a:gs pos="100000">
              <a:schemeClr val="dk1">
                <a:lumMod val="105000"/>
                <a:satMod val="109000"/>
                <a:tint val="81000"/>
              </a:schemeClr>
            </a:gs>
          </a:gsLst>
          <a:lin ang="5400000" scaled="0"/>
        </a:gradFill>
        <a:ln w="6350" cap="flat" cmpd="sng" algn="ctr">
          <a:solidFill>
            <a:schemeClr val="dk1"/>
          </a:solidFill>
          <a:prstDash val="solid"/>
          <a:miter lim="800000"/>
        </a:ln>
        <a:effectLst/>
      </dsp:spPr>
      <dsp:style>
        <a:lnRef idx="1">
          <a:schemeClr val="dk1"/>
        </a:lnRef>
        <a:fillRef idx="2">
          <a:schemeClr val="dk1"/>
        </a:fillRef>
        <a:effectRef idx="1">
          <a:schemeClr val="dk1"/>
        </a:effectRef>
        <a:fontRef idx="minor">
          <a:schemeClr val="dk1"/>
        </a:fontRef>
      </dsp:style>
      <dsp:txBody>
        <a:bodyPr spcFirstLastPara="0" vert="horz" wrap="square" lIns="85344" tIns="15240" rIns="85344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noProof="0" dirty="0"/>
            <a:t>Shader Interface</a:t>
          </a:r>
        </a:p>
      </dsp:txBody>
      <dsp:txXfrm>
        <a:off x="7166745" y="5173117"/>
        <a:ext cx="1433104" cy="245703"/>
      </dsp:txXfrm>
    </dsp:sp>
    <dsp:sp modelId="{6750370E-625F-4CBE-AA52-1F7D8DBFDE3D}">
      <dsp:nvSpPr>
        <dsp:cNvPr id="0" name=""/>
        <dsp:cNvSpPr/>
      </dsp:nvSpPr>
      <dsp:spPr>
        <a:xfrm>
          <a:off x="8599849" y="5173117"/>
          <a:ext cx="1433104" cy="245703"/>
        </a:xfrm>
        <a:prstGeom prst="rect">
          <a:avLst/>
        </a:prstGeom>
        <a:gradFill rotWithShape="1">
          <a:gsLst>
            <a:gs pos="0">
              <a:schemeClr val="dk1">
                <a:lumMod val="110000"/>
                <a:satMod val="105000"/>
                <a:tint val="67000"/>
              </a:schemeClr>
            </a:gs>
            <a:gs pos="50000">
              <a:schemeClr val="dk1">
                <a:lumMod val="105000"/>
                <a:satMod val="103000"/>
                <a:tint val="73000"/>
              </a:schemeClr>
            </a:gs>
            <a:gs pos="100000">
              <a:schemeClr val="dk1">
                <a:lumMod val="105000"/>
                <a:satMod val="109000"/>
                <a:tint val="81000"/>
              </a:schemeClr>
            </a:gs>
          </a:gsLst>
          <a:lin ang="5400000" scaled="0"/>
        </a:gradFill>
        <a:ln w="6350" cap="flat" cmpd="sng" algn="ctr">
          <a:solidFill>
            <a:schemeClr val="dk1"/>
          </a:solidFill>
          <a:prstDash val="solid"/>
          <a:miter lim="800000"/>
        </a:ln>
        <a:effectLst/>
      </dsp:spPr>
      <dsp:style>
        <a:lnRef idx="1">
          <a:schemeClr val="dk1"/>
        </a:lnRef>
        <a:fillRef idx="2">
          <a:schemeClr val="dk1"/>
        </a:fillRef>
        <a:effectRef idx="1">
          <a:schemeClr val="dk1"/>
        </a:effectRef>
        <a:fontRef idx="minor">
          <a:schemeClr val="dk1"/>
        </a:fontRef>
      </dsp:style>
      <dsp:txBody>
        <a:bodyPr spcFirstLastPara="0" vert="horz" wrap="square" lIns="85344" tIns="15240" rIns="85344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noProof="0" dirty="0"/>
            <a:t>Descriptor Library</a:t>
          </a:r>
        </a:p>
      </dsp:txBody>
      <dsp:txXfrm>
        <a:off x="8599849" y="5173117"/>
        <a:ext cx="1433104" cy="245703"/>
      </dsp:txXfrm>
    </dsp:sp>
    <dsp:sp modelId="{BD4D7166-D5DB-4159-863B-CEDD4EB41D67}">
      <dsp:nvSpPr>
        <dsp:cNvPr id="0" name=""/>
        <dsp:cNvSpPr/>
      </dsp:nvSpPr>
      <dsp:spPr>
        <a:xfrm rot="10800000">
          <a:off x="0" y="4070949"/>
          <a:ext cx="10034178" cy="821749"/>
        </a:xfrm>
        <a:prstGeom prst="upArrowCallout">
          <a:avLst/>
        </a:prstGeom>
        <a:gradFill rotWithShape="1">
          <a:gsLst>
            <a:gs pos="0">
              <a:schemeClr val="accent6">
                <a:satMod val="103000"/>
                <a:lumMod val="102000"/>
                <a:tint val="94000"/>
              </a:schemeClr>
            </a:gs>
            <a:gs pos="50000">
              <a:schemeClr val="accent6">
                <a:satMod val="110000"/>
                <a:lumMod val="100000"/>
                <a:shade val="100000"/>
              </a:schemeClr>
            </a:gs>
            <a:gs pos="100000">
              <a:schemeClr val="accent6"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hemeClr val="accent6"/>
        </a:lnRef>
        <a:fillRef idx="3">
          <a:schemeClr val="accent6"/>
        </a:fillRef>
        <a:effectRef idx="3">
          <a:schemeClr val="accent6"/>
        </a:effectRef>
        <a:fontRef idx="minor">
          <a:schemeClr val="lt1"/>
        </a:fontRef>
      </dsp:style>
      <dsp:txBody>
        <a:bodyPr spcFirstLastPara="0" vert="horz" wrap="square" lIns="113792" tIns="113792" rIns="113792" bIns="113792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b="0" kern="1200" noProof="0" dirty="0"/>
            <a:t>2 – Resource Layer</a:t>
          </a:r>
        </a:p>
      </dsp:txBody>
      <dsp:txXfrm rot="-10800000">
        <a:off x="0" y="4070949"/>
        <a:ext cx="10034178" cy="288433"/>
      </dsp:txXfrm>
    </dsp:sp>
    <dsp:sp modelId="{7BCF40F3-06E5-4F54-91A1-DD1F46272372}">
      <dsp:nvSpPr>
        <dsp:cNvPr id="0" name=""/>
        <dsp:cNvSpPr/>
      </dsp:nvSpPr>
      <dsp:spPr>
        <a:xfrm>
          <a:off x="1224" y="4359383"/>
          <a:ext cx="1114636" cy="245703"/>
        </a:xfrm>
        <a:prstGeom prst="rect">
          <a:avLst/>
        </a:prstGeom>
        <a:gradFill rotWithShape="1">
          <a:gsLst>
            <a:gs pos="0">
              <a:schemeClr val="accent6">
                <a:lumMod val="110000"/>
                <a:satMod val="105000"/>
                <a:tint val="67000"/>
              </a:schemeClr>
            </a:gs>
            <a:gs pos="50000">
              <a:schemeClr val="accent6">
                <a:lumMod val="105000"/>
                <a:satMod val="103000"/>
                <a:tint val="73000"/>
              </a:schemeClr>
            </a:gs>
            <a:gs pos="100000">
              <a:schemeClr val="accent6">
                <a:lumMod val="105000"/>
                <a:satMod val="109000"/>
                <a:tint val="81000"/>
              </a:schemeClr>
            </a:gs>
          </a:gsLst>
          <a:lin ang="5400000" scaled="0"/>
        </a:gradFill>
        <a:ln w="6350" cap="flat" cmpd="sng" algn="ctr">
          <a:solidFill>
            <a:schemeClr val="accent6"/>
          </a:solidFill>
          <a:prstDash val="solid"/>
          <a:miter lim="800000"/>
        </a:ln>
        <a:effectLst/>
      </dsp:spPr>
      <dsp:style>
        <a:lnRef idx="1">
          <a:schemeClr val="accent6"/>
        </a:lnRef>
        <a:fillRef idx="2">
          <a:schemeClr val="accent6"/>
        </a:fillRef>
        <a:effectRef idx="1">
          <a:schemeClr val="accent6"/>
        </a:effectRef>
        <a:fontRef idx="minor">
          <a:schemeClr val="dk1"/>
        </a:fontRef>
      </dsp:style>
      <dsp:txBody>
        <a:bodyPr spcFirstLastPara="0" vert="horz" wrap="square" lIns="85344" tIns="15240" rIns="85344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noProof="0" dirty="0"/>
            <a:t>Shader</a:t>
          </a:r>
        </a:p>
      </dsp:txBody>
      <dsp:txXfrm>
        <a:off x="1224" y="4359383"/>
        <a:ext cx="1114636" cy="245703"/>
      </dsp:txXfrm>
    </dsp:sp>
    <dsp:sp modelId="{0FC18337-179F-46AE-BFF8-59E98E63F8E2}">
      <dsp:nvSpPr>
        <dsp:cNvPr id="0" name=""/>
        <dsp:cNvSpPr/>
      </dsp:nvSpPr>
      <dsp:spPr>
        <a:xfrm>
          <a:off x="1115861" y="4359383"/>
          <a:ext cx="1114636" cy="245703"/>
        </a:xfrm>
        <a:prstGeom prst="rect">
          <a:avLst/>
        </a:prstGeom>
        <a:gradFill rotWithShape="1">
          <a:gsLst>
            <a:gs pos="0">
              <a:schemeClr val="accent6">
                <a:lumMod val="110000"/>
                <a:satMod val="105000"/>
                <a:tint val="67000"/>
              </a:schemeClr>
            </a:gs>
            <a:gs pos="50000">
              <a:schemeClr val="accent6">
                <a:lumMod val="105000"/>
                <a:satMod val="103000"/>
                <a:tint val="73000"/>
              </a:schemeClr>
            </a:gs>
            <a:gs pos="100000">
              <a:schemeClr val="accent6">
                <a:lumMod val="105000"/>
                <a:satMod val="109000"/>
                <a:tint val="81000"/>
              </a:schemeClr>
            </a:gs>
          </a:gsLst>
          <a:lin ang="5400000" scaled="0"/>
        </a:gradFill>
        <a:ln w="6350" cap="flat" cmpd="sng" algn="ctr">
          <a:solidFill>
            <a:schemeClr val="accent6"/>
          </a:solidFill>
          <a:prstDash val="solid"/>
          <a:miter lim="800000"/>
        </a:ln>
        <a:effectLst/>
      </dsp:spPr>
      <dsp:style>
        <a:lnRef idx="1">
          <a:schemeClr val="accent6"/>
        </a:lnRef>
        <a:fillRef idx="2">
          <a:schemeClr val="accent6"/>
        </a:fillRef>
        <a:effectRef idx="1">
          <a:schemeClr val="accent6"/>
        </a:effectRef>
        <a:fontRef idx="minor">
          <a:schemeClr val="dk1"/>
        </a:fontRef>
      </dsp:style>
      <dsp:txBody>
        <a:bodyPr spcFirstLastPara="0" vert="horz" wrap="square" lIns="85344" tIns="15240" rIns="85344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noProof="0"/>
            <a:t>Program</a:t>
          </a:r>
          <a:endParaRPr lang="en-US" sz="1200" kern="1200" noProof="0" dirty="0"/>
        </a:p>
      </dsp:txBody>
      <dsp:txXfrm>
        <a:off x="1115861" y="4359383"/>
        <a:ext cx="1114636" cy="245703"/>
      </dsp:txXfrm>
    </dsp:sp>
    <dsp:sp modelId="{90629DF9-1DB8-4CF2-B803-B9E570A0695D}">
      <dsp:nvSpPr>
        <dsp:cNvPr id="0" name=""/>
        <dsp:cNvSpPr/>
      </dsp:nvSpPr>
      <dsp:spPr>
        <a:xfrm>
          <a:off x="2230497" y="4359383"/>
          <a:ext cx="1114636" cy="245703"/>
        </a:xfrm>
        <a:prstGeom prst="rect">
          <a:avLst/>
        </a:prstGeom>
        <a:gradFill rotWithShape="1">
          <a:gsLst>
            <a:gs pos="0">
              <a:schemeClr val="accent6">
                <a:lumMod val="110000"/>
                <a:satMod val="105000"/>
                <a:tint val="67000"/>
              </a:schemeClr>
            </a:gs>
            <a:gs pos="50000">
              <a:schemeClr val="accent6">
                <a:lumMod val="105000"/>
                <a:satMod val="103000"/>
                <a:tint val="73000"/>
              </a:schemeClr>
            </a:gs>
            <a:gs pos="100000">
              <a:schemeClr val="accent6">
                <a:lumMod val="105000"/>
                <a:satMod val="109000"/>
                <a:tint val="81000"/>
              </a:schemeClr>
            </a:gs>
          </a:gsLst>
          <a:lin ang="5400000" scaled="0"/>
        </a:gradFill>
        <a:ln w="6350" cap="flat" cmpd="sng" algn="ctr">
          <a:solidFill>
            <a:schemeClr val="accent6"/>
          </a:solidFill>
          <a:prstDash val="solid"/>
          <a:miter lim="800000"/>
        </a:ln>
        <a:effectLst/>
      </dsp:spPr>
      <dsp:style>
        <a:lnRef idx="1">
          <a:schemeClr val="accent6"/>
        </a:lnRef>
        <a:fillRef idx="2">
          <a:schemeClr val="accent6"/>
        </a:fillRef>
        <a:effectRef idx="1">
          <a:schemeClr val="accent6"/>
        </a:effectRef>
        <a:fontRef idx="minor">
          <a:schemeClr val="dk1"/>
        </a:fontRef>
      </dsp:style>
      <dsp:txBody>
        <a:bodyPr spcFirstLastPara="0" vert="horz" wrap="square" lIns="85344" tIns="15240" rIns="85344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noProof="0" dirty="0"/>
            <a:t>Texture</a:t>
          </a:r>
        </a:p>
      </dsp:txBody>
      <dsp:txXfrm>
        <a:off x="2230497" y="4359383"/>
        <a:ext cx="1114636" cy="245703"/>
      </dsp:txXfrm>
    </dsp:sp>
    <dsp:sp modelId="{5992A6B8-0219-4F5A-8EC2-47F98682A23F}">
      <dsp:nvSpPr>
        <dsp:cNvPr id="0" name=""/>
        <dsp:cNvSpPr/>
      </dsp:nvSpPr>
      <dsp:spPr>
        <a:xfrm>
          <a:off x="3345134" y="4359383"/>
          <a:ext cx="1114636" cy="245703"/>
        </a:xfrm>
        <a:prstGeom prst="rect">
          <a:avLst/>
        </a:prstGeom>
        <a:gradFill rotWithShape="1">
          <a:gsLst>
            <a:gs pos="0">
              <a:schemeClr val="accent6">
                <a:lumMod val="110000"/>
                <a:satMod val="105000"/>
                <a:tint val="67000"/>
              </a:schemeClr>
            </a:gs>
            <a:gs pos="50000">
              <a:schemeClr val="accent6">
                <a:lumMod val="105000"/>
                <a:satMod val="103000"/>
                <a:tint val="73000"/>
              </a:schemeClr>
            </a:gs>
            <a:gs pos="100000">
              <a:schemeClr val="accent6">
                <a:lumMod val="105000"/>
                <a:satMod val="109000"/>
                <a:tint val="81000"/>
              </a:schemeClr>
            </a:gs>
          </a:gsLst>
          <a:lin ang="5400000" scaled="0"/>
        </a:gradFill>
        <a:ln w="6350" cap="flat" cmpd="sng" algn="ctr">
          <a:solidFill>
            <a:schemeClr val="accent6"/>
          </a:solidFill>
          <a:prstDash val="solid"/>
          <a:miter lim="800000"/>
        </a:ln>
        <a:effectLst/>
      </dsp:spPr>
      <dsp:style>
        <a:lnRef idx="1">
          <a:schemeClr val="accent6"/>
        </a:lnRef>
        <a:fillRef idx="2">
          <a:schemeClr val="accent6"/>
        </a:fillRef>
        <a:effectRef idx="1">
          <a:schemeClr val="accent6"/>
        </a:effectRef>
        <a:fontRef idx="minor">
          <a:schemeClr val="dk1"/>
        </a:fontRef>
      </dsp:style>
      <dsp:txBody>
        <a:bodyPr spcFirstLastPara="0" vert="horz" wrap="square" lIns="85344" tIns="15240" rIns="85344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noProof="0" dirty="0"/>
            <a:t>DownStream</a:t>
          </a:r>
        </a:p>
      </dsp:txBody>
      <dsp:txXfrm>
        <a:off x="3345134" y="4359383"/>
        <a:ext cx="1114636" cy="245703"/>
      </dsp:txXfrm>
    </dsp:sp>
    <dsp:sp modelId="{35132EC7-0293-4969-9C16-AABBD27A5697}">
      <dsp:nvSpPr>
        <dsp:cNvPr id="0" name=""/>
        <dsp:cNvSpPr/>
      </dsp:nvSpPr>
      <dsp:spPr>
        <a:xfrm>
          <a:off x="4459770" y="4359383"/>
          <a:ext cx="1114636" cy="245703"/>
        </a:xfrm>
        <a:prstGeom prst="rect">
          <a:avLst/>
        </a:prstGeom>
        <a:gradFill rotWithShape="1">
          <a:gsLst>
            <a:gs pos="0">
              <a:schemeClr val="accent6">
                <a:lumMod val="110000"/>
                <a:satMod val="105000"/>
                <a:tint val="67000"/>
              </a:schemeClr>
            </a:gs>
            <a:gs pos="50000">
              <a:schemeClr val="accent6">
                <a:lumMod val="105000"/>
                <a:satMod val="103000"/>
                <a:tint val="73000"/>
              </a:schemeClr>
            </a:gs>
            <a:gs pos="100000">
              <a:schemeClr val="accent6">
                <a:lumMod val="105000"/>
                <a:satMod val="109000"/>
                <a:tint val="81000"/>
              </a:schemeClr>
            </a:gs>
          </a:gsLst>
          <a:lin ang="5400000" scaled="0"/>
        </a:gradFill>
        <a:ln w="6350" cap="flat" cmpd="sng" algn="ctr">
          <a:solidFill>
            <a:schemeClr val="accent6"/>
          </a:solidFill>
          <a:prstDash val="solid"/>
          <a:miter lim="800000"/>
        </a:ln>
        <a:effectLst/>
      </dsp:spPr>
      <dsp:style>
        <a:lnRef idx="1">
          <a:schemeClr val="accent6"/>
        </a:lnRef>
        <a:fillRef idx="2">
          <a:schemeClr val="accent6"/>
        </a:fillRef>
        <a:effectRef idx="1">
          <a:schemeClr val="accent6"/>
        </a:effectRef>
        <a:fontRef idx="minor">
          <a:schemeClr val="dk1"/>
        </a:fontRef>
      </dsp:style>
      <dsp:txBody>
        <a:bodyPr spcFirstLastPara="0" vert="horz" wrap="square" lIns="85344" tIns="15240" rIns="85344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noProof="0" dirty="0"/>
            <a:t>UpStream</a:t>
          </a:r>
        </a:p>
      </dsp:txBody>
      <dsp:txXfrm>
        <a:off x="4459770" y="4359383"/>
        <a:ext cx="1114636" cy="245703"/>
      </dsp:txXfrm>
    </dsp:sp>
    <dsp:sp modelId="{39776FF9-EEC0-488B-9F7E-12FED8540329}">
      <dsp:nvSpPr>
        <dsp:cNvPr id="0" name=""/>
        <dsp:cNvSpPr/>
      </dsp:nvSpPr>
      <dsp:spPr>
        <a:xfrm>
          <a:off x="5574407" y="4359383"/>
          <a:ext cx="1114636" cy="245703"/>
        </a:xfrm>
        <a:prstGeom prst="rect">
          <a:avLst/>
        </a:prstGeom>
        <a:gradFill rotWithShape="1">
          <a:gsLst>
            <a:gs pos="0">
              <a:schemeClr val="accent6">
                <a:lumMod val="110000"/>
                <a:satMod val="105000"/>
                <a:tint val="67000"/>
              </a:schemeClr>
            </a:gs>
            <a:gs pos="50000">
              <a:schemeClr val="accent6">
                <a:lumMod val="105000"/>
                <a:satMod val="103000"/>
                <a:tint val="73000"/>
              </a:schemeClr>
            </a:gs>
            <a:gs pos="100000">
              <a:schemeClr val="accent6">
                <a:lumMod val="105000"/>
                <a:satMod val="109000"/>
                <a:tint val="81000"/>
              </a:schemeClr>
            </a:gs>
          </a:gsLst>
          <a:lin ang="5400000" scaled="0"/>
        </a:gradFill>
        <a:ln w="6350" cap="flat" cmpd="sng" algn="ctr">
          <a:solidFill>
            <a:schemeClr val="accent6"/>
          </a:solidFill>
          <a:prstDash val="solid"/>
          <a:miter lim="800000"/>
        </a:ln>
        <a:effectLst/>
      </dsp:spPr>
      <dsp:style>
        <a:lnRef idx="1">
          <a:schemeClr val="accent6"/>
        </a:lnRef>
        <a:fillRef idx="2">
          <a:schemeClr val="accent6"/>
        </a:fillRef>
        <a:effectRef idx="1">
          <a:schemeClr val="accent6"/>
        </a:effectRef>
        <a:fontRef idx="minor">
          <a:schemeClr val="dk1"/>
        </a:fontRef>
      </dsp:style>
      <dsp:txBody>
        <a:bodyPr spcFirstLastPara="0" vert="horz" wrap="square" lIns="85344" tIns="15240" rIns="85344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noProof="0" dirty="0"/>
            <a:t>Static Buffer</a:t>
          </a:r>
        </a:p>
      </dsp:txBody>
      <dsp:txXfrm>
        <a:off x="5574407" y="4359383"/>
        <a:ext cx="1114636" cy="245703"/>
      </dsp:txXfrm>
    </dsp:sp>
    <dsp:sp modelId="{603C0190-FE66-40BC-B460-8B2E6B83823E}">
      <dsp:nvSpPr>
        <dsp:cNvPr id="0" name=""/>
        <dsp:cNvSpPr/>
      </dsp:nvSpPr>
      <dsp:spPr>
        <a:xfrm>
          <a:off x="6689043" y="4359383"/>
          <a:ext cx="1114636" cy="245703"/>
        </a:xfrm>
        <a:prstGeom prst="rect">
          <a:avLst/>
        </a:prstGeom>
        <a:gradFill rotWithShape="1">
          <a:gsLst>
            <a:gs pos="0">
              <a:schemeClr val="accent6">
                <a:lumMod val="110000"/>
                <a:satMod val="105000"/>
                <a:tint val="67000"/>
              </a:schemeClr>
            </a:gs>
            <a:gs pos="50000">
              <a:schemeClr val="accent6">
                <a:lumMod val="105000"/>
                <a:satMod val="103000"/>
                <a:tint val="73000"/>
              </a:schemeClr>
            </a:gs>
            <a:gs pos="100000">
              <a:schemeClr val="accent6">
                <a:lumMod val="105000"/>
                <a:satMod val="109000"/>
                <a:tint val="81000"/>
              </a:schemeClr>
            </a:gs>
          </a:gsLst>
          <a:lin ang="5400000" scaled="0"/>
        </a:gradFill>
        <a:ln w="6350" cap="flat" cmpd="sng" algn="ctr">
          <a:solidFill>
            <a:schemeClr val="accent6"/>
          </a:solidFill>
          <a:prstDash val="solid"/>
          <a:miter lim="800000"/>
        </a:ln>
        <a:effectLst/>
      </dsp:spPr>
      <dsp:style>
        <a:lnRef idx="1">
          <a:schemeClr val="accent6"/>
        </a:lnRef>
        <a:fillRef idx="2">
          <a:schemeClr val="accent6"/>
        </a:fillRef>
        <a:effectRef idx="1">
          <a:schemeClr val="accent6"/>
        </a:effectRef>
        <a:fontRef idx="minor">
          <a:schemeClr val="dk1"/>
        </a:fontRef>
      </dsp:style>
      <dsp:txBody>
        <a:bodyPr spcFirstLastPara="0" vert="horz" wrap="square" lIns="78232" tIns="13970" rIns="78232" bIns="13970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 noProof="0" dirty="0"/>
            <a:t>Dynamic Buffer</a:t>
          </a:r>
        </a:p>
      </dsp:txBody>
      <dsp:txXfrm>
        <a:off x="6689043" y="4359383"/>
        <a:ext cx="1114636" cy="245703"/>
      </dsp:txXfrm>
    </dsp:sp>
    <dsp:sp modelId="{AD9B5315-1C9A-4E23-832C-80EF150FC74D}">
      <dsp:nvSpPr>
        <dsp:cNvPr id="0" name=""/>
        <dsp:cNvSpPr/>
      </dsp:nvSpPr>
      <dsp:spPr>
        <a:xfrm>
          <a:off x="7803680" y="4359383"/>
          <a:ext cx="1114636" cy="245703"/>
        </a:xfrm>
        <a:prstGeom prst="rect">
          <a:avLst/>
        </a:prstGeom>
        <a:gradFill rotWithShape="1">
          <a:gsLst>
            <a:gs pos="0">
              <a:schemeClr val="accent6">
                <a:lumMod val="110000"/>
                <a:satMod val="105000"/>
                <a:tint val="67000"/>
              </a:schemeClr>
            </a:gs>
            <a:gs pos="50000">
              <a:schemeClr val="accent6">
                <a:lumMod val="105000"/>
                <a:satMod val="103000"/>
                <a:tint val="73000"/>
              </a:schemeClr>
            </a:gs>
            <a:gs pos="100000">
              <a:schemeClr val="accent6">
                <a:lumMod val="105000"/>
                <a:satMod val="109000"/>
                <a:tint val="81000"/>
              </a:schemeClr>
            </a:gs>
          </a:gsLst>
          <a:lin ang="5400000" scaled="0"/>
        </a:gradFill>
        <a:ln w="6350" cap="flat" cmpd="sng" algn="ctr">
          <a:solidFill>
            <a:schemeClr val="accent6"/>
          </a:solidFill>
          <a:prstDash val="solid"/>
          <a:miter lim="800000"/>
        </a:ln>
        <a:effectLst/>
      </dsp:spPr>
      <dsp:style>
        <a:lnRef idx="1">
          <a:schemeClr val="accent6"/>
        </a:lnRef>
        <a:fillRef idx="2">
          <a:schemeClr val="accent6"/>
        </a:fillRef>
        <a:effectRef idx="1">
          <a:schemeClr val="accent6"/>
        </a:effectRef>
        <a:fontRef idx="minor">
          <a:schemeClr val="dk1"/>
        </a:fontRef>
      </dsp:style>
      <dsp:txBody>
        <a:bodyPr spcFirstLastPara="0" vert="horz" wrap="square" lIns="85344" tIns="15240" rIns="85344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noProof="0"/>
            <a:t>Vertex Array</a:t>
          </a:r>
          <a:endParaRPr lang="en-US" sz="1200" kern="1200" noProof="0" dirty="0"/>
        </a:p>
      </dsp:txBody>
      <dsp:txXfrm>
        <a:off x="7803680" y="4359383"/>
        <a:ext cx="1114636" cy="245703"/>
      </dsp:txXfrm>
    </dsp:sp>
    <dsp:sp modelId="{9C4C9C14-02E5-4357-AD2A-88D13092EFC1}">
      <dsp:nvSpPr>
        <dsp:cNvPr id="0" name=""/>
        <dsp:cNvSpPr/>
      </dsp:nvSpPr>
      <dsp:spPr>
        <a:xfrm>
          <a:off x="8918316" y="4359383"/>
          <a:ext cx="1114636" cy="245703"/>
        </a:xfrm>
        <a:prstGeom prst="rect">
          <a:avLst/>
        </a:prstGeom>
        <a:gradFill rotWithShape="1">
          <a:gsLst>
            <a:gs pos="0">
              <a:schemeClr val="accent6">
                <a:lumMod val="110000"/>
                <a:satMod val="105000"/>
                <a:tint val="67000"/>
              </a:schemeClr>
            </a:gs>
            <a:gs pos="50000">
              <a:schemeClr val="accent6">
                <a:lumMod val="105000"/>
                <a:satMod val="103000"/>
                <a:tint val="73000"/>
              </a:schemeClr>
            </a:gs>
            <a:gs pos="100000">
              <a:schemeClr val="accent6">
                <a:lumMod val="105000"/>
                <a:satMod val="109000"/>
                <a:tint val="81000"/>
              </a:schemeClr>
            </a:gs>
          </a:gsLst>
          <a:lin ang="5400000" scaled="0"/>
        </a:gradFill>
        <a:ln w="6350" cap="flat" cmpd="sng" algn="ctr">
          <a:solidFill>
            <a:schemeClr val="accent6"/>
          </a:solidFill>
          <a:prstDash val="solid"/>
          <a:miter lim="800000"/>
        </a:ln>
        <a:effectLst/>
      </dsp:spPr>
      <dsp:style>
        <a:lnRef idx="1">
          <a:schemeClr val="accent6"/>
        </a:lnRef>
        <a:fillRef idx="2">
          <a:schemeClr val="accent6"/>
        </a:fillRef>
        <a:effectRef idx="1">
          <a:schemeClr val="accent6"/>
        </a:effectRef>
        <a:fontRef idx="minor">
          <a:schemeClr val="dk1"/>
        </a:fontRef>
      </dsp:style>
      <dsp:txBody>
        <a:bodyPr spcFirstLastPara="0" vert="horz" wrap="square" lIns="85344" tIns="15240" rIns="85344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noProof="0" dirty="0"/>
            <a:t>Frame Buffer</a:t>
          </a:r>
        </a:p>
      </dsp:txBody>
      <dsp:txXfrm>
        <a:off x="8918316" y="4359383"/>
        <a:ext cx="1114636" cy="245703"/>
      </dsp:txXfrm>
    </dsp:sp>
    <dsp:sp modelId="{30C82F42-0C41-4309-A796-6DFF0C328086}">
      <dsp:nvSpPr>
        <dsp:cNvPr id="0" name=""/>
        <dsp:cNvSpPr/>
      </dsp:nvSpPr>
      <dsp:spPr>
        <a:xfrm rot="10800000">
          <a:off x="0" y="3257214"/>
          <a:ext cx="10034178" cy="821749"/>
        </a:xfrm>
        <a:prstGeom prst="upArrowCallout">
          <a:avLst/>
        </a:prstGeom>
        <a:gradFill rotWithShape="1">
          <a:gsLst>
            <a:gs pos="0">
              <a:schemeClr val="accent5">
                <a:satMod val="103000"/>
                <a:lumMod val="102000"/>
                <a:tint val="94000"/>
              </a:schemeClr>
            </a:gs>
            <a:gs pos="50000">
              <a:schemeClr val="accent5">
                <a:satMod val="110000"/>
                <a:lumMod val="100000"/>
                <a:shade val="100000"/>
              </a:schemeClr>
            </a:gs>
            <a:gs pos="100000">
              <a:schemeClr val="accent5"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hemeClr val="accent5"/>
        </a:lnRef>
        <a:fillRef idx="3">
          <a:schemeClr val="accent5"/>
        </a:fillRef>
        <a:effectRef idx="3">
          <a:schemeClr val="accent5"/>
        </a:effectRef>
        <a:fontRef idx="minor">
          <a:schemeClr val="lt1"/>
        </a:fontRef>
      </dsp:style>
      <dsp:txBody>
        <a:bodyPr spcFirstLastPara="0" vert="horz" wrap="square" lIns="113792" tIns="113792" rIns="113792" bIns="113792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b="0" kern="1200" noProof="0" dirty="0"/>
            <a:t>3 – Command Layer</a:t>
          </a:r>
        </a:p>
      </dsp:txBody>
      <dsp:txXfrm rot="-10800000">
        <a:off x="0" y="3257214"/>
        <a:ext cx="10034178" cy="288433"/>
      </dsp:txXfrm>
    </dsp:sp>
    <dsp:sp modelId="{83CAE08B-72B4-471B-A625-85950A64595F}">
      <dsp:nvSpPr>
        <dsp:cNvPr id="0" name=""/>
        <dsp:cNvSpPr/>
      </dsp:nvSpPr>
      <dsp:spPr>
        <a:xfrm>
          <a:off x="4899" y="3545648"/>
          <a:ext cx="3341459" cy="245703"/>
        </a:xfrm>
        <a:prstGeom prst="rect">
          <a:avLst/>
        </a:prstGeom>
        <a:gradFill rotWithShape="1">
          <a:gsLst>
            <a:gs pos="0">
              <a:schemeClr val="accent5">
                <a:lumMod val="110000"/>
                <a:satMod val="105000"/>
                <a:tint val="67000"/>
              </a:schemeClr>
            </a:gs>
            <a:gs pos="50000">
              <a:schemeClr val="accent5">
                <a:lumMod val="105000"/>
                <a:satMod val="103000"/>
                <a:tint val="73000"/>
              </a:schemeClr>
            </a:gs>
            <a:gs pos="100000">
              <a:schemeClr val="accent5">
                <a:lumMod val="105000"/>
                <a:satMod val="109000"/>
                <a:tint val="81000"/>
              </a:schemeClr>
            </a:gs>
          </a:gsLst>
          <a:lin ang="5400000" scaled="0"/>
        </a:gradFill>
        <a:ln w="6350" cap="flat" cmpd="sng" algn="ctr">
          <a:solidFill>
            <a:schemeClr val="accent5"/>
          </a:solidFill>
          <a:prstDash val="solid"/>
          <a:miter lim="800000"/>
        </a:ln>
        <a:effectLst/>
      </dsp:spPr>
      <dsp:style>
        <a:lnRef idx="1">
          <a:schemeClr val="accent5"/>
        </a:lnRef>
        <a:fillRef idx="2">
          <a:schemeClr val="accent5"/>
        </a:fillRef>
        <a:effectRef idx="1">
          <a:schemeClr val="accent5"/>
        </a:effectRef>
        <a:fontRef idx="minor">
          <a:schemeClr val="dk1"/>
        </a:fontRef>
      </dsp:style>
      <dsp:txBody>
        <a:bodyPr spcFirstLastPara="0" vert="horz" wrap="square" lIns="85344" tIns="15240" rIns="85344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b="0" kern="1200" noProof="0"/>
            <a:t>Resource State Control</a:t>
          </a:r>
          <a:endParaRPr lang="en-US" sz="1200" b="0" kern="1200" noProof="0" dirty="0"/>
        </a:p>
      </dsp:txBody>
      <dsp:txXfrm>
        <a:off x="4899" y="3545648"/>
        <a:ext cx="3341459" cy="245703"/>
      </dsp:txXfrm>
    </dsp:sp>
    <dsp:sp modelId="{27FAB162-10F0-4D45-AABB-6EA1A57D4BBC}">
      <dsp:nvSpPr>
        <dsp:cNvPr id="0" name=""/>
        <dsp:cNvSpPr/>
      </dsp:nvSpPr>
      <dsp:spPr>
        <a:xfrm>
          <a:off x="3346359" y="3545648"/>
          <a:ext cx="3341459" cy="245703"/>
        </a:xfrm>
        <a:prstGeom prst="rect">
          <a:avLst/>
        </a:prstGeom>
        <a:gradFill rotWithShape="1">
          <a:gsLst>
            <a:gs pos="0">
              <a:schemeClr val="accent5">
                <a:lumMod val="110000"/>
                <a:satMod val="105000"/>
                <a:tint val="67000"/>
              </a:schemeClr>
            </a:gs>
            <a:gs pos="50000">
              <a:schemeClr val="accent5">
                <a:lumMod val="105000"/>
                <a:satMod val="103000"/>
                <a:tint val="73000"/>
              </a:schemeClr>
            </a:gs>
            <a:gs pos="100000">
              <a:schemeClr val="accent5">
                <a:lumMod val="105000"/>
                <a:satMod val="109000"/>
                <a:tint val="81000"/>
              </a:schemeClr>
            </a:gs>
          </a:gsLst>
          <a:lin ang="5400000" scaled="0"/>
        </a:gradFill>
        <a:ln w="6350" cap="flat" cmpd="sng" algn="ctr">
          <a:solidFill>
            <a:schemeClr val="accent5"/>
          </a:solidFill>
          <a:prstDash val="solid"/>
          <a:miter lim="800000"/>
        </a:ln>
        <a:effectLst/>
      </dsp:spPr>
      <dsp:style>
        <a:lnRef idx="1">
          <a:schemeClr val="accent5"/>
        </a:lnRef>
        <a:fillRef idx="2">
          <a:schemeClr val="accent5"/>
        </a:fillRef>
        <a:effectRef idx="1">
          <a:schemeClr val="accent5"/>
        </a:effectRef>
        <a:fontRef idx="minor">
          <a:schemeClr val="dk1"/>
        </a:fontRef>
      </dsp:style>
      <dsp:txBody>
        <a:bodyPr spcFirstLastPara="0" vert="horz" wrap="square" lIns="85344" tIns="15240" rIns="85344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b="0" kern="1200" noProof="0" dirty="0"/>
            <a:t>Device State Control</a:t>
          </a:r>
        </a:p>
      </dsp:txBody>
      <dsp:txXfrm>
        <a:off x="3346359" y="3545648"/>
        <a:ext cx="3341459" cy="245703"/>
      </dsp:txXfrm>
    </dsp:sp>
    <dsp:sp modelId="{1A13ED41-E69D-49E5-94F1-500B50827D5D}">
      <dsp:nvSpPr>
        <dsp:cNvPr id="0" name=""/>
        <dsp:cNvSpPr/>
      </dsp:nvSpPr>
      <dsp:spPr>
        <a:xfrm>
          <a:off x="6687818" y="3545648"/>
          <a:ext cx="3341459" cy="245703"/>
        </a:xfrm>
        <a:prstGeom prst="rect">
          <a:avLst/>
        </a:prstGeom>
        <a:gradFill rotWithShape="1">
          <a:gsLst>
            <a:gs pos="0">
              <a:schemeClr val="accent5">
                <a:lumMod val="110000"/>
                <a:satMod val="105000"/>
                <a:tint val="67000"/>
              </a:schemeClr>
            </a:gs>
            <a:gs pos="50000">
              <a:schemeClr val="accent5">
                <a:lumMod val="105000"/>
                <a:satMod val="103000"/>
                <a:tint val="73000"/>
              </a:schemeClr>
            </a:gs>
            <a:gs pos="100000">
              <a:schemeClr val="accent5">
                <a:lumMod val="105000"/>
                <a:satMod val="109000"/>
                <a:tint val="81000"/>
              </a:schemeClr>
            </a:gs>
          </a:gsLst>
          <a:lin ang="5400000" scaled="0"/>
        </a:gradFill>
        <a:ln w="6350" cap="flat" cmpd="sng" algn="ctr">
          <a:solidFill>
            <a:schemeClr val="accent5"/>
          </a:solidFill>
          <a:prstDash val="solid"/>
          <a:miter lim="800000"/>
        </a:ln>
        <a:effectLst/>
      </dsp:spPr>
      <dsp:style>
        <a:lnRef idx="1">
          <a:schemeClr val="accent5"/>
        </a:lnRef>
        <a:fillRef idx="2">
          <a:schemeClr val="accent5"/>
        </a:fillRef>
        <a:effectRef idx="1">
          <a:schemeClr val="accent5"/>
        </a:effectRef>
        <a:fontRef idx="minor">
          <a:schemeClr val="dk1"/>
        </a:fontRef>
      </dsp:style>
      <dsp:txBody>
        <a:bodyPr spcFirstLastPara="0" vert="horz" wrap="square" lIns="85344" tIns="15240" rIns="85344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b="0" kern="1200" noProof="0" dirty="0"/>
            <a:t>Render Commands</a:t>
          </a:r>
        </a:p>
      </dsp:txBody>
      <dsp:txXfrm>
        <a:off x="6687818" y="3545648"/>
        <a:ext cx="3341459" cy="245703"/>
      </dsp:txXfrm>
    </dsp:sp>
    <dsp:sp modelId="{6AD27DB3-A37F-4E63-9D3F-A0EAB6F9B8F2}">
      <dsp:nvSpPr>
        <dsp:cNvPr id="0" name=""/>
        <dsp:cNvSpPr/>
      </dsp:nvSpPr>
      <dsp:spPr>
        <a:xfrm rot="10800000">
          <a:off x="0" y="2443479"/>
          <a:ext cx="10034178" cy="821749"/>
        </a:xfrm>
        <a:prstGeom prst="upArrowCallout">
          <a:avLst/>
        </a:prstGeom>
        <a:gradFill rotWithShape="1">
          <a:gsLst>
            <a:gs pos="0">
              <a:schemeClr val="accent4">
                <a:satMod val="103000"/>
                <a:lumMod val="102000"/>
                <a:tint val="94000"/>
              </a:schemeClr>
            </a:gs>
            <a:gs pos="50000">
              <a:schemeClr val="accent4">
                <a:satMod val="110000"/>
                <a:lumMod val="100000"/>
                <a:shade val="100000"/>
              </a:schemeClr>
            </a:gs>
            <a:gs pos="100000">
              <a:schemeClr val="accent4"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hemeClr val="accent4"/>
        </a:lnRef>
        <a:fillRef idx="3">
          <a:schemeClr val="accent4"/>
        </a:fillRef>
        <a:effectRef idx="3">
          <a:schemeClr val="accent4"/>
        </a:effectRef>
        <a:fontRef idx="minor">
          <a:schemeClr val="lt1"/>
        </a:fontRef>
      </dsp:style>
      <dsp:txBody>
        <a:bodyPr spcFirstLastPara="0" vert="horz" wrap="square" lIns="113792" tIns="113792" rIns="113792" bIns="113792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b="0" kern="1200" noProof="0" dirty="0"/>
            <a:t>4 – Representation Layer</a:t>
          </a:r>
        </a:p>
      </dsp:txBody>
      <dsp:txXfrm rot="-10800000">
        <a:off x="0" y="2443479"/>
        <a:ext cx="10034178" cy="288433"/>
      </dsp:txXfrm>
    </dsp:sp>
    <dsp:sp modelId="{5A2A62D0-72D3-40F9-AEC5-8956A59D9F9C}">
      <dsp:nvSpPr>
        <dsp:cNvPr id="0" name=""/>
        <dsp:cNvSpPr/>
      </dsp:nvSpPr>
      <dsp:spPr>
        <a:xfrm>
          <a:off x="4899" y="2731913"/>
          <a:ext cx="1670729" cy="245703"/>
        </a:xfrm>
        <a:prstGeom prst="rect">
          <a:avLst/>
        </a:prstGeom>
        <a:gradFill rotWithShape="1">
          <a:gsLst>
            <a:gs pos="0">
              <a:schemeClr val="accent4">
                <a:lumMod val="110000"/>
                <a:satMod val="105000"/>
                <a:tint val="67000"/>
              </a:schemeClr>
            </a:gs>
            <a:gs pos="50000">
              <a:schemeClr val="accent4">
                <a:lumMod val="105000"/>
                <a:satMod val="103000"/>
                <a:tint val="73000"/>
              </a:schemeClr>
            </a:gs>
            <a:gs pos="100000">
              <a:schemeClr val="accent4">
                <a:lumMod val="105000"/>
                <a:satMod val="109000"/>
                <a:tint val="81000"/>
              </a:schemeClr>
            </a:gs>
          </a:gsLst>
          <a:lin ang="5400000" scaled="0"/>
        </a:gradFill>
        <a:ln w="6350" cap="flat" cmpd="sng" algn="ctr">
          <a:solidFill>
            <a:schemeClr val="accent4"/>
          </a:solidFill>
          <a:prstDash val="solid"/>
          <a:miter lim="800000"/>
        </a:ln>
        <a:effectLst/>
      </dsp:spPr>
      <dsp:style>
        <a:lnRef idx="1">
          <a:schemeClr val="accent4"/>
        </a:lnRef>
        <a:fillRef idx="2">
          <a:schemeClr val="accent4"/>
        </a:fillRef>
        <a:effectRef idx="1">
          <a:schemeClr val="accent4"/>
        </a:effectRef>
        <a:fontRef idx="minor">
          <a:schemeClr val="dk1"/>
        </a:fontRef>
      </dsp:style>
      <dsp:txBody>
        <a:bodyPr spcFirstLastPara="0" vert="horz" wrap="square" lIns="85344" tIns="15240" rIns="85344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noProof="0" dirty="0"/>
            <a:t>Transform</a:t>
          </a:r>
        </a:p>
      </dsp:txBody>
      <dsp:txXfrm>
        <a:off x="4899" y="2731913"/>
        <a:ext cx="1670729" cy="245703"/>
      </dsp:txXfrm>
    </dsp:sp>
    <dsp:sp modelId="{0432BD72-8CB0-4E76-9C2B-520E491583A2}">
      <dsp:nvSpPr>
        <dsp:cNvPr id="0" name=""/>
        <dsp:cNvSpPr/>
      </dsp:nvSpPr>
      <dsp:spPr>
        <a:xfrm>
          <a:off x="1675629" y="2731913"/>
          <a:ext cx="1670729" cy="245703"/>
        </a:xfrm>
        <a:prstGeom prst="rect">
          <a:avLst/>
        </a:prstGeom>
        <a:gradFill rotWithShape="1">
          <a:gsLst>
            <a:gs pos="0">
              <a:schemeClr val="accent4">
                <a:lumMod val="110000"/>
                <a:satMod val="105000"/>
                <a:tint val="67000"/>
              </a:schemeClr>
            </a:gs>
            <a:gs pos="50000">
              <a:schemeClr val="accent4">
                <a:lumMod val="105000"/>
                <a:satMod val="103000"/>
                <a:tint val="73000"/>
              </a:schemeClr>
            </a:gs>
            <a:gs pos="100000">
              <a:schemeClr val="accent4">
                <a:lumMod val="105000"/>
                <a:satMod val="109000"/>
                <a:tint val="81000"/>
              </a:schemeClr>
            </a:gs>
          </a:gsLst>
          <a:lin ang="5400000" scaled="0"/>
        </a:gradFill>
        <a:ln w="6350" cap="flat" cmpd="sng" algn="ctr">
          <a:solidFill>
            <a:schemeClr val="accent4"/>
          </a:solidFill>
          <a:prstDash val="solid"/>
          <a:miter lim="800000"/>
        </a:ln>
        <a:effectLst/>
      </dsp:spPr>
      <dsp:style>
        <a:lnRef idx="1">
          <a:schemeClr val="accent4"/>
        </a:lnRef>
        <a:fillRef idx="2">
          <a:schemeClr val="accent4"/>
        </a:fillRef>
        <a:effectRef idx="1">
          <a:schemeClr val="accent4"/>
        </a:effectRef>
        <a:fontRef idx="minor">
          <a:schemeClr val="dk1"/>
        </a:fontRef>
      </dsp:style>
      <dsp:txBody>
        <a:bodyPr spcFirstLastPara="0" vert="horz" wrap="square" lIns="85344" tIns="15240" rIns="85344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noProof="0" dirty="0"/>
            <a:t>Coordinates</a:t>
          </a:r>
        </a:p>
      </dsp:txBody>
      <dsp:txXfrm>
        <a:off x="1675629" y="2731913"/>
        <a:ext cx="1670729" cy="245703"/>
      </dsp:txXfrm>
    </dsp:sp>
    <dsp:sp modelId="{78778960-191E-40D0-ADCE-EBC0A95B0A55}">
      <dsp:nvSpPr>
        <dsp:cNvPr id="0" name=""/>
        <dsp:cNvSpPr/>
      </dsp:nvSpPr>
      <dsp:spPr>
        <a:xfrm>
          <a:off x="3346359" y="2731913"/>
          <a:ext cx="1670729" cy="245703"/>
        </a:xfrm>
        <a:prstGeom prst="rect">
          <a:avLst/>
        </a:prstGeom>
        <a:gradFill rotWithShape="1">
          <a:gsLst>
            <a:gs pos="0">
              <a:schemeClr val="accent4">
                <a:lumMod val="110000"/>
                <a:satMod val="105000"/>
                <a:tint val="67000"/>
              </a:schemeClr>
            </a:gs>
            <a:gs pos="50000">
              <a:schemeClr val="accent4">
                <a:lumMod val="105000"/>
                <a:satMod val="103000"/>
                <a:tint val="73000"/>
              </a:schemeClr>
            </a:gs>
            <a:gs pos="100000">
              <a:schemeClr val="accent4">
                <a:lumMod val="105000"/>
                <a:satMod val="109000"/>
                <a:tint val="81000"/>
              </a:schemeClr>
            </a:gs>
          </a:gsLst>
          <a:lin ang="5400000" scaled="0"/>
        </a:gradFill>
        <a:ln w="6350" cap="flat" cmpd="sng" algn="ctr">
          <a:solidFill>
            <a:schemeClr val="accent4"/>
          </a:solidFill>
          <a:prstDash val="solid"/>
          <a:miter lim="800000"/>
        </a:ln>
        <a:effectLst/>
      </dsp:spPr>
      <dsp:style>
        <a:lnRef idx="1">
          <a:schemeClr val="accent4"/>
        </a:lnRef>
        <a:fillRef idx="2">
          <a:schemeClr val="accent4"/>
        </a:fillRef>
        <a:effectRef idx="1">
          <a:schemeClr val="accent4"/>
        </a:effectRef>
        <a:fontRef idx="minor">
          <a:schemeClr val="dk1"/>
        </a:fontRef>
      </dsp:style>
      <dsp:txBody>
        <a:bodyPr spcFirstLastPara="0" vert="horz" wrap="square" lIns="85344" tIns="15240" rIns="85344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noProof="0"/>
            <a:t>Camera</a:t>
          </a:r>
          <a:endParaRPr lang="en-US" sz="1200" kern="1200" noProof="0" dirty="0"/>
        </a:p>
      </dsp:txBody>
      <dsp:txXfrm>
        <a:off x="3346359" y="2731913"/>
        <a:ext cx="1670729" cy="245703"/>
      </dsp:txXfrm>
    </dsp:sp>
    <dsp:sp modelId="{36B5E174-5586-442D-85FA-02D7C6A8EAD3}">
      <dsp:nvSpPr>
        <dsp:cNvPr id="0" name=""/>
        <dsp:cNvSpPr/>
      </dsp:nvSpPr>
      <dsp:spPr>
        <a:xfrm>
          <a:off x="5017089" y="2731913"/>
          <a:ext cx="1670729" cy="245703"/>
        </a:xfrm>
        <a:prstGeom prst="rect">
          <a:avLst/>
        </a:prstGeom>
        <a:gradFill rotWithShape="1">
          <a:gsLst>
            <a:gs pos="0">
              <a:schemeClr val="accent4">
                <a:lumMod val="110000"/>
                <a:satMod val="105000"/>
                <a:tint val="67000"/>
              </a:schemeClr>
            </a:gs>
            <a:gs pos="50000">
              <a:schemeClr val="accent4">
                <a:lumMod val="105000"/>
                <a:satMod val="103000"/>
                <a:tint val="73000"/>
              </a:schemeClr>
            </a:gs>
            <a:gs pos="100000">
              <a:schemeClr val="accent4">
                <a:lumMod val="105000"/>
                <a:satMod val="109000"/>
                <a:tint val="81000"/>
              </a:schemeClr>
            </a:gs>
          </a:gsLst>
          <a:lin ang="5400000" scaled="0"/>
        </a:gradFill>
        <a:ln w="6350" cap="flat" cmpd="sng" algn="ctr">
          <a:solidFill>
            <a:schemeClr val="accent4"/>
          </a:solidFill>
          <a:prstDash val="solid"/>
          <a:miter lim="800000"/>
        </a:ln>
        <a:effectLst/>
      </dsp:spPr>
      <dsp:style>
        <a:lnRef idx="1">
          <a:schemeClr val="accent4"/>
        </a:lnRef>
        <a:fillRef idx="2">
          <a:schemeClr val="accent4"/>
        </a:fillRef>
        <a:effectRef idx="1">
          <a:schemeClr val="accent4"/>
        </a:effectRef>
        <a:fontRef idx="minor">
          <a:schemeClr val="dk1"/>
        </a:fontRef>
      </dsp:style>
      <dsp:txBody>
        <a:bodyPr spcFirstLastPara="0" vert="horz" wrap="square" lIns="85344" tIns="15240" rIns="85344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noProof="0" dirty="0"/>
            <a:t>Lights</a:t>
          </a:r>
        </a:p>
      </dsp:txBody>
      <dsp:txXfrm>
        <a:off x="5017089" y="2731913"/>
        <a:ext cx="1670729" cy="245703"/>
      </dsp:txXfrm>
    </dsp:sp>
    <dsp:sp modelId="{EF2DF168-D80F-4E7E-B431-988B8270F8B9}">
      <dsp:nvSpPr>
        <dsp:cNvPr id="0" name=""/>
        <dsp:cNvSpPr/>
      </dsp:nvSpPr>
      <dsp:spPr>
        <a:xfrm>
          <a:off x="6687818" y="2731913"/>
          <a:ext cx="1670729" cy="245703"/>
        </a:xfrm>
        <a:prstGeom prst="rect">
          <a:avLst/>
        </a:prstGeom>
        <a:gradFill rotWithShape="1">
          <a:gsLst>
            <a:gs pos="0">
              <a:schemeClr val="accent4">
                <a:lumMod val="110000"/>
                <a:satMod val="105000"/>
                <a:tint val="67000"/>
              </a:schemeClr>
            </a:gs>
            <a:gs pos="50000">
              <a:schemeClr val="accent4">
                <a:lumMod val="105000"/>
                <a:satMod val="103000"/>
                <a:tint val="73000"/>
              </a:schemeClr>
            </a:gs>
            <a:gs pos="100000">
              <a:schemeClr val="accent4">
                <a:lumMod val="105000"/>
                <a:satMod val="109000"/>
                <a:tint val="81000"/>
              </a:schemeClr>
            </a:gs>
          </a:gsLst>
          <a:lin ang="5400000" scaled="0"/>
        </a:gradFill>
        <a:ln w="6350" cap="flat" cmpd="sng" algn="ctr">
          <a:solidFill>
            <a:schemeClr val="accent4"/>
          </a:solidFill>
          <a:prstDash val="solid"/>
          <a:miter lim="800000"/>
        </a:ln>
        <a:effectLst/>
      </dsp:spPr>
      <dsp:style>
        <a:lnRef idx="1">
          <a:schemeClr val="accent4"/>
        </a:lnRef>
        <a:fillRef idx="2">
          <a:schemeClr val="accent4"/>
        </a:fillRef>
        <a:effectRef idx="1">
          <a:schemeClr val="accent4"/>
        </a:effectRef>
        <a:fontRef idx="minor">
          <a:schemeClr val="dk1"/>
        </a:fontRef>
      </dsp:style>
      <dsp:txBody>
        <a:bodyPr spcFirstLastPara="0" vert="horz" wrap="square" lIns="85344" tIns="15240" rIns="85344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noProof="0"/>
            <a:t>Shading Model</a:t>
          </a:r>
          <a:endParaRPr lang="en-US" sz="1200" kern="1200" noProof="0" dirty="0"/>
        </a:p>
      </dsp:txBody>
      <dsp:txXfrm>
        <a:off x="6687818" y="2731913"/>
        <a:ext cx="1670729" cy="245703"/>
      </dsp:txXfrm>
    </dsp:sp>
    <dsp:sp modelId="{E54835BC-F83C-4FDC-BF3E-77D6841D43C4}">
      <dsp:nvSpPr>
        <dsp:cNvPr id="0" name=""/>
        <dsp:cNvSpPr/>
      </dsp:nvSpPr>
      <dsp:spPr>
        <a:xfrm>
          <a:off x="8358548" y="2731913"/>
          <a:ext cx="1670729" cy="245703"/>
        </a:xfrm>
        <a:prstGeom prst="rect">
          <a:avLst/>
        </a:prstGeom>
        <a:gradFill rotWithShape="1">
          <a:gsLst>
            <a:gs pos="0">
              <a:schemeClr val="accent4">
                <a:lumMod val="110000"/>
                <a:satMod val="105000"/>
                <a:tint val="67000"/>
              </a:schemeClr>
            </a:gs>
            <a:gs pos="50000">
              <a:schemeClr val="accent4">
                <a:lumMod val="105000"/>
                <a:satMod val="103000"/>
                <a:tint val="73000"/>
              </a:schemeClr>
            </a:gs>
            <a:gs pos="100000">
              <a:schemeClr val="accent4">
                <a:lumMod val="105000"/>
                <a:satMod val="109000"/>
                <a:tint val="81000"/>
              </a:schemeClr>
            </a:gs>
          </a:gsLst>
          <a:lin ang="5400000" scaled="0"/>
        </a:gradFill>
        <a:ln w="6350" cap="flat" cmpd="sng" algn="ctr">
          <a:solidFill>
            <a:schemeClr val="accent4"/>
          </a:solidFill>
          <a:prstDash val="solid"/>
          <a:miter lim="800000"/>
        </a:ln>
        <a:effectLst/>
      </dsp:spPr>
      <dsp:style>
        <a:lnRef idx="1">
          <a:schemeClr val="accent4"/>
        </a:lnRef>
        <a:fillRef idx="2">
          <a:schemeClr val="accent4"/>
        </a:fillRef>
        <a:effectRef idx="1">
          <a:schemeClr val="accent4"/>
        </a:effectRef>
        <a:fontRef idx="minor">
          <a:schemeClr val="dk1"/>
        </a:fontRef>
      </dsp:style>
      <dsp:txBody>
        <a:bodyPr spcFirstLastPara="0" vert="horz" wrap="square" lIns="85344" tIns="15240" rIns="85344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noProof="0" dirty="0"/>
            <a:t>Assets</a:t>
          </a:r>
        </a:p>
      </dsp:txBody>
      <dsp:txXfrm>
        <a:off x="8358548" y="2731913"/>
        <a:ext cx="1670729" cy="245703"/>
      </dsp:txXfrm>
    </dsp:sp>
    <dsp:sp modelId="{14D976F3-56ED-4569-B70A-8B01DD613ECB}">
      <dsp:nvSpPr>
        <dsp:cNvPr id="0" name=""/>
        <dsp:cNvSpPr/>
      </dsp:nvSpPr>
      <dsp:spPr>
        <a:xfrm rot="10800000">
          <a:off x="0" y="1629744"/>
          <a:ext cx="10034178" cy="821749"/>
        </a:xfrm>
        <a:prstGeom prst="upArrowCallout">
          <a:avLst/>
        </a:prstGeom>
        <a:gradFill rotWithShape="1">
          <a:gsLst>
            <a:gs pos="0">
              <a:schemeClr val="accent3">
                <a:satMod val="103000"/>
                <a:lumMod val="102000"/>
                <a:tint val="94000"/>
              </a:schemeClr>
            </a:gs>
            <a:gs pos="50000">
              <a:schemeClr val="accent3">
                <a:satMod val="110000"/>
                <a:lumMod val="100000"/>
                <a:shade val="100000"/>
              </a:schemeClr>
            </a:gs>
            <a:gs pos="100000">
              <a:schemeClr val="accent3"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hemeClr val="accent3"/>
        </a:lnRef>
        <a:fillRef idx="3">
          <a:schemeClr val="accent3"/>
        </a:fillRef>
        <a:effectRef idx="3">
          <a:schemeClr val="accent3"/>
        </a:effectRef>
        <a:fontRef idx="minor">
          <a:schemeClr val="lt1"/>
        </a:fontRef>
      </dsp:style>
      <dsp:txBody>
        <a:bodyPr spcFirstLastPara="0" vert="horz" wrap="square" lIns="113792" tIns="113792" rIns="113792" bIns="113792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b="0" kern="1200" noProof="0" dirty="0"/>
            <a:t>5 – Render Context Layer</a:t>
          </a:r>
        </a:p>
      </dsp:txBody>
      <dsp:txXfrm rot="-10800000">
        <a:off x="0" y="1629744"/>
        <a:ext cx="10034178" cy="288433"/>
      </dsp:txXfrm>
    </dsp:sp>
    <dsp:sp modelId="{4760293C-CA35-4DEE-986C-20839E10480E}">
      <dsp:nvSpPr>
        <dsp:cNvPr id="0" name=""/>
        <dsp:cNvSpPr/>
      </dsp:nvSpPr>
      <dsp:spPr>
        <a:xfrm>
          <a:off x="0" y="1918178"/>
          <a:ext cx="2508544" cy="245703"/>
        </a:xfrm>
        <a:prstGeom prst="rect">
          <a:avLst/>
        </a:prstGeom>
        <a:gradFill rotWithShape="1">
          <a:gsLst>
            <a:gs pos="0">
              <a:schemeClr val="accent3">
                <a:lumMod val="110000"/>
                <a:satMod val="105000"/>
                <a:tint val="67000"/>
              </a:schemeClr>
            </a:gs>
            <a:gs pos="50000">
              <a:schemeClr val="accent3">
                <a:lumMod val="105000"/>
                <a:satMod val="103000"/>
                <a:tint val="73000"/>
              </a:schemeClr>
            </a:gs>
            <a:gs pos="100000">
              <a:schemeClr val="accent3">
                <a:lumMod val="105000"/>
                <a:satMod val="109000"/>
                <a:tint val="81000"/>
              </a:schemeClr>
            </a:gs>
          </a:gsLst>
          <a:lin ang="5400000" scaled="0"/>
        </a:gradFill>
        <a:ln w="6350" cap="flat" cmpd="sng" algn="ctr">
          <a:solidFill>
            <a:schemeClr val="accent3"/>
          </a:solidFill>
          <a:prstDash val="solid"/>
          <a:miter lim="800000"/>
        </a:ln>
        <a:effectLst/>
      </dsp:spPr>
      <dsp:style>
        <a:lnRef idx="1">
          <a:schemeClr val="accent3"/>
        </a:lnRef>
        <a:fillRef idx="2">
          <a:schemeClr val="accent3"/>
        </a:fillRef>
        <a:effectRef idx="1">
          <a:schemeClr val="accent3"/>
        </a:effectRef>
        <a:fontRef idx="minor">
          <a:schemeClr val="dk1"/>
        </a:fontRef>
      </dsp:style>
      <dsp:txBody>
        <a:bodyPr spcFirstLastPara="0" vert="horz" wrap="square" lIns="85344" tIns="15240" rIns="85344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noProof="0" dirty="0"/>
            <a:t>Context State</a:t>
          </a:r>
        </a:p>
      </dsp:txBody>
      <dsp:txXfrm>
        <a:off x="0" y="1918178"/>
        <a:ext cx="2508544" cy="245703"/>
      </dsp:txXfrm>
    </dsp:sp>
    <dsp:sp modelId="{7706431D-1539-4784-B86B-1EA6733E7D5C}">
      <dsp:nvSpPr>
        <dsp:cNvPr id="0" name=""/>
        <dsp:cNvSpPr/>
      </dsp:nvSpPr>
      <dsp:spPr>
        <a:xfrm>
          <a:off x="2508544" y="1918178"/>
          <a:ext cx="2508544" cy="245703"/>
        </a:xfrm>
        <a:prstGeom prst="rect">
          <a:avLst/>
        </a:prstGeom>
        <a:gradFill rotWithShape="1">
          <a:gsLst>
            <a:gs pos="0">
              <a:schemeClr val="accent3">
                <a:lumMod val="110000"/>
                <a:satMod val="105000"/>
                <a:tint val="67000"/>
              </a:schemeClr>
            </a:gs>
            <a:gs pos="50000">
              <a:schemeClr val="accent3">
                <a:lumMod val="105000"/>
                <a:satMod val="103000"/>
                <a:tint val="73000"/>
              </a:schemeClr>
            </a:gs>
            <a:gs pos="100000">
              <a:schemeClr val="accent3">
                <a:lumMod val="105000"/>
                <a:satMod val="109000"/>
                <a:tint val="81000"/>
              </a:schemeClr>
            </a:gs>
          </a:gsLst>
          <a:lin ang="5400000" scaled="0"/>
        </a:gradFill>
        <a:ln w="6350" cap="flat" cmpd="sng" algn="ctr">
          <a:solidFill>
            <a:schemeClr val="accent3"/>
          </a:solidFill>
          <a:prstDash val="solid"/>
          <a:miter lim="800000"/>
        </a:ln>
        <a:effectLst/>
      </dsp:spPr>
      <dsp:style>
        <a:lnRef idx="1">
          <a:schemeClr val="accent3"/>
        </a:lnRef>
        <a:fillRef idx="2">
          <a:schemeClr val="accent3"/>
        </a:fillRef>
        <a:effectRef idx="1">
          <a:schemeClr val="accent3"/>
        </a:effectRef>
        <a:fontRef idx="minor">
          <a:schemeClr val="dk1"/>
        </a:fontRef>
      </dsp:style>
      <dsp:txBody>
        <a:bodyPr spcFirstLastPara="0" vert="horz" wrap="square" lIns="85344" tIns="15240" rIns="85344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noProof="0" dirty="0"/>
            <a:t>Resource Manager</a:t>
          </a:r>
        </a:p>
      </dsp:txBody>
      <dsp:txXfrm>
        <a:off x="2508544" y="1918178"/>
        <a:ext cx="2508544" cy="245703"/>
      </dsp:txXfrm>
    </dsp:sp>
    <dsp:sp modelId="{A4BF7681-8812-49E7-9BBB-C5A24A9094B3}">
      <dsp:nvSpPr>
        <dsp:cNvPr id="0" name=""/>
        <dsp:cNvSpPr/>
      </dsp:nvSpPr>
      <dsp:spPr>
        <a:xfrm>
          <a:off x="5017089" y="1918178"/>
          <a:ext cx="2508544" cy="245703"/>
        </a:xfrm>
        <a:prstGeom prst="rect">
          <a:avLst/>
        </a:prstGeom>
        <a:gradFill rotWithShape="1">
          <a:gsLst>
            <a:gs pos="0">
              <a:schemeClr val="accent3">
                <a:lumMod val="110000"/>
                <a:satMod val="105000"/>
                <a:tint val="67000"/>
              </a:schemeClr>
            </a:gs>
            <a:gs pos="50000">
              <a:schemeClr val="accent3">
                <a:lumMod val="105000"/>
                <a:satMod val="103000"/>
                <a:tint val="73000"/>
              </a:schemeClr>
            </a:gs>
            <a:gs pos="100000">
              <a:schemeClr val="accent3">
                <a:lumMod val="105000"/>
                <a:satMod val="109000"/>
                <a:tint val="81000"/>
              </a:schemeClr>
            </a:gs>
          </a:gsLst>
          <a:lin ang="5400000" scaled="0"/>
        </a:gradFill>
        <a:ln w="6350" cap="flat" cmpd="sng" algn="ctr">
          <a:solidFill>
            <a:schemeClr val="accent3"/>
          </a:solidFill>
          <a:prstDash val="solid"/>
          <a:miter lim="800000"/>
        </a:ln>
        <a:effectLst/>
      </dsp:spPr>
      <dsp:style>
        <a:lnRef idx="1">
          <a:schemeClr val="accent3"/>
        </a:lnRef>
        <a:fillRef idx="2">
          <a:schemeClr val="accent3"/>
        </a:fillRef>
        <a:effectRef idx="1">
          <a:schemeClr val="accent3"/>
        </a:effectRef>
        <a:fontRef idx="minor">
          <a:schemeClr val="dk1"/>
        </a:fontRef>
      </dsp:style>
      <dsp:txBody>
        <a:bodyPr spcFirstLastPara="0" vert="horz" wrap="square" lIns="85344" tIns="15240" rIns="85344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noProof="0" dirty="0"/>
            <a:t>Command Queue</a:t>
          </a:r>
        </a:p>
      </dsp:txBody>
      <dsp:txXfrm>
        <a:off x="5017089" y="1918178"/>
        <a:ext cx="2508544" cy="245703"/>
      </dsp:txXfrm>
    </dsp:sp>
    <dsp:sp modelId="{073FB968-F266-47F7-9D78-09AB79C0A761}">
      <dsp:nvSpPr>
        <dsp:cNvPr id="0" name=""/>
        <dsp:cNvSpPr/>
      </dsp:nvSpPr>
      <dsp:spPr>
        <a:xfrm>
          <a:off x="7525633" y="1918178"/>
          <a:ext cx="2508544" cy="245703"/>
        </a:xfrm>
        <a:prstGeom prst="rect">
          <a:avLst/>
        </a:prstGeom>
        <a:gradFill rotWithShape="1">
          <a:gsLst>
            <a:gs pos="0">
              <a:schemeClr val="accent3">
                <a:lumMod val="110000"/>
                <a:satMod val="105000"/>
                <a:tint val="67000"/>
              </a:schemeClr>
            </a:gs>
            <a:gs pos="50000">
              <a:schemeClr val="accent3">
                <a:lumMod val="105000"/>
                <a:satMod val="103000"/>
                <a:tint val="73000"/>
              </a:schemeClr>
            </a:gs>
            <a:gs pos="100000">
              <a:schemeClr val="accent3">
                <a:lumMod val="105000"/>
                <a:satMod val="109000"/>
                <a:tint val="81000"/>
              </a:schemeClr>
            </a:gs>
          </a:gsLst>
          <a:lin ang="5400000" scaled="0"/>
        </a:gradFill>
        <a:ln w="6350" cap="flat" cmpd="sng" algn="ctr">
          <a:solidFill>
            <a:schemeClr val="accent3"/>
          </a:solidFill>
          <a:prstDash val="solid"/>
          <a:miter lim="800000"/>
        </a:ln>
        <a:effectLst/>
      </dsp:spPr>
      <dsp:style>
        <a:lnRef idx="1">
          <a:schemeClr val="accent3"/>
        </a:lnRef>
        <a:fillRef idx="2">
          <a:schemeClr val="accent3"/>
        </a:fillRef>
        <a:effectRef idx="1">
          <a:schemeClr val="accent3"/>
        </a:effectRef>
        <a:fontRef idx="minor">
          <a:schemeClr val="dk1"/>
        </a:fontRef>
      </dsp:style>
      <dsp:txBody>
        <a:bodyPr spcFirstLastPara="0" vert="horz" wrap="square" lIns="85344" tIns="15240" rIns="85344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noProof="0" dirty="0"/>
            <a:t>Swap Chain</a:t>
          </a:r>
        </a:p>
      </dsp:txBody>
      <dsp:txXfrm>
        <a:off x="7525633" y="1918178"/>
        <a:ext cx="2508544" cy="245703"/>
      </dsp:txXfrm>
    </dsp:sp>
    <dsp:sp modelId="{DE0371E9-CAE6-48FD-B047-BCC1719221B4}">
      <dsp:nvSpPr>
        <dsp:cNvPr id="0" name=""/>
        <dsp:cNvSpPr/>
      </dsp:nvSpPr>
      <dsp:spPr>
        <a:xfrm rot="10800000">
          <a:off x="0" y="816009"/>
          <a:ext cx="10034178" cy="821749"/>
        </a:xfrm>
        <a:prstGeom prst="upArrowCallout">
          <a:avLst/>
        </a:prstGeom>
        <a:gradFill rotWithShape="1">
          <a:gsLst>
            <a:gs pos="0">
              <a:schemeClr val="accent2">
                <a:satMod val="103000"/>
                <a:lumMod val="102000"/>
                <a:tint val="94000"/>
              </a:schemeClr>
            </a:gs>
            <a:gs pos="50000">
              <a:schemeClr val="accent2">
                <a:satMod val="110000"/>
                <a:lumMod val="100000"/>
                <a:shade val="100000"/>
              </a:schemeClr>
            </a:gs>
            <a:gs pos="100000">
              <a:schemeClr val="accent2"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hemeClr val="accent2"/>
        </a:lnRef>
        <a:fillRef idx="3">
          <a:schemeClr val="accent2"/>
        </a:fillRef>
        <a:effectRef idx="3">
          <a:schemeClr val="accent2"/>
        </a:effectRef>
        <a:fontRef idx="minor">
          <a:schemeClr val="lt1"/>
        </a:fontRef>
      </dsp:style>
      <dsp:txBody>
        <a:bodyPr spcFirstLastPara="0" vert="horz" wrap="square" lIns="113792" tIns="113792" rIns="113792" bIns="113792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b="0" kern="1200" noProof="0" dirty="0"/>
            <a:t>6 – Render Layer</a:t>
          </a:r>
        </a:p>
      </dsp:txBody>
      <dsp:txXfrm rot="-10800000">
        <a:off x="0" y="816009"/>
        <a:ext cx="10034178" cy="288433"/>
      </dsp:txXfrm>
    </dsp:sp>
    <dsp:sp modelId="{A0FC7889-D654-43E6-83A5-E01BC73A0527}">
      <dsp:nvSpPr>
        <dsp:cNvPr id="0" name=""/>
        <dsp:cNvSpPr/>
      </dsp:nvSpPr>
      <dsp:spPr>
        <a:xfrm>
          <a:off x="1224" y="1104443"/>
          <a:ext cx="2006345" cy="245703"/>
        </a:xfrm>
        <a:prstGeom prst="rect">
          <a:avLst/>
        </a:prstGeom>
        <a:gradFill rotWithShape="1">
          <a:gsLst>
            <a:gs pos="0">
              <a:schemeClr val="accent2">
                <a:lumMod val="110000"/>
                <a:satMod val="105000"/>
                <a:tint val="67000"/>
              </a:schemeClr>
            </a:gs>
            <a:gs pos="50000">
              <a:schemeClr val="accent2">
                <a:lumMod val="105000"/>
                <a:satMod val="103000"/>
                <a:tint val="73000"/>
              </a:schemeClr>
            </a:gs>
            <a:gs pos="100000">
              <a:schemeClr val="accent2">
                <a:lumMod val="105000"/>
                <a:satMod val="109000"/>
                <a:tint val="81000"/>
              </a:schemeClr>
            </a:gs>
          </a:gsLst>
          <a:lin ang="5400000" scaled="0"/>
        </a:gradFill>
        <a:ln w="6350" cap="flat" cmpd="sng" algn="ctr">
          <a:solidFill>
            <a:schemeClr val="accent2"/>
          </a:solidFill>
          <a:prstDash val="solid"/>
          <a:miter lim="800000"/>
        </a:ln>
        <a:effectLst/>
      </dsp:spPr>
      <dsp:style>
        <a:lnRef idx="1">
          <a:schemeClr val="accent2"/>
        </a:lnRef>
        <a:fillRef idx="2">
          <a:schemeClr val="accent2"/>
        </a:fillRef>
        <a:effectRef idx="1">
          <a:schemeClr val="accent2"/>
        </a:effectRef>
        <a:fontRef idx="minor">
          <a:schemeClr val="dk1"/>
        </a:fontRef>
      </dsp:style>
      <dsp:txBody>
        <a:bodyPr spcFirstLastPara="0" vert="horz" wrap="square" lIns="85344" tIns="15240" rIns="85344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noProof="0" dirty="0"/>
            <a:t>2D Renderer</a:t>
          </a:r>
        </a:p>
      </dsp:txBody>
      <dsp:txXfrm>
        <a:off x="1224" y="1104443"/>
        <a:ext cx="2006345" cy="245703"/>
      </dsp:txXfrm>
    </dsp:sp>
    <dsp:sp modelId="{06479DB7-2C16-4124-865E-00ABCEE5ACDC}">
      <dsp:nvSpPr>
        <dsp:cNvPr id="0" name=""/>
        <dsp:cNvSpPr/>
      </dsp:nvSpPr>
      <dsp:spPr>
        <a:xfrm>
          <a:off x="2007570" y="1104443"/>
          <a:ext cx="2006345" cy="245703"/>
        </a:xfrm>
        <a:prstGeom prst="rect">
          <a:avLst/>
        </a:prstGeom>
        <a:gradFill rotWithShape="1">
          <a:gsLst>
            <a:gs pos="0">
              <a:schemeClr val="accent2">
                <a:lumMod val="110000"/>
                <a:satMod val="105000"/>
                <a:tint val="67000"/>
              </a:schemeClr>
            </a:gs>
            <a:gs pos="50000">
              <a:schemeClr val="accent2">
                <a:lumMod val="105000"/>
                <a:satMod val="103000"/>
                <a:tint val="73000"/>
              </a:schemeClr>
            </a:gs>
            <a:gs pos="100000">
              <a:schemeClr val="accent2">
                <a:lumMod val="105000"/>
                <a:satMod val="109000"/>
                <a:tint val="81000"/>
              </a:schemeClr>
            </a:gs>
          </a:gsLst>
          <a:lin ang="5400000" scaled="0"/>
        </a:gradFill>
        <a:ln w="6350" cap="flat" cmpd="sng" algn="ctr">
          <a:solidFill>
            <a:schemeClr val="accent2"/>
          </a:solidFill>
          <a:prstDash val="solid"/>
          <a:miter lim="800000"/>
        </a:ln>
        <a:effectLst/>
      </dsp:spPr>
      <dsp:style>
        <a:lnRef idx="1">
          <a:schemeClr val="accent2"/>
        </a:lnRef>
        <a:fillRef idx="2">
          <a:schemeClr val="accent2"/>
        </a:fillRef>
        <a:effectRef idx="1">
          <a:schemeClr val="accent2"/>
        </a:effectRef>
        <a:fontRef idx="minor">
          <a:schemeClr val="dk1"/>
        </a:fontRef>
      </dsp:style>
      <dsp:txBody>
        <a:bodyPr spcFirstLastPara="0" vert="horz" wrap="square" lIns="85344" tIns="15240" rIns="85344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noProof="0" dirty="0"/>
            <a:t>Geometry Renderer</a:t>
          </a:r>
        </a:p>
      </dsp:txBody>
      <dsp:txXfrm>
        <a:off x="2007570" y="1104443"/>
        <a:ext cx="2006345" cy="245703"/>
      </dsp:txXfrm>
    </dsp:sp>
    <dsp:sp modelId="{14320433-9796-4777-BC67-0B323166DC2C}">
      <dsp:nvSpPr>
        <dsp:cNvPr id="0" name=""/>
        <dsp:cNvSpPr/>
      </dsp:nvSpPr>
      <dsp:spPr>
        <a:xfrm>
          <a:off x="4013916" y="1104443"/>
          <a:ext cx="2006345" cy="245703"/>
        </a:xfrm>
        <a:prstGeom prst="rect">
          <a:avLst/>
        </a:prstGeom>
        <a:gradFill rotWithShape="1">
          <a:gsLst>
            <a:gs pos="0">
              <a:schemeClr val="accent2">
                <a:lumMod val="110000"/>
                <a:satMod val="105000"/>
                <a:tint val="67000"/>
              </a:schemeClr>
            </a:gs>
            <a:gs pos="50000">
              <a:schemeClr val="accent2">
                <a:lumMod val="105000"/>
                <a:satMod val="103000"/>
                <a:tint val="73000"/>
              </a:schemeClr>
            </a:gs>
            <a:gs pos="100000">
              <a:schemeClr val="accent2">
                <a:lumMod val="105000"/>
                <a:satMod val="109000"/>
                <a:tint val="81000"/>
              </a:schemeClr>
            </a:gs>
          </a:gsLst>
          <a:lin ang="5400000" scaled="0"/>
        </a:gradFill>
        <a:ln w="6350" cap="flat" cmpd="sng" algn="ctr">
          <a:solidFill>
            <a:schemeClr val="accent2"/>
          </a:solidFill>
          <a:prstDash val="solid"/>
          <a:miter lim="800000"/>
        </a:ln>
        <a:effectLst/>
      </dsp:spPr>
      <dsp:style>
        <a:lnRef idx="1">
          <a:schemeClr val="accent2"/>
        </a:lnRef>
        <a:fillRef idx="2">
          <a:schemeClr val="accent2"/>
        </a:fillRef>
        <a:effectRef idx="1">
          <a:schemeClr val="accent2"/>
        </a:effectRef>
        <a:fontRef idx="minor">
          <a:schemeClr val="dk1"/>
        </a:fontRef>
      </dsp:style>
      <dsp:txBody>
        <a:bodyPr spcFirstLastPara="0" vert="horz" wrap="square" lIns="85344" tIns="15240" rIns="85344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noProof="0" dirty="0"/>
            <a:t>Deferred Renderer</a:t>
          </a:r>
        </a:p>
      </dsp:txBody>
      <dsp:txXfrm>
        <a:off x="4013916" y="1104443"/>
        <a:ext cx="2006345" cy="245703"/>
      </dsp:txXfrm>
    </dsp:sp>
    <dsp:sp modelId="{109BEEAF-629A-4A82-A2A0-4847FD261716}">
      <dsp:nvSpPr>
        <dsp:cNvPr id="0" name=""/>
        <dsp:cNvSpPr/>
      </dsp:nvSpPr>
      <dsp:spPr>
        <a:xfrm>
          <a:off x="6020261" y="1104443"/>
          <a:ext cx="2006345" cy="245703"/>
        </a:xfrm>
        <a:prstGeom prst="rect">
          <a:avLst/>
        </a:prstGeom>
        <a:gradFill rotWithShape="1">
          <a:gsLst>
            <a:gs pos="0">
              <a:schemeClr val="accent2">
                <a:lumMod val="110000"/>
                <a:satMod val="105000"/>
                <a:tint val="67000"/>
              </a:schemeClr>
            </a:gs>
            <a:gs pos="50000">
              <a:schemeClr val="accent2">
                <a:lumMod val="105000"/>
                <a:satMod val="103000"/>
                <a:tint val="73000"/>
              </a:schemeClr>
            </a:gs>
            <a:gs pos="100000">
              <a:schemeClr val="accent2">
                <a:lumMod val="105000"/>
                <a:satMod val="109000"/>
                <a:tint val="81000"/>
              </a:schemeClr>
            </a:gs>
          </a:gsLst>
          <a:lin ang="5400000" scaled="0"/>
        </a:gradFill>
        <a:ln w="6350" cap="flat" cmpd="sng" algn="ctr">
          <a:solidFill>
            <a:schemeClr val="accent2"/>
          </a:solidFill>
          <a:prstDash val="solid"/>
          <a:miter lim="800000"/>
        </a:ln>
        <a:effectLst/>
      </dsp:spPr>
      <dsp:style>
        <a:lnRef idx="1">
          <a:schemeClr val="accent2"/>
        </a:lnRef>
        <a:fillRef idx="2">
          <a:schemeClr val="accent2"/>
        </a:fillRef>
        <a:effectRef idx="1">
          <a:schemeClr val="accent2"/>
        </a:effectRef>
        <a:fontRef idx="minor">
          <a:schemeClr val="dk1"/>
        </a:fontRef>
      </dsp:style>
      <dsp:txBody>
        <a:bodyPr spcFirstLastPara="0" vert="horz" wrap="square" lIns="85344" tIns="15240" rIns="85344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noProof="0" dirty="0"/>
            <a:t>Forward Renderer</a:t>
          </a:r>
        </a:p>
      </dsp:txBody>
      <dsp:txXfrm>
        <a:off x="6020261" y="1104443"/>
        <a:ext cx="2006345" cy="245703"/>
      </dsp:txXfrm>
    </dsp:sp>
    <dsp:sp modelId="{9C17246C-7A43-46BE-B9A9-026CA5F44B39}">
      <dsp:nvSpPr>
        <dsp:cNvPr id="0" name=""/>
        <dsp:cNvSpPr/>
      </dsp:nvSpPr>
      <dsp:spPr>
        <a:xfrm>
          <a:off x="8026607" y="1104443"/>
          <a:ext cx="2006345" cy="245703"/>
        </a:xfrm>
        <a:prstGeom prst="rect">
          <a:avLst/>
        </a:prstGeom>
        <a:gradFill rotWithShape="1">
          <a:gsLst>
            <a:gs pos="0">
              <a:schemeClr val="accent2">
                <a:lumMod val="110000"/>
                <a:satMod val="105000"/>
                <a:tint val="67000"/>
              </a:schemeClr>
            </a:gs>
            <a:gs pos="50000">
              <a:schemeClr val="accent2">
                <a:lumMod val="105000"/>
                <a:satMod val="103000"/>
                <a:tint val="73000"/>
              </a:schemeClr>
            </a:gs>
            <a:gs pos="100000">
              <a:schemeClr val="accent2">
                <a:lumMod val="105000"/>
                <a:satMod val="109000"/>
                <a:tint val="81000"/>
              </a:schemeClr>
            </a:gs>
          </a:gsLst>
          <a:lin ang="5400000" scaled="0"/>
        </a:gradFill>
        <a:ln w="6350" cap="flat" cmpd="sng" algn="ctr">
          <a:solidFill>
            <a:schemeClr val="accent2"/>
          </a:solidFill>
          <a:prstDash val="solid"/>
          <a:miter lim="800000"/>
        </a:ln>
        <a:effectLst/>
      </dsp:spPr>
      <dsp:style>
        <a:lnRef idx="1">
          <a:schemeClr val="accent2"/>
        </a:lnRef>
        <a:fillRef idx="2">
          <a:schemeClr val="accent2"/>
        </a:fillRef>
        <a:effectRef idx="1">
          <a:schemeClr val="accent2"/>
        </a:effectRef>
        <a:fontRef idx="minor">
          <a:schemeClr val="dk1"/>
        </a:fontRef>
      </dsp:style>
      <dsp:txBody>
        <a:bodyPr spcFirstLastPara="0" vert="horz" wrap="square" lIns="85344" tIns="15240" rIns="85344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noProof="0" dirty="0"/>
            <a:t>VFX Renderer</a:t>
          </a:r>
        </a:p>
      </dsp:txBody>
      <dsp:txXfrm>
        <a:off x="8026607" y="1104443"/>
        <a:ext cx="2006345" cy="245703"/>
      </dsp:txXfrm>
    </dsp:sp>
    <dsp:sp modelId="{027CF994-8182-447A-9A5E-01709396860B}">
      <dsp:nvSpPr>
        <dsp:cNvPr id="0" name=""/>
        <dsp:cNvSpPr/>
      </dsp:nvSpPr>
      <dsp:spPr>
        <a:xfrm rot="10800000">
          <a:off x="0" y="2274"/>
          <a:ext cx="10034178" cy="821749"/>
        </a:xfrm>
        <a:prstGeom prst="upArrowCallout">
          <a:avLst/>
        </a:prstGeom>
        <a:gradFill rotWithShape="1">
          <a:gsLst>
            <a:gs pos="0">
              <a:schemeClr val="accent1">
                <a:satMod val="103000"/>
                <a:lumMod val="102000"/>
                <a:tint val="94000"/>
              </a:schemeClr>
            </a:gs>
            <a:gs pos="50000">
              <a:schemeClr val="accent1">
                <a:satMod val="110000"/>
                <a:lumMod val="100000"/>
                <a:shade val="100000"/>
              </a:schemeClr>
            </a:gs>
            <a:gs pos="100000">
              <a:schemeClr val="accent1"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hemeClr val="accent1"/>
        </a:lnRef>
        <a:fillRef idx="3">
          <a:schemeClr val="accent1"/>
        </a:fillRef>
        <a:effectRef idx="3">
          <a:schemeClr val="accent1"/>
        </a:effectRef>
        <a:fontRef idx="minor">
          <a:schemeClr val="lt1"/>
        </a:fontRef>
      </dsp:style>
      <dsp:txBody>
        <a:bodyPr spcFirstLastPara="0" vert="horz" wrap="square" lIns="113792" tIns="113792" rIns="113792" bIns="113792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b="0" kern="1200" noProof="0" dirty="0"/>
            <a:t>7 – Integration Layer</a:t>
          </a:r>
        </a:p>
      </dsp:txBody>
      <dsp:txXfrm rot="-10800000">
        <a:off x="0" y="2274"/>
        <a:ext cx="10034178" cy="288433"/>
      </dsp:txXfrm>
    </dsp:sp>
    <dsp:sp modelId="{1B6D6FA3-24C3-4B01-B77A-EF0920B3D103}">
      <dsp:nvSpPr>
        <dsp:cNvPr id="0" name=""/>
        <dsp:cNvSpPr/>
      </dsp:nvSpPr>
      <dsp:spPr>
        <a:xfrm>
          <a:off x="4899" y="290708"/>
          <a:ext cx="3341459" cy="245703"/>
        </a:xfrm>
        <a:prstGeom prst="rect">
          <a:avLst/>
        </a:prstGeom>
        <a:gradFill rotWithShape="1">
          <a:gsLst>
            <a:gs pos="0">
              <a:schemeClr val="accent1">
                <a:lumMod val="110000"/>
                <a:satMod val="105000"/>
                <a:tint val="67000"/>
              </a:schemeClr>
            </a:gs>
            <a:gs pos="50000">
              <a:schemeClr val="accent1">
                <a:lumMod val="105000"/>
                <a:satMod val="103000"/>
                <a:tint val="73000"/>
              </a:schemeClr>
            </a:gs>
            <a:gs pos="100000">
              <a:schemeClr val="accent1">
                <a:lumMod val="105000"/>
                <a:satMod val="109000"/>
                <a:tint val="81000"/>
              </a:schemeClr>
            </a:gs>
          </a:gsLst>
          <a:lin ang="5400000" scaled="0"/>
        </a:gradFill>
        <a:ln w="6350" cap="flat" cmpd="sng" algn="ctr">
          <a:solidFill>
            <a:schemeClr val="accent1"/>
          </a:solidFill>
          <a:prstDash val="solid"/>
          <a:miter lim="800000"/>
        </a:ln>
        <a:effectLst/>
      </dsp:spPr>
      <dsp:style>
        <a:lnRef idx="1">
          <a:schemeClr val="accent1"/>
        </a:lnRef>
        <a:fillRef idx="2">
          <a:schemeClr val="accent1"/>
        </a:fillRef>
        <a:effectRef idx="1">
          <a:schemeClr val="accent1"/>
        </a:effectRef>
        <a:fontRef idx="minor">
          <a:schemeClr val="dk1"/>
        </a:fontRef>
      </dsp:style>
      <dsp:txBody>
        <a:bodyPr spcFirstLastPara="0" vert="horz" wrap="square" lIns="85344" tIns="15240" rIns="85344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noProof="0" dirty="0"/>
            <a:t>Render Director</a:t>
          </a:r>
        </a:p>
      </dsp:txBody>
      <dsp:txXfrm>
        <a:off x="4899" y="290708"/>
        <a:ext cx="3341459" cy="245703"/>
      </dsp:txXfrm>
    </dsp:sp>
    <dsp:sp modelId="{520087BB-6474-48FA-BADE-554E1121AB89}">
      <dsp:nvSpPr>
        <dsp:cNvPr id="0" name=""/>
        <dsp:cNvSpPr/>
      </dsp:nvSpPr>
      <dsp:spPr>
        <a:xfrm>
          <a:off x="3346359" y="290708"/>
          <a:ext cx="3341459" cy="245703"/>
        </a:xfrm>
        <a:prstGeom prst="rect">
          <a:avLst/>
        </a:prstGeom>
        <a:gradFill rotWithShape="1">
          <a:gsLst>
            <a:gs pos="0">
              <a:schemeClr val="accent1">
                <a:lumMod val="110000"/>
                <a:satMod val="105000"/>
                <a:tint val="67000"/>
              </a:schemeClr>
            </a:gs>
            <a:gs pos="50000">
              <a:schemeClr val="accent1">
                <a:lumMod val="105000"/>
                <a:satMod val="103000"/>
                <a:tint val="73000"/>
              </a:schemeClr>
            </a:gs>
            <a:gs pos="100000">
              <a:schemeClr val="accent1">
                <a:lumMod val="105000"/>
                <a:satMod val="109000"/>
                <a:tint val="81000"/>
              </a:schemeClr>
            </a:gs>
          </a:gsLst>
          <a:lin ang="5400000" scaled="0"/>
        </a:gradFill>
        <a:ln w="6350" cap="flat" cmpd="sng" algn="ctr">
          <a:solidFill>
            <a:schemeClr val="accent1"/>
          </a:solidFill>
          <a:prstDash val="solid"/>
          <a:miter lim="800000"/>
        </a:ln>
        <a:effectLst/>
      </dsp:spPr>
      <dsp:style>
        <a:lnRef idx="1">
          <a:schemeClr val="accent1"/>
        </a:lnRef>
        <a:fillRef idx="2">
          <a:schemeClr val="accent1"/>
        </a:fillRef>
        <a:effectRef idx="1">
          <a:schemeClr val="accent1"/>
        </a:effectRef>
        <a:fontRef idx="minor">
          <a:schemeClr val="dk1"/>
        </a:fontRef>
      </dsp:style>
      <dsp:txBody>
        <a:bodyPr spcFirstLastPara="0" vert="horz" wrap="square" lIns="85344" tIns="15240" rIns="85344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noProof="0" dirty="0"/>
            <a:t>Scene Renderer</a:t>
          </a:r>
        </a:p>
      </dsp:txBody>
      <dsp:txXfrm>
        <a:off x="3346359" y="290708"/>
        <a:ext cx="3341459" cy="245703"/>
      </dsp:txXfrm>
    </dsp:sp>
    <dsp:sp modelId="{4F5DC906-8F73-4978-95C1-63026105B9EA}">
      <dsp:nvSpPr>
        <dsp:cNvPr id="0" name=""/>
        <dsp:cNvSpPr/>
      </dsp:nvSpPr>
      <dsp:spPr>
        <a:xfrm>
          <a:off x="6687818" y="290708"/>
          <a:ext cx="3341459" cy="245703"/>
        </a:xfrm>
        <a:prstGeom prst="rect">
          <a:avLst/>
        </a:prstGeom>
        <a:gradFill rotWithShape="1">
          <a:gsLst>
            <a:gs pos="0">
              <a:schemeClr val="accent1">
                <a:lumMod val="110000"/>
                <a:satMod val="105000"/>
                <a:tint val="67000"/>
              </a:schemeClr>
            </a:gs>
            <a:gs pos="50000">
              <a:schemeClr val="accent1">
                <a:lumMod val="105000"/>
                <a:satMod val="103000"/>
                <a:tint val="73000"/>
              </a:schemeClr>
            </a:gs>
            <a:gs pos="100000">
              <a:schemeClr val="accent1">
                <a:lumMod val="105000"/>
                <a:satMod val="109000"/>
                <a:tint val="81000"/>
              </a:schemeClr>
            </a:gs>
          </a:gsLst>
          <a:lin ang="5400000" scaled="0"/>
        </a:gradFill>
        <a:ln w="6350" cap="flat" cmpd="sng" algn="ctr">
          <a:solidFill>
            <a:schemeClr val="accent1"/>
          </a:solidFill>
          <a:prstDash val="solid"/>
          <a:miter lim="800000"/>
        </a:ln>
        <a:effectLst/>
      </dsp:spPr>
      <dsp:style>
        <a:lnRef idx="1">
          <a:schemeClr val="accent1"/>
        </a:lnRef>
        <a:fillRef idx="2">
          <a:schemeClr val="accent1"/>
        </a:fillRef>
        <a:effectRef idx="1">
          <a:schemeClr val="accent1"/>
        </a:effectRef>
        <a:fontRef idx="minor">
          <a:schemeClr val="dk1"/>
        </a:fontRef>
      </dsp:style>
      <dsp:txBody>
        <a:bodyPr spcFirstLastPara="0" vert="horz" wrap="square" lIns="85344" tIns="15240" rIns="85344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noProof="0" dirty="0"/>
            <a:t>UI Renderer</a:t>
          </a:r>
        </a:p>
      </dsp:txBody>
      <dsp:txXfrm>
        <a:off x="6687818" y="290708"/>
        <a:ext cx="3341459" cy="245703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42A819C-0492-415D-93BA-8DABF228CA62}">
      <dsp:nvSpPr>
        <dsp:cNvPr id="0" name=""/>
        <dsp:cNvSpPr/>
      </dsp:nvSpPr>
      <dsp:spPr>
        <a:xfrm>
          <a:off x="0" y="5698418"/>
          <a:ext cx="2682643" cy="534297"/>
        </a:xfrm>
        <a:prstGeom prst="rect">
          <a:avLst/>
        </a:prstGeom>
        <a:gradFill rotWithShape="1">
          <a:gsLst>
            <a:gs pos="0">
              <a:schemeClr val="accent1">
                <a:satMod val="103000"/>
                <a:lumMod val="102000"/>
                <a:tint val="94000"/>
              </a:schemeClr>
            </a:gs>
            <a:gs pos="50000">
              <a:schemeClr val="accent1">
                <a:satMod val="110000"/>
                <a:lumMod val="100000"/>
                <a:shade val="100000"/>
              </a:schemeClr>
            </a:gs>
            <a:gs pos="100000">
              <a:schemeClr val="accent1"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hemeClr val="accent1"/>
        </a:lnRef>
        <a:fillRef idx="3">
          <a:schemeClr val="accent1"/>
        </a:fillRef>
        <a:effectRef idx="3">
          <a:schemeClr val="accent1"/>
        </a:effectRef>
        <a:fontRef idx="minor">
          <a:schemeClr val="lt1"/>
        </a:fontRef>
      </dsp:style>
      <dsp:txBody>
        <a:bodyPr spcFirstLastPara="0" vert="horz" wrap="square" lIns="113792" tIns="113792" rIns="113792" bIns="113792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b="0" kern="1200" noProof="0" dirty="0"/>
            <a:t>0 – Graphics API Layer</a:t>
          </a:r>
        </a:p>
      </dsp:txBody>
      <dsp:txXfrm>
        <a:off x="0" y="5698418"/>
        <a:ext cx="2682643" cy="534297"/>
      </dsp:txXfrm>
    </dsp:sp>
    <dsp:sp modelId="{F44D84BB-4D82-4D22-AB84-931EDDB52237}">
      <dsp:nvSpPr>
        <dsp:cNvPr id="0" name=""/>
        <dsp:cNvSpPr/>
      </dsp:nvSpPr>
      <dsp:spPr>
        <a:xfrm rot="10800000">
          <a:off x="0" y="4884683"/>
          <a:ext cx="2682643" cy="821749"/>
        </a:xfrm>
        <a:prstGeom prst="upArrowCallout">
          <a:avLst/>
        </a:prstGeom>
        <a:gradFill rotWithShape="1">
          <a:gsLst>
            <a:gs pos="0">
              <a:schemeClr val="dk1">
                <a:satMod val="103000"/>
                <a:lumMod val="102000"/>
                <a:tint val="94000"/>
              </a:schemeClr>
            </a:gs>
            <a:gs pos="50000">
              <a:schemeClr val="dk1">
                <a:satMod val="110000"/>
                <a:lumMod val="100000"/>
                <a:shade val="100000"/>
              </a:schemeClr>
            </a:gs>
            <a:gs pos="100000">
              <a:schemeClr val="dk1"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hemeClr val="dk1"/>
        </a:lnRef>
        <a:fillRef idx="3">
          <a:schemeClr val="dk1"/>
        </a:fillRef>
        <a:effectRef idx="3">
          <a:schemeClr val="dk1"/>
        </a:effectRef>
        <a:fontRef idx="minor">
          <a:schemeClr val="lt1"/>
        </a:fontRef>
      </dsp:style>
      <dsp:txBody>
        <a:bodyPr spcFirstLastPara="0" vert="horz" wrap="square" lIns="113792" tIns="113792" rIns="113792" bIns="113792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b="1" kern="1200" noProof="0" dirty="0">
              <a:solidFill>
                <a:srgbClr val="FF0000"/>
              </a:solidFill>
            </a:rPr>
            <a:t>&gt; 1 – Description Layer &lt;</a:t>
          </a:r>
        </a:p>
      </dsp:txBody>
      <dsp:txXfrm rot="10800000">
        <a:off x="0" y="4884683"/>
        <a:ext cx="2682643" cy="533948"/>
      </dsp:txXfrm>
    </dsp:sp>
    <dsp:sp modelId="{EAC5A75C-3ABE-44A2-8907-E4140A97C1E0}">
      <dsp:nvSpPr>
        <dsp:cNvPr id="0" name=""/>
        <dsp:cNvSpPr/>
      </dsp:nvSpPr>
      <dsp:spPr>
        <a:xfrm rot="10800000">
          <a:off x="0" y="4070949"/>
          <a:ext cx="2682643" cy="821749"/>
        </a:xfrm>
        <a:prstGeom prst="upArrowCallout">
          <a:avLst/>
        </a:prstGeom>
        <a:gradFill rotWithShape="1">
          <a:gsLst>
            <a:gs pos="0">
              <a:schemeClr val="accent6">
                <a:satMod val="103000"/>
                <a:lumMod val="102000"/>
                <a:tint val="94000"/>
              </a:schemeClr>
            </a:gs>
            <a:gs pos="50000">
              <a:schemeClr val="accent6">
                <a:satMod val="110000"/>
                <a:lumMod val="100000"/>
                <a:shade val="100000"/>
              </a:schemeClr>
            </a:gs>
            <a:gs pos="100000">
              <a:schemeClr val="accent6"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hemeClr val="accent6"/>
        </a:lnRef>
        <a:fillRef idx="3">
          <a:schemeClr val="accent6"/>
        </a:fillRef>
        <a:effectRef idx="3">
          <a:schemeClr val="accent6"/>
        </a:effectRef>
        <a:fontRef idx="minor">
          <a:schemeClr val="lt1"/>
        </a:fontRef>
      </dsp:style>
      <dsp:txBody>
        <a:bodyPr spcFirstLastPara="0" vert="horz" wrap="square" lIns="113792" tIns="113792" rIns="113792" bIns="113792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b="0" kern="1200" noProof="0" dirty="0"/>
            <a:t>2 – Resource Layer</a:t>
          </a:r>
        </a:p>
      </dsp:txBody>
      <dsp:txXfrm rot="10800000">
        <a:off x="0" y="4070949"/>
        <a:ext cx="2682643" cy="533948"/>
      </dsp:txXfrm>
    </dsp:sp>
    <dsp:sp modelId="{CC90F8F4-F48D-4DB1-9179-26CCF2BFE1A2}">
      <dsp:nvSpPr>
        <dsp:cNvPr id="0" name=""/>
        <dsp:cNvSpPr/>
      </dsp:nvSpPr>
      <dsp:spPr>
        <a:xfrm rot="10800000">
          <a:off x="0" y="3257214"/>
          <a:ext cx="2682643" cy="821749"/>
        </a:xfrm>
        <a:prstGeom prst="upArrowCallout">
          <a:avLst/>
        </a:prstGeom>
        <a:gradFill rotWithShape="1">
          <a:gsLst>
            <a:gs pos="0">
              <a:schemeClr val="accent5">
                <a:satMod val="103000"/>
                <a:lumMod val="102000"/>
                <a:tint val="94000"/>
              </a:schemeClr>
            </a:gs>
            <a:gs pos="50000">
              <a:schemeClr val="accent5">
                <a:satMod val="110000"/>
                <a:lumMod val="100000"/>
                <a:shade val="100000"/>
              </a:schemeClr>
            </a:gs>
            <a:gs pos="100000">
              <a:schemeClr val="accent5"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hemeClr val="accent5"/>
        </a:lnRef>
        <a:fillRef idx="3">
          <a:schemeClr val="accent5"/>
        </a:fillRef>
        <a:effectRef idx="3">
          <a:schemeClr val="accent5"/>
        </a:effectRef>
        <a:fontRef idx="minor">
          <a:schemeClr val="lt1"/>
        </a:fontRef>
      </dsp:style>
      <dsp:txBody>
        <a:bodyPr spcFirstLastPara="0" vert="horz" wrap="square" lIns="113792" tIns="113792" rIns="113792" bIns="113792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b="0" kern="1200" noProof="0" dirty="0"/>
            <a:t>3 – Command Layer</a:t>
          </a:r>
        </a:p>
      </dsp:txBody>
      <dsp:txXfrm rot="10800000">
        <a:off x="0" y="3257214"/>
        <a:ext cx="2682643" cy="533948"/>
      </dsp:txXfrm>
    </dsp:sp>
    <dsp:sp modelId="{24D0BC81-A687-4ECE-A51B-5DFE2CF771EA}">
      <dsp:nvSpPr>
        <dsp:cNvPr id="0" name=""/>
        <dsp:cNvSpPr/>
      </dsp:nvSpPr>
      <dsp:spPr>
        <a:xfrm rot="10800000">
          <a:off x="0" y="2443479"/>
          <a:ext cx="2682643" cy="821749"/>
        </a:xfrm>
        <a:prstGeom prst="upArrowCallout">
          <a:avLst/>
        </a:prstGeom>
        <a:gradFill rotWithShape="1">
          <a:gsLst>
            <a:gs pos="0">
              <a:schemeClr val="accent4">
                <a:satMod val="103000"/>
                <a:lumMod val="102000"/>
                <a:tint val="94000"/>
              </a:schemeClr>
            </a:gs>
            <a:gs pos="50000">
              <a:schemeClr val="accent4">
                <a:satMod val="110000"/>
                <a:lumMod val="100000"/>
                <a:shade val="100000"/>
              </a:schemeClr>
            </a:gs>
            <a:gs pos="100000">
              <a:schemeClr val="accent4"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hemeClr val="accent4"/>
        </a:lnRef>
        <a:fillRef idx="3">
          <a:schemeClr val="accent4"/>
        </a:fillRef>
        <a:effectRef idx="3">
          <a:schemeClr val="accent4"/>
        </a:effectRef>
        <a:fontRef idx="minor">
          <a:schemeClr val="lt1"/>
        </a:fontRef>
      </dsp:style>
      <dsp:txBody>
        <a:bodyPr spcFirstLastPara="0" vert="horz" wrap="square" lIns="113792" tIns="113792" rIns="113792" bIns="113792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b="0" kern="1200" noProof="0" dirty="0"/>
            <a:t>4 – Representation Layer</a:t>
          </a:r>
        </a:p>
      </dsp:txBody>
      <dsp:txXfrm rot="10800000">
        <a:off x="0" y="2443479"/>
        <a:ext cx="2682643" cy="533948"/>
      </dsp:txXfrm>
    </dsp:sp>
    <dsp:sp modelId="{E7721F18-C2E7-40DB-A6DF-077F19E12852}">
      <dsp:nvSpPr>
        <dsp:cNvPr id="0" name=""/>
        <dsp:cNvSpPr/>
      </dsp:nvSpPr>
      <dsp:spPr>
        <a:xfrm rot="10800000">
          <a:off x="0" y="1629744"/>
          <a:ext cx="2682643" cy="821749"/>
        </a:xfrm>
        <a:prstGeom prst="upArrowCallout">
          <a:avLst/>
        </a:prstGeom>
        <a:gradFill rotWithShape="1">
          <a:gsLst>
            <a:gs pos="0">
              <a:schemeClr val="accent3">
                <a:satMod val="103000"/>
                <a:lumMod val="102000"/>
                <a:tint val="94000"/>
              </a:schemeClr>
            </a:gs>
            <a:gs pos="50000">
              <a:schemeClr val="accent3">
                <a:satMod val="110000"/>
                <a:lumMod val="100000"/>
                <a:shade val="100000"/>
              </a:schemeClr>
            </a:gs>
            <a:gs pos="100000">
              <a:schemeClr val="accent3"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hemeClr val="accent3"/>
        </a:lnRef>
        <a:fillRef idx="3">
          <a:schemeClr val="accent3"/>
        </a:fillRef>
        <a:effectRef idx="3">
          <a:schemeClr val="accent3"/>
        </a:effectRef>
        <a:fontRef idx="minor">
          <a:schemeClr val="lt1"/>
        </a:fontRef>
      </dsp:style>
      <dsp:txBody>
        <a:bodyPr spcFirstLastPara="0" vert="horz" wrap="square" lIns="113792" tIns="113792" rIns="113792" bIns="113792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b="0" kern="1200" noProof="0" dirty="0"/>
            <a:t>5 – Render Context Layer</a:t>
          </a:r>
        </a:p>
      </dsp:txBody>
      <dsp:txXfrm rot="10800000">
        <a:off x="0" y="1629744"/>
        <a:ext cx="2682643" cy="533948"/>
      </dsp:txXfrm>
    </dsp:sp>
    <dsp:sp modelId="{EB973E16-5EFD-451A-8BC2-5210A9069A5F}">
      <dsp:nvSpPr>
        <dsp:cNvPr id="0" name=""/>
        <dsp:cNvSpPr/>
      </dsp:nvSpPr>
      <dsp:spPr>
        <a:xfrm rot="10800000">
          <a:off x="0" y="816009"/>
          <a:ext cx="2682643" cy="821749"/>
        </a:xfrm>
        <a:prstGeom prst="upArrowCallout">
          <a:avLst/>
        </a:prstGeom>
        <a:gradFill rotWithShape="1">
          <a:gsLst>
            <a:gs pos="0">
              <a:schemeClr val="accent2">
                <a:satMod val="103000"/>
                <a:lumMod val="102000"/>
                <a:tint val="94000"/>
              </a:schemeClr>
            </a:gs>
            <a:gs pos="50000">
              <a:schemeClr val="accent2">
                <a:satMod val="110000"/>
                <a:lumMod val="100000"/>
                <a:shade val="100000"/>
              </a:schemeClr>
            </a:gs>
            <a:gs pos="100000">
              <a:schemeClr val="accent2"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hemeClr val="accent2"/>
        </a:lnRef>
        <a:fillRef idx="3">
          <a:schemeClr val="accent2"/>
        </a:fillRef>
        <a:effectRef idx="3">
          <a:schemeClr val="accent2"/>
        </a:effectRef>
        <a:fontRef idx="minor">
          <a:schemeClr val="lt1"/>
        </a:fontRef>
      </dsp:style>
      <dsp:txBody>
        <a:bodyPr spcFirstLastPara="0" vert="horz" wrap="square" lIns="113792" tIns="113792" rIns="113792" bIns="113792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l-PL" sz="1600" b="0" kern="1200" noProof="0" dirty="0"/>
            <a:t>6</a:t>
          </a:r>
          <a:r>
            <a:rPr lang="en-US" sz="1600" b="0" kern="1200" noProof="0" dirty="0"/>
            <a:t> – Render Layer</a:t>
          </a:r>
        </a:p>
      </dsp:txBody>
      <dsp:txXfrm rot="10800000">
        <a:off x="0" y="816009"/>
        <a:ext cx="2682643" cy="533948"/>
      </dsp:txXfrm>
    </dsp:sp>
    <dsp:sp modelId="{3DF89B0C-C280-49DB-91D6-BFC9CDC132DA}">
      <dsp:nvSpPr>
        <dsp:cNvPr id="0" name=""/>
        <dsp:cNvSpPr/>
      </dsp:nvSpPr>
      <dsp:spPr>
        <a:xfrm rot="10800000">
          <a:off x="0" y="2274"/>
          <a:ext cx="2682643" cy="821749"/>
        </a:xfrm>
        <a:prstGeom prst="upArrowCallout">
          <a:avLst/>
        </a:prstGeom>
        <a:gradFill rotWithShape="1">
          <a:gsLst>
            <a:gs pos="0">
              <a:schemeClr val="accent1">
                <a:satMod val="103000"/>
                <a:lumMod val="102000"/>
                <a:tint val="94000"/>
              </a:schemeClr>
            </a:gs>
            <a:gs pos="50000">
              <a:schemeClr val="accent1">
                <a:satMod val="110000"/>
                <a:lumMod val="100000"/>
                <a:shade val="100000"/>
              </a:schemeClr>
            </a:gs>
            <a:gs pos="100000">
              <a:schemeClr val="accent1"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hemeClr val="accent1"/>
        </a:lnRef>
        <a:fillRef idx="3">
          <a:schemeClr val="accent1"/>
        </a:fillRef>
        <a:effectRef idx="3">
          <a:schemeClr val="accent1"/>
        </a:effectRef>
        <a:fontRef idx="minor">
          <a:schemeClr val="lt1"/>
        </a:fontRef>
      </dsp:style>
      <dsp:txBody>
        <a:bodyPr spcFirstLastPara="0" vert="horz" wrap="square" lIns="113792" tIns="113792" rIns="113792" bIns="113792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l-PL" sz="1600" b="0" kern="1200" noProof="0" dirty="0"/>
            <a:t>7 </a:t>
          </a:r>
          <a:r>
            <a:rPr lang="en-US" sz="1600" b="0" kern="1200" noProof="0" dirty="0"/>
            <a:t>– Integration Layer</a:t>
          </a:r>
        </a:p>
      </dsp:txBody>
      <dsp:txXfrm rot="10800000">
        <a:off x="0" y="2274"/>
        <a:ext cx="2682643" cy="533948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8105E12-1248-48F5-8D4B-431782FA236A}">
      <dsp:nvSpPr>
        <dsp:cNvPr id="0" name=""/>
        <dsp:cNvSpPr/>
      </dsp:nvSpPr>
      <dsp:spPr>
        <a:xfrm>
          <a:off x="361280" y="3676"/>
          <a:ext cx="1330360" cy="665180"/>
        </a:xfrm>
        <a:prstGeom prst="roundRect">
          <a:avLst>
            <a:gd name="adj" fmla="val 10000"/>
          </a:avLst>
        </a:prstGeom>
        <a:gradFill rotWithShape="1">
          <a:gsLst>
            <a:gs pos="0">
              <a:schemeClr val="dk1">
                <a:satMod val="103000"/>
                <a:lumMod val="102000"/>
                <a:tint val="94000"/>
              </a:schemeClr>
            </a:gs>
            <a:gs pos="50000">
              <a:schemeClr val="dk1">
                <a:satMod val="110000"/>
                <a:lumMod val="100000"/>
                <a:shade val="100000"/>
              </a:schemeClr>
            </a:gs>
            <a:gs pos="100000">
              <a:schemeClr val="dk1"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hemeClr val="dk1"/>
        </a:lnRef>
        <a:fillRef idx="3">
          <a:schemeClr val="dk1"/>
        </a:fillRef>
        <a:effectRef idx="3">
          <a:schemeClr val="dk1"/>
        </a:effectRef>
        <a:fontRef idx="minor">
          <a:schemeClr val="lt1"/>
        </a:fontRef>
      </dsp:style>
      <dsp:txBody>
        <a:bodyPr spcFirstLastPara="0" vert="horz" wrap="square" lIns="36195" tIns="24130" rIns="36195" bIns="2413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 noProof="0" dirty="0"/>
            <a:t>Data</a:t>
          </a:r>
        </a:p>
      </dsp:txBody>
      <dsp:txXfrm>
        <a:off x="380762" y="23158"/>
        <a:ext cx="1291396" cy="626216"/>
      </dsp:txXfrm>
    </dsp:sp>
    <dsp:sp modelId="{9EE1D9D3-C088-4EA5-AE21-62C6FF3D06C5}">
      <dsp:nvSpPr>
        <dsp:cNvPr id="0" name=""/>
        <dsp:cNvSpPr/>
      </dsp:nvSpPr>
      <dsp:spPr>
        <a:xfrm>
          <a:off x="494316" y="668856"/>
          <a:ext cx="133036" cy="498885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498885"/>
              </a:lnTo>
              <a:lnTo>
                <a:pt x="133036" y="498885"/>
              </a:lnTo>
            </a:path>
          </a:pathLst>
        </a:custGeom>
        <a:noFill/>
        <a:ln w="19050" cap="flat" cmpd="sng" algn="ctr">
          <a:solidFill>
            <a:schemeClr val="dk1"/>
          </a:solidFill>
          <a:prstDash val="solid"/>
          <a:miter lim="800000"/>
        </a:ln>
        <a:effectLst/>
      </dsp:spPr>
      <dsp:style>
        <a:lnRef idx="3">
          <a:schemeClr val="dk1"/>
        </a:lnRef>
        <a:fillRef idx="0">
          <a:schemeClr val="dk1"/>
        </a:fillRef>
        <a:effectRef idx="2">
          <a:schemeClr val="dk1"/>
        </a:effectRef>
        <a:fontRef idx="minor">
          <a:schemeClr val="tx1"/>
        </a:fontRef>
      </dsp:style>
    </dsp:sp>
    <dsp:sp modelId="{114F77B0-7667-44EF-8FEB-98CDBE09B8E3}">
      <dsp:nvSpPr>
        <dsp:cNvPr id="0" name=""/>
        <dsp:cNvSpPr/>
      </dsp:nvSpPr>
      <dsp:spPr>
        <a:xfrm>
          <a:off x="627352" y="835151"/>
          <a:ext cx="1064288" cy="665180"/>
        </a:xfrm>
        <a:prstGeom prst="roundRect">
          <a:avLst>
            <a:gd name="adj" fmla="val 10000"/>
          </a:avLst>
        </a:prstGeom>
        <a:gradFill rotWithShape="1">
          <a:gsLst>
            <a:gs pos="0">
              <a:schemeClr val="dk1">
                <a:lumMod val="110000"/>
                <a:satMod val="105000"/>
                <a:tint val="67000"/>
              </a:schemeClr>
            </a:gs>
            <a:gs pos="50000">
              <a:schemeClr val="dk1">
                <a:lumMod val="105000"/>
                <a:satMod val="103000"/>
                <a:tint val="73000"/>
              </a:schemeClr>
            </a:gs>
            <a:gs pos="100000">
              <a:schemeClr val="dk1">
                <a:lumMod val="105000"/>
                <a:satMod val="109000"/>
                <a:tint val="81000"/>
              </a:schemeClr>
            </a:gs>
          </a:gsLst>
          <a:lin ang="5400000" scaled="0"/>
        </a:gradFill>
        <a:ln w="6350" cap="flat" cmpd="sng" algn="ctr">
          <a:solidFill>
            <a:schemeClr val="dk1"/>
          </a:solidFill>
          <a:prstDash val="solid"/>
          <a:miter lim="800000"/>
        </a:ln>
        <a:effectLst/>
      </dsp:spPr>
      <dsp:style>
        <a:lnRef idx="1">
          <a:schemeClr val="dk1"/>
        </a:lnRef>
        <a:fillRef idx="2">
          <a:schemeClr val="dk1"/>
        </a:fillRef>
        <a:effectRef idx="1">
          <a:schemeClr val="dk1"/>
        </a:effectRef>
        <a:fontRef idx="minor">
          <a:schemeClr val="dk1"/>
        </a:fontRef>
      </dsp:style>
      <dsp:txBody>
        <a:bodyPr spcFirstLastPara="0" vert="horz" wrap="square" lIns="26670" tIns="17780" rIns="26670" bIns="1778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noProof="0" dirty="0"/>
            <a:t>Primitive</a:t>
          </a:r>
        </a:p>
      </dsp:txBody>
      <dsp:txXfrm>
        <a:off x="646834" y="854633"/>
        <a:ext cx="1025324" cy="626216"/>
      </dsp:txXfrm>
    </dsp:sp>
    <dsp:sp modelId="{240ABAE2-4924-4CDD-AC3A-6F91E41F27C4}">
      <dsp:nvSpPr>
        <dsp:cNvPr id="0" name=""/>
        <dsp:cNvSpPr/>
      </dsp:nvSpPr>
      <dsp:spPr>
        <a:xfrm>
          <a:off x="494316" y="668856"/>
          <a:ext cx="133036" cy="133036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330360"/>
              </a:lnTo>
              <a:lnTo>
                <a:pt x="133036" y="1330360"/>
              </a:lnTo>
            </a:path>
          </a:pathLst>
        </a:custGeom>
        <a:noFill/>
        <a:ln w="19050" cap="flat" cmpd="sng" algn="ctr">
          <a:solidFill>
            <a:schemeClr val="dk1"/>
          </a:solidFill>
          <a:prstDash val="solid"/>
          <a:miter lim="800000"/>
        </a:ln>
        <a:effectLst/>
      </dsp:spPr>
      <dsp:style>
        <a:lnRef idx="3">
          <a:schemeClr val="dk1"/>
        </a:lnRef>
        <a:fillRef idx="0">
          <a:schemeClr val="dk1"/>
        </a:fillRef>
        <a:effectRef idx="2">
          <a:schemeClr val="dk1"/>
        </a:effectRef>
        <a:fontRef idx="minor">
          <a:schemeClr val="tx1"/>
        </a:fontRef>
      </dsp:style>
    </dsp:sp>
    <dsp:sp modelId="{03AC6FBF-3FB0-4155-9853-7CF220E73B8D}">
      <dsp:nvSpPr>
        <dsp:cNvPr id="0" name=""/>
        <dsp:cNvSpPr/>
      </dsp:nvSpPr>
      <dsp:spPr>
        <a:xfrm>
          <a:off x="627352" y="1666627"/>
          <a:ext cx="1064288" cy="665180"/>
        </a:xfrm>
        <a:prstGeom prst="roundRect">
          <a:avLst>
            <a:gd name="adj" fmla="val 10000"/>
          </a:avLst>
        </a:prstGeom>
        <a:gradFill rotWithShape="1">
          <a:gsLst>
            <a:gs pos="0">
              <a:schemeClr val="dk1">
                <a:lumMod val="110000"/>
                <a:satMod val="105000"/>
                <a:tint val="67000"/>
              </a:schemeClr>
            </a:gs>
            <a:gs pos="50000">
              <a:schemeClr val="dk1">
                <a:lumMod val="105000"/>
                <a:satMod val="103000"/>
                <a:tint val="73000"/>
              </a:schemeClr>
            </a:gs>
            <a:gs pos="100000">
              <a:schemeClr val="dk1">
                <a:lumMod val="105000"/>
                <a:satMod val="109000"/>
                <a:tint val="81000"/>
              </a:schemeClr>
            </a:gs>
          </a:gsLst>
          <a:lin ang="5400000" scaled="0"/>
        </a:gradFill>
        <a:ln w="6350" cap="flat" cmpd="sng" algn="ctr">
          <a:solidFill>
            <a:schemeClr val="dk1"/>
          </a:solidFill>
          <a:prstDash val="solid"/>
          <a:miter lim="800000"/>
        </a:ln>
        <a:effectLst/>
      </dsp:spPr>
      <dsp:style>
        <a:lnRef idx="1">
          <a:schemeClr val="dk1"/>
        </a:lnRef>
        <a:fillRef idx="2">
          <a:schemeClr val="dk1"/>
        </a:fillRef>
        <a:effectRef idx="1">
          <a:schemeClr val="dk1"/>
        </a:effectRef>
        <a:fontRef idx="minor">
          <a:schemeClr val="dk1"/>
        </a:fontRef>
      </dsp:style>
      <dsp:txBody>
        <a:bodyPr spcFirstLastPara="0" vert="horz" wrap="square" lIns="26670" tIns="17780" rIns="26670" bIns="1778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noProof="0" dirty="0"/>
            <a:t>Structure</a:t>
          </a:r>
        </a:p>
      </dsp:txBody>
      <dsp:txXfrm>
        <a:off x="646834" y="1686109"/>
        <a:ext cx="1025324" cy="626216"/>
      </dsp:txXfrm>
    </dsp:sp>
    <dsp:sp modelId="{EAFD7003-9193-4D72-A7B7-001D5A3EB10C}">
      <dsp:nvSpPr>
        <dsp:cNvPr id="0" name=""/>
        <dsp:cNvSpPr/>
      </dsp:nvSpPr>
      <dsp:spPr>
        <a:xfrm>
          <a:off x="494316" y="668856"/>
          <a:ext cx="133036" cy="2161836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2161836"/>
              </a:lnTo>
              <a:lnTo>
                <a:pt x="133036" y="2161836"/>
              </a:lnTo>
            </a:path>
          </a:pathLst>
        </a:custGeom>
        <a:noFill/>
        <a:ln w="19050" cap="flat" cmpd="sng" algn="ctr">
          <a:solidFill>
            <a:schemeClr val="dk1"/>
          </a:solidFill>
          <a:prstDash val="solid"/>
          <a:miter lim="800000"/>
        </a:ln>
        <a:effectLst/>
      </dsp:spPr>
      <dsp:style>
        <a:lnRef idx="3">
          <a:schemeClr val="dk1"/>
        </a:lnRef>
        <a:fillRef idx="0">
          <a:schemeClr val="dk1"/>
        </a:fillRef>
        <a:effectRef idx="2">
          <a:schemeClr val="dk1"/>
        </a:effectRef>
        <a:fontRef idx="minor">
          <a:schemeClr val="tx1"/>
        </a:fontRef>
      </dsp:style>
    </dsp:sp>
    <dsp:sp modelId="{DE8D5933-0FA9-43B7-A97D-9C9178C9FB20}">
      <dsp:nvSpPr>
        <dsp:cNvPr id="0" name=""/>
        <dsp:cNvSpPr/>
      </dsp:nvSpPr>
      <dsp:spPr>
        <a:xfrm>
          <a:off x="627352" y="2498102"/>
          <a:ext cx="1064288" cy="665180"/>
        </a:xfrm>
        <a:prstGeom prst="roundRect">
          <a:avLst>
            <a:gd name="adj" fmla="val 10000"/>
          </a:avLst>
        </a:prstGeom>
        <a:gradFill rotWithShape="1">
          <a:gsLst>
            <a:gs pos="0">
              <a:schemeClr val="dk1">
                <a:lumMod val="110000"/>
                <a:satMod val="105000"/>
                <a:tint val="67000"/>
              </a:schemeClr>
            </a:gs>
            <a:gs pos="50000">
              <a:schemeClr val="dk1">
                <a:lumMod val="105000"/>
                <a:satMod val="103000"/>
                <a:tint val="73000"/>
              </a:schemeClr>
            </a:gs>
            <a:gs pos="100000">
              <a:schemeClr val="dk1">
                <a:lumMod val="105000"/>
                <a:satMod val="109000"/>
                <a:tint val="81000"/>
              </a:schemeClr>
            </a:gs>
          </a:gsLst>
          <a:lin ang="5400000" scaled="0"/>
        </a:gradFill>
        <a:ln w="6350" cap="flat" cmpd="sng" algn="ctr">
          <a:solidFill>
            <a:schemeClr val="dk1"/>
          </a:solidFill>
          <a:prstDash val="solid"/>
          <a:miter lim="800000"/>
        </a:ln>
        <a:effectLst/>
      </dsp:spPr>
      <dsp:style>
        <a:lnRef idx="1">
          <a:schemeClr val="dk1"/>
        </a:lnRef>
        <a:fillRef idx="2">
          <a:schemeClr val="dk1"/>
        </a:fillRef>
        <a:effectRef idx="1">
          <a:schemeClr val="dk1"/>
        </a:effectRef>
        <a:fontRef idx="minor">
          <a:schemeClr val="dk1"/>
        </a:fontRef>
      </dsp:style>
      <dsp:txBody>
        <a:bodyPr spcFirstLastPara="0" vert="horz" wrap="square" lIns="26670" tIns="17780" rIns="26670" bIns="1778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noProof="0" dirty="0"/>
            <a:t>Type</a:t>
          </a:r>
        </a:p>
      </dsp:txBody>
      <dsp:txXfrm>
        <a:off x="646834" y="2517584"/>
        <a:ext cx="1025324" cy="626216"/>
      </dsp:txXfrm>
    </dsp:sp>
    <dsp:sp modelId="{2F335628-9DA2-4115-9775-E01B33576291}">
      <dsp:nvSpPr>
        <dsp:cNvPr id="0" name=""/>
        <dsp:cNvSpPr/>
      </dsp:nvSpPr>
      <dsp:spPr>
        <a:xfrm>
          <a:off x="494316" y="668856"/>
          <a:ext cx="133036" cy="3674376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3674376"/>
              </a:lnTo>
              <a:lnTo>
                <a:pt x="133036" y="3674376"/>
              </a:lnTo>
            </a:path>
          </a:pathLst>
        </a:custGeom>
        <a:noFill/>
        <a:ln w="19050" cap="flat" cmpd="sng" algn="ctr">
          <a:solidFill>
            <a:schemeClr val="dk1"/>
          </a:solidFill>
          <a:prstDash val="solid"/>
          <a:miter lim="800000"/>
        </a:ln>
        <a:effectLst/>
      </dsp:spPr>
      <dsp:style>
        <a:lnRef idx="3">
          <a:schemeClr val="dk1"/>
        </a:lnRef>
        <a:fillRef idx="0">
          <a:schemeClr val="dk1"/>
        </a:fillRef>
        <a:effectRef idx="2">
          <a:schemeClr val="dk1"/>
        </a:effectRef>
        <a:fontRef idx="minor">
          <a:schemeClr val="tx1"/>
        </a:fontRef>
      </dsp:style>
    </dsp:sp>
    <dsp:sp modelId="{453E647A-381B-4D94-9614-FDEEC97DBBEB}">
      <dsp:nvSpPr>
        <dsp:cNvPr id="0" name=""/>
        <dsp:cNvSpPr/>
      </dsp:nvSpPr>
      <dsp:spPr>
        <a:xfrm>
          <a:off x="627352" y="3329578"/>
          <a:ext cx="1228284" cy="2027310"/>
        </a:xfrm>
        <a:prstGeom prst="roundRect">
          <a:avLst>
            <a:gd name="adj" fmla="val 10000"/>
          </a:avLst>
        </a:prstGeom>
        <a:gradFill rotWithShape="1">
          <a:gsLst>
            <a:gs pos="0">
              <a:schemeClr val="dk1">
                <a:lumMod val="110000"/>
                <a:satMod val="105000"/>
                <a:tint val="67000"/>
              </a:schemeClr>
            </a:gs>
            <a:gs pos="50000">
              <a:schemeClr val="dk1">
                <a:lumMod val="105000"/>
                <a:satMod val="103000"/>
                <a:tint val="73000"/>
              </a:schemeClr>
            </a:gs>
            <a:gs pos="100000">
              <a:schemeClr val="dk1">
                <a:lumMod val="105000"/>
                <a:satMod val="109000"/>
                <a:tint val="81000"/>
              </a:schemeClr>
            </a:gs>
          </a:gsLst>
          <a:lin ang="5400000" scaled="0"/>
        </a:gradFill>
        <a:ln w="6350" cap="flat" cmpd="sng" algn="ctr">
          <a:solidFill>
            <a:schemeClr val="dk1"/>
          </a:solidFill>
          <a:prstDash val="solid"/>
          <a:miter lim="800000"/>
        </a:ln>
        <a:effectLst/>
      </dsp:spPr>
      <dsp:style>
        <a:lnRef idx="1">
          <a:schemeClr val="dk1"/>
        </a:lnRef>
        <a:fillRef idx="2">
          <a:schemeClr val="dk1"/>
        </a:fillRef>
        <a:effectRef idx="1">
          <a:schemeClr val="dk1"/>
        </a:effectRef>
        <a:fontRef idx="minor">
          <a:schemeClr val="dk1"/>
        </a:fontRef>
      </dsp:style>
      <dsp:txBody>
        <a:bodyPr spcFirstLastPara="0" vert="horz" wrap="square" lIns="26670" tIns="17780" rIns="26670" bIns="17780" numCol="1" spcCol="1270" anchor="t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noProof="0" dirty="0"/>
            <a:t>Helpers</a:t>
          </a:r>
          <a:r>
            <a:rPr lang="en-US" sz="1200" kern="1200" noProof="0" dirty="0"/>
            <a:t>:</a:t>
          </a:r>
        </a:p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100" kern="1200" noProof="0" dirty="0"/>
            <a:t>SizeOfType</a:t>
          </a:r>
        </a:p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100" kern="1200" noProof="0" dirty="0"/>
            <a:t>SizeOfPrimitive</a:t>
          </a:r>
        </a:p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100" kern="1200" noProof="0" dirty="0"/>
            <a:t>PrimitiveInType</a:t>
          </a:r>
        </a:p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100" kern="1200" noProof="0" dirty="0"/>
            <a:t>StructureInType</a:t>
          </a:r>
        </a:p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100" kern="1200" noProof="0" dirty="0"/>
            <a:t>CountInVector</a:t>
          </a:r>
        </a:p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100" kern="1200" noProof="0" dirty="0"/>
            <a:t>TypeOfMatrix</a:t>
          </a:r>
        </a:p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100" kern="1200" noProof="0" dirty="0"/>
            <a:t>RowsOfMatrix</a:t>
          </a:r>
        </a:p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100" kern="1200" noProof="0" dirty="0"/>
            <a:t>ColumnsOfMatrix</a:t>
          </a:r>
        </a:p>
      </dsp:txBody>
      <dsp:txXfrm>
        <a:off x="663327" y="3365553"/>
        <a:ext cx="1156334" cy="1955360"/>
      </dsp:txXfrm>
    </dsp:sp>
    <dsp:sp modelId="{67B7E5DB-12CD-48F7-B2B1-DD2BAEA75AB6}">
      <dsp:nvSpPr>
        <dsp:cNvPr id="0" name=""/>
        <dsp:cNvSpPr/>
      </dsp:nvSpPr>
      <dsp:spPr>
        <a:xfrm>
          <a:off x="2024231" y="3676"/>
          <a:ext cx="1330360" cy="665180"/>
        </a:xfrm>
        <a:prstGeom prst="roundRect">
          <a:avLst>
            <a:gd name="adj" fmla="val 10000"/>
          </a:avLst>
        </a:prstGeom>
        <a:gradFill rotWithShape="1">
          <a:gsLst>
            <a:gs pos="0">
              <a:schemeClr val="dk1">
                <a:satMod val="103000"/>
                <a:lumMod val="102000"/>
                <a:tint val="94000"/>
              </a:schemeClr>
            </a:gs>
            <a:gs pos="50000">
              <a:schemeClr val="dk1">
                <a:satMod val="110000"/>
                <a:lumMod val="100000"/>
                <a:shade val="100000"/>
              </a:schemeClr>
            </a:gs>
            <a:gs pos="100000">
              <a:schemeClr val="dk1"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hemeClr val="dk1"/>
        </a:lnRef>
        <a:fillRef idx="3">
          <a:schemeClr val="dk1"/>
        </a:fillRef>
        <a:effectRef idx="3">
          <a:schemeClr val="dk1"/>
        </a:effectRef>
        <a:fontRef idx="minor">
          <a:schemeClr val="lt1"/>
        </a:fontRef>
      </dsp:style>
      <dsp:txBody>
        <a:bodyPr spcFirstLastPara="0" vert="horz" wrap="square" lIns="36195" tIns="24130" rIns="36195" bIns="2413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 noProof="0" dirty="0"/>
            <a:t>Texture</a:t>
          </a:r>
        </a:p>
      </dsp:txBody>
      <dsp:txXfrm>
        <a:off x="2043713" y="23158"/>
        <a:ext cx="1291396" cy="626216"/>
      </dsp:txXfrm>
    </dsp:sp>
    <dsp:sp modelId="{638D242F-D07F-4171-A4F8-C45E06B59CBD}">
      <dsp:nvSpPr>
        <dsp:cNvPr id="0" name=""/>
        <dsp:cNvSpPr/>
      </dsp:nvSpPr>
      <dsp:spPr>
        <a:xfrm>
          <a:off x="2157267" y="668856"/>
          <a:ext cx="133036" cy="498885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498885"/>
              </a:lnTo>
              <a:lnTo>
                <a:pt x="133036" y="498885"/>
              </a:lnTo>
            </a:path>
          </a:pathLst>
        </a:custGeom>
        <a:noFill/>
        <a:ln w="19050" cap="flat" cmpd="sng" algn="ctr">
          <a:solidFill>
            <a:schemeClr val="dk1"/>
          </a:solidFill>
          <a:prstDash val="solid"/>
          <a:miter lim="800000"/>
        </a:ln>
        <a:effectLst/>
      </dsp:spPr>
      <dsp:style>
        <a:lnRef idx="3">
          <a:schemeClr val="dk1"/>
        </a:lnRef>
        <a:fillRef idx="0">
          <a:schemeClr val="dk1"/>
        </a:fillRef>
        <a:effectRef idx="2">
          <a:schemeClr val="dk1"/>
        </a:effectRef>
        <a:fontRef idx="minor">
          <a:schemeClr val="tx1"/>
        </a:fontRef>
      </dsp:style>
    </dsp:sp>
    <dsp:sp modelId="{9353EFA6-21CE-4E6C-9527-D9EDDC8DA301}">
      <dsp:nvSpPr>
        <dsp:cNvPr id="0" name=""/>
        <dsp:cNvSpPr/>
      </dsp:nvSpPr>
      <dsp:spPr>
        <a:xfrm>
          <a:off x="2290303" y="835151"/>
          <a:ext cx="1064288" cy="665180"/>
        </a:xfrm>
        <a:prstGeom prst="roundRect">
          <a:avLst>
            <a:gd name="adj" fmla="val 10000"/>
          </a:avLst>
        </a:prstGeom>
        <a:gradFill rotWithShape="1">
          <a:gsLst>
            <a:gs pos="0">
              <a:schemeClr val="dk1">
                <a:lumMod val="110000"/>
                <a:satMod val="105000"/>
                <a:tint val="67000"/>
              </a:schemeClr>
            </a:gs>
            <a:gs pos="50000">
              <a:schemeClr val="dk1">
                <a:lumMod val="105000"/>
                <a:satMod val="103000"/>
                <a:tint val="73000"/>
              </a:schemeClr>
            </a:gs>
            <a:gs pos="100000">
              <a:schemeClr val="dk1">
                <a:lumMod val="105000"/>
                <a:satMod val="109000"/>
                <a:tint val="81000"/>
              </a:schemeClr>
            </a:gs>
          </a:gsLst>
          <a:lin ang="5400000" scaled="0"/>
        </a:gradFill>
        <a:ln w="6350" cap="flat" cmpd="sng" algn="ctr">
          <a:solidFill>
            <a:schemeClr val="dk1"/>
          </a:solidFill>
          <a:prstDash val="solid"/>
          <a:miter lim="800000"/>
        </a:ln>
        <a:effectLst/>
      </dsp:spPr>
      <dsp:style>
        <a:lnRef idx="1">
          <a:schemeClr val="dk1"/>
        </a:lnRef>
        <a:fillRef idx="2">
          <a:schemeClr val="dk1"/>
        </a:fillRef>
        <a:effectRef idx="1">
          <a:schemeClr val="dk1"/>
        </a:effectRef>
        <a:fontRef idx="minor">
          <a:schemeClr val="dk1"/>
        </a:fontRef>
      </dsp:style>
      <dsp:txBody>
        <a:bodyPr spcFirstLastPara="0" vert="horz" wrap="square" lIns="26670" tIns="17780" rIns="26670" bIns="1778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noProof="0" dirty="0"/>
            <a:t>Type</a:t>
          </a:r>
        </a:p>
      </dsp:txBody>
      <dsp:txXfrm>
        <a:off x="2309785" y="854633"/>
        <a:ext cx="1025324" cy="626216"/>
      </dsp:txXfrm>
    </dsp:sp>
    <dsp:sp modelId="{EFE58C43-E02E-4F63-893F-596206C066AA}">
      <dsp:nvSpPr>
        <dsp:cNvPr id="0" name=""/>
        <dsp:cNvSpPr/>
      </dsp:nvSpPr>
      <dsp:spPr>
        <a:xfrm>
          <a:off x="2157267" y="668856"/>
          <a:ext cx="133036" cy="133036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330360"/>
              </a:lnTo>
              <a:lnTo>
                <a:pt x="133036" y="1330360"/>
              </a:lnTo>
            </a:path>
          </a:pathLst>
        </a:custGeom>
        <a:noFill/>
        <a:ln w="19050" cap="flat" cmpd="sng" algn="ctr">
          <a:solidFill>
            <a:schemeClr val="dk1"/>
          </a:solidFill>
          <a:prstDash val="solid"/>
          <a:miter lim="800000"/>
        </a:ln>
        <a:effectLst/>
      </dsp:spPr>
      <dsp:style>
        <a:lnRef idx="3">
          <a:schemeClr val="dk1"/>
        </a:lnRef>
        <a:fillRef idx="0">
          <a:schemeClr val="dk1"/>
        </a:fillRef>
        <a:effectRef idx="2">
          <a:schemeClr val="dk1"/>
        </a:effectRef>
        <a:fontRef idx="minor">
          <a:schemeClr val="tx1"/>
        </a:fontRef>
      </dsp:style>
    </dsp:sp>
    <dsp:sp modelId="{5E74B454-2C2B-4283-B3AF-BF8FBFC33883}">
      <dsp:nvSpPr>
        <dsp:cNvPr id="0" name=""/>
        <dsp:cNvSpPr/>
      </dsp:nvSpPr>
      <dsp:spPr>
        <a:xfrm>
          <a:off x="2290303" y="1666627"/>
          <a:ext cx="1064288" cy="665180"/>
        </a:xfrm>
        <a:prstGeom prst="roundRect">
          <a:avLst>
            <a:gd name="adj" fmla="val 10000"/>
          </a:avLst>
        </a:prstGeom>
        <a:gradFill rotWithShape="1">
          <a:gsLst>
            <a:gs pos="0">
              <a:schemeClr val="dk1">
                <a:lumMod val="110000"/>
                <a:satMod val="105000"/>
                <a:tint val="67000"/>
              </a:schemeClr>
            </a:gs>
            <a:gs pos="50000">
              <a:schemeClr val="dk1">
                <a:lumMod val="105000"/>
                <a:satMod val="103000"/>
                <a:tint val="73000"/>
              </a:schemeClr>
            </a:gs>
            <a:gs pos="100000">
              <a:schemeClr val="dk1">
                <a:lumMod val="105000"/>
                <a:satMod val="109000"/>
                <a:tint val="81000"/>
              </a:schemeClr>
            </a:gs>
          </a:gsLst>
          <a:lin ang="5400000" scaled="0"/>
        </a:gradFill>
        <a:ln w="6350" cap="flat" cmpd="sng" algn="ctr">
          <a:solidFill>
            <a:schemeClr val="dk1"/>
          </a:solidFill>
          <a:prstDash val="solid"/>
          <a:miter lim="800000"/>
        </a:ln>
        <a:effectLst/>
      </dsp:spPr>
      <dsp:style>
        <a:lnRef idx="1">
          <a:schemeClr val="dk1"/>
        </a:lnRef>
        <a:fillRef idx="2">
          <a:schemeClr val="dk1"/>
        </a:fillRef>
        <a:effectRef idx="1">
          <a:schemeClr val="dk1"/>
        </a:effectRef>
        <a:fontRef idx="minor">
          <a:schemeClr val="dk1"/>
        </a:fontRef>
      </dsp:style>
      <dsp:txBody>
        <a:bodyPr spcFirstLastPara="0" vert="horz" wrap="square" lIns="26670" tIns="17780" rIns="26670" bIns="1778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noProof="0" dirty="0"/>
            <a:t>Usage</a:t>
          </a:r>
        </a:p>
      </dsp:txBody>
      <dsp:txXfrm>
        <a:off x="2309785" y="1686109"/>
        <a:ext cx="1025324" cy="626216"/>
      </dsp:txXfrm>
    </dsp:sp>
    <dsp:sp modelId="{EE5E8901-B372-4469-B52F-2B48222643FF}">
      <dsp:nvSpPr>
        <dsp:cNvPr id="0" name=""/>
        <dsp:cNvSpPr/>
      </dsp:nvSpPr>
      <dsp:spPr>
        <a:xfrm>
          <a:off x="2157267" y="668856"/>
          <a:ext cx="133036" cy="2161836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2161836"/>
              </a:lnTo>
              <a:lnTo>
                <a:pt x="133036" y="2161836"/>
              </a:lnTo>
            </a:path>
          </a:pathLst>
        </a:custGeom>
        <a:noFill/>
        <a:ln w="19050" cap="flat" cmpd="sng" algn="ctr">
          <a:solidFill>
            <a:schemeClr val="dk1"/>
          </a:solidFill>
          <a:prstDash val="solid"/>
          <a:miter lim="800000"/>
        </a:ln>
        <a:effectLst/>
      </dsp:spPr>
      <dsp:style>
        <a:lnRef idx="3">
          <a:schemeClr val="dk1"/>
        </a:lnRef>
        <a:fillRef idx="0">
          <a:schemeClr val="dk1"/>
        </a:fillRef>
        <a:effectRef idx="2">
          <a:schemeClr val="dk1"/>
        </a:effectRef>
        <a:fontRef idx="minor">
          <a:schemeClr val="tx1"/>
        </a:fontRef>
      </dsp:style>
    </dsp:sp>
    <dsp:sp modelId="{874CED9E-3F26-4A21-A42F-A66BE9DB0FD0}">
      <dsp:nvSpPr>
        <dsp:cNvPr id="0" name=""/>
        <dsp:cNvSpPr/>
      </dsp:nvSpPr>
      <dsp:spPr>
        <a:xfrm>
          <a:off x="2290303" y="2498102"/>
          <a:ext cx="1064288" cy="665180"/>
        </a:xfrm>
        <a:prstGeom prst="roundRect">
          <a:avLst>
            <a:gd name="adj" fmla="val 10000"/>
          </a:avLst>
        </a:prstGeom>
        <a:gradFill rotWithShape="1">
          <a:gsLst>
            <a:gs pos="0">
              <a:schemeClr val="dk1">
                <a:lumMod val="110000"/>
                <a:satMod val="105000"/>
                <a:tint val="67000"/>
              </a:schemeClr>
            </a:gs>
            <a:gs pos="50000">
              <a:schemeClr val="dk1">
                <a:lumMod val="105000"/>
                <a:satMod val="103000"/>
                <a:tint val="73000"/>
              </a:schemeClr>
            </a:gs>
            <a:gs pos="100000">
              <a:schemeClr val="dk1">
                <a:lumMod val="105000"/>
                <a:satMod val="109000"/>
                <a:tint val="81000"/>
              </a:schemeClr>
            </a:gs>
          </a:gsLst>
          <a:lin ang="5400000" scaled="0"/>
        </a:gradFill>
        <a:ln w="6350" cap="flat" cmpd="sng" algn="ctr">
          <a:solidFill>
            <a:schemeClr val="dk1"/>
          </a:solidFill>
          <a:prstDash val="solid"/>
          <a:miter lim="800000"/>
        </a:ln>
        <a:effectLst/>
      </dsp:spPr>
      <dsp:style>
        <a:lnRef idx="1">
          <a:schemeClr val="dk1"/>
        </a:lnRef>
        <a:fillRef idx="2">
          <a:schemeClr val="dk1"/>
        </a:fillRef>
        <a:effectRef idx="1">
          <a:schemeClr val="dk1"/>
        </a:effectRef>
        <a:fontRef idx="minor">
          <a:schemeClr val="dk1"/>
        </a:fontRef>
      </dsp:style>
      <dsp:txBody>
        <a:bodyPr spcFirstLastPara="0" vert="horz" wrap="square" lIns="26670" tIns="17780" rIns="26670" bIns="1778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noProof="0" dirty="0"/>
            <a:t>Components</a:t>
          </a:r>
        </a:p>
      </dsp:txBody>
      <dsp:txXfrm>
        <a:off x="2309785" y="2517584"/>
        <a:ext cx="1025324" cy="626216"/>
      </dsp:txXfrm>
    </dsp:sp>
    <dsp:sp modelId="{E0B205AC-06AF-4EB9-B40A-323DB513AB63}">
      <dsp:nvSpPr>
        <dsp:cNvPr id="0" name=""/>
        <dsp:cNvSpPr/>
      </dsp:nvSpPr>
      <dsp:spPr>
        <a:xfrm>
          <a:off x="2157267" y="668856"/>
          <a:ext cx="133036" cy="2993311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2993311"/>
              </a:lnTo>
              <a:lnTo>
                <a:pt x="133036" y="2993311"/>
              </a:lnTo>
            </a:path>
          </a:pathLst>
        </a:custGeom>
        <a:noFill/>
        <a:ln w="19050" cap="flat" cmpd="sng" algn="ctr">
          <a:solidFill>
            <a:schemeClr val="dk1"/>
          </a:solidFill>
          <a:prstDash val="solid"/>
          <a:miter lim="800000"/>
        </a:ln>
        <a:effectLst/>
      </dsp:spPr>
      <dsp:style>
        <a:lnRef idx="3">
          <a:schemeClr val="dk1"/>
        </a:lnRef>
        <a:fillRef idx="0">
          <a:schemeClr val="dk1"/>
        </a:fillRef>
        <a:effectRef idx="2">
          <a:schemeClr val="dk1"/>
        </a:effectRef>
        <a:fontRef idx="minor">
          <a:schemeClr val="tx1"/>
        </a:fontRef>
      </dsp:style>
    </dsp:sp>
    <dsp:sp modelId="{BE6B634D-CAB3-48D7-848D-A89170378F0A}">
      <dsp:nvSpPr>
        <dsp:cNvPr id="0" name=""/>
        <dsp:cNvSpPr/>
      </dsp:nvSpPr>
      <dsp:spPr>
        <a:xfrm>
          <a:off x="2290303" y="3329578"/>
          <a:ext cx="1064288" cy="665180"/>
        </a:xfrm>
        <a:prstGeom prst="roundRect">
          <a:avLst>
            <a:gd name="adj" fmla="val 10000"/>
          </a:avLst>
        </a:prstGeom>
        <a:gradFill rotWithShape="1">
          <a:gsLst>
            <a:gs pos="0">
              <a:schemeClr val="dk1">
                <a:lumMod val="110000"/>
                <a:satMod val="105000"/>
                <a:tint val="67000"/>
              </a:schemeClr>
            </a:gs>
            <a:gs pos="50000">
              <a:schemeClr val="dk1">
                <a:lumMod val="105000"/>
                <a:satMod val="103000"/>
                <a:tint val="73000"/>
              </a:schemeClr>
            </a:gs>
            <a:gs pos="100000">
              <a:schemeClr val="dk1">
                <a:lumMod val="105000"/>
                <a:satMod val="109000"/>
                <a:tint val="81000"/>
              </a:schemeClr>
            </a:gs>
          </a:gsLst>
          <a:lin ang="5400000" scaled="0"/>
        </a:gradFill>
        <a:ln w="6350" cap="flat" cmpd="sng" algn="ctr">
          <a:solidFill>
            <a:schemeClr val="dk1"/>
          </a:solidFill>
          <a:prstDash val="solid"/>
          <a:miter lim="800000"/>
        </a:ln>
        <a:effectLst/>
      </dsp:spPr>
      <dsp:style>
        <a:lnRef idx="1">
          <a:schemeClr val="dk1"/>
        </a:lnRef>
        <a:fillRef idx="2">
          <a:schemeClr val="dk1"/>
        </a:fillRef>
        <a:effectRef idx="1">
          <a:schemeClr val="dk1"/>
        </a:effectRef>
        <a:fontRef idx="minor">
          <a:schemeClr val="dk1"/>
        </a:fontRef>
      </dsp:style>
      <dsp:txBody>
        <a:bodyPr spcFirstLastPara="0" vert="horz" wrap="square" lIns="26670" tIns="17780" rIns="26670" bIns="1778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noProof="0" dirty="0"/>
            <a:t>Format</a:t>
          </a:r>
        </a:p>
      </dsp:txBody>
      <dsp:txXfrm>
        <a:off x="2309785" y="3349060"/>
        <a:ext cx="1025324" cy="626216"/>
      </dsp:txXfrm>
    </dsp:sp>
    <dsp:sp modelId="{1C8343D9-7763-408D-A53B-128E51241A1C}">
      <dsp:nvSpPr>
        <dsp:cNvPr id="0" name=""/>
        <dsp:cNvSpPr/>
      </dsp:nvSpPr>
      <dsp:spPr>
        <a:xfrm>
          <a:off x="2157267" y="668856"/>
          <a:ext cx="133036" cy="3824787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3824787"/>
              </a:lnTo>
              <a:lnTo>
                <a:pt x="133036" y="3824787"/>
              </a:lnTo>
            </a:path>
          </a:pathLst>
        </a:custGeom>
        <a:noFill/>
        <a:ln w="19050" cap="flat" cmpd="sng" algn="ctr">
          <a:solidFill>
            <a:schemeClr val="dk1"/>
          </a:solidFill>
          <a:prstDash val="solid"/>
          <a:miter lim="800000"/>
        </a:ln>
        <a:effectLst/>
      </dsp:spPr>
      <dsp:style>
        <a:lnRef idx="3">
          <a:schemeClr val="dk1"/>
        </a:lnRef>
        <a:fillRef idx="0">
          <a:schemeClr val="dk1"/>
        </a:fillRef>
        <a:effectRef idx="2">
          <a:schemeClr val="dk1"/>
        </a:effectRef>
        <a:fontRef idx="minor">
          <a:schemeClr val="tx1"/>
        </a:fontRef>
      </dsp:style>
    </dsp:sp>
    <dsp:sp modelId="{191CD2FE-3FA7-473D-B827-AB772BC69BF4}">
      <dsp:nvSpPr>
        <dsp:cNvPr id="0" name=""/>
        <dsp:cNvSpPr/>
      </dsp:nvSpPr>
      <dsp:spPr>
        <a:xfrm>
          <a:off x="2290303" y="4161053"/>
          <a:ext cx="1064288" cy="665180"/>
        </a:xfrm>
        <a:prstGeom prst="roundRect">
          <a:avLst>
            <a:gd name="adj" fmla="val 10000"/>
          </a:avLst>
        </a:prstGeom>
        <a:gradFill rotWithShape="1">
          <a:gsLst>
            <a:gs pos="0">
              <a:schemeClr val="dk1">
                <a:lumMod val="110000"/>
                <a:satMod val="105000"/>
                <a:tint val="67000"/>
              </a:schemeClr>
            </a:gs>
            <a:gs pos="50000">
              <a:schemeClr val="dk1">
                <a:lumMod val="105000"/>
                <a:satMod val="103000"/>
                <a:tint val="73000"/>
              </a:schemeClr>
            </a:gs>
            <a:gs pos="100000">
              <a:schemeClr val="dk1">
                <a:lumMod val="105000"/>
                <a:satMod val="109000"/>
                <a:tint val="81000"/>
              </a:schemeClr>
            </a:gs>
          </a:gsLst>
          <a:lin ang="5400000" scaled="0"/>
        </a:gradFill>
        <a:ln w="6350" cap="flat" cmpd="sng" algn="ctr">
          <a:solidFill>
            <a:schemeClr val="dk1"/>
          </a:solidFill>
          <a:prstDash val="solid"/>
          <a:miter lim="800000"/>
        </a:ln>
        <a:effectLst/>
      </dsp:spPr>
      <dsp:style>
        <a:lnRef idx="1">
          <a:schemeClr val="dk1"/>
        </a:lnRef>
        <a:fillRef idx="2">
          <a:schemeClr val="dk1"/>
        </a:fillRef>
        <a:effectRef idx="1">
          <a:schemeClr val="dk1"/>
        </a:effectRef>
        <a:fontRef idx="minor">
          <a:schemeClr val="dk1"/>
        </a:fontRef>
      </dsp:style>
      <dsp:txBody>
        <a:bodyPr spcFirstLastPara="0" vert="horz" wrap="square" lIns="26670" tIns="17780" rIns="26670" bIns="1778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noProof="0" dirty="0"/>
            <a:t>Specification</a:t>
          </a:r>
          <a:endParaRPr lang="en-US" sz="1400" kern="1200"/>
        </a:p>
      </dsp:txBody>
      <dsp:txXfrm>
        <a:off x="2309785" y="4180535"/>
        <a:ext cx="1025324" cy="626216"/>
      </dsp:txXfrm>
    </dsp:sp>
    <dsp:sp modelId="{1A2777A3-428A-4D15-9073-7AE18AFECD7E}">
      <dsp:nvSpPr>
        <dsp:cNvPr id="0" name=""/>
        <dsp:cNvSpPr/>
      </dsp:nvSpPr>
      <dsp:spPr>
        <a:xfrm>
          <a:off x="3687182" y="3676"/>
          <a:ext cx="1330360" cy="665180"/>
        </a:xfrm>
        <a:prstGeom prst="roundRect">
          <a:avLst>
            <a:gd name="adj" fmla="val 10000"/>
          </a:avLst>
        </a:prstGeom>
        <a:gradFill rotWithShape="1">
          <a:gsLst>
            <a:gs pos="0">
              <a:schemeClr val="dk1">
                <a:satMod val="103000"/>
                <a:lumMod val="102000"/>
                <a:tint val="94000"/>
              </a:schemeClr>
            </a:gs>
            <a:gs pos="50000">
              <a:schemeClr val="dk1">
                <a:satMod val="110000"/>
                <a:lumMod val="100000"/>
                <a:shade val="100000"/>
              </a:schemeClr>
            </a:gs>
            <a:gs pos="100000">
              <a:schemeClr val="dk1"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hemeClr val="dk1"/>
        </a:lnRef>
        <a:fillRef idx="3">
          <a:schemeClr val="dk1"/>
        </a:fillRef>
        <a:effectRef idx="3">
          <a:schemeClr val="dk1"/>
        </a:effectRef>
        <a:fontRef idx="minor">
          <a:schemeClr val="lt1"/>
        </a:fontRef>
      </dsp:style>
      <dsp:txBody>
        <a:bodyPr spcFirstLastPara="0" vert="horz" wrap="square" lIns="36195" tIns="24130" rIns="36195" bIns="2413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 noProof="0" dirty="0"/>
            <a:t>Buffer</a:t>
          </a:r>
        </a:p>
      </dsp:txBody>
      <dsp:txXfrm>
        <a:off x="3706664" y="23158"/>
        <a:ext cx="1291396" cy="626216"/>
      </dsp:txXfrm>
    </dsp:sp>
    <dsp:sp modelId="{D2D35BBB-E0B1-402C-BD33-00B171E41712}">
      <dsp:nvSpPr>
        <dsp:cNvPr id="0" name=""/>
        <dsp:cNvSpPr/>
      </dsp:nvSpPr>
      <dsp:spPr>
        <a:xfrm>
          <a:off x="3820218" y="668856"/>
          <a:ext cx="133036" cy="498885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498885"/>
              </a:lnTo>
              <a:lnTo>
                <a:pt x="133036" y="498885"/>
              </a:lnTo>
            </a:path>
          </a:pathLst>
        </a:custGeom>
        <a:noFill/>
        <a:ln w="19050" cap="flat" cmpd="sng" algn="ctr">
          <a:solidFill>
            <a:schemeClr val="dk1"/>
          </a:solidFill>
          <a:prstDash val="solid"/>
          <a:miter lim="800000"/>
        </a:ln>
        <a:effectLst/>
      </dsp:spPr>
      <dsp:style>
        <a:lnRef idx="3">
          <a:schemeClr val="dk1"/>
        </a:lnRef>
        <a:fillRef idx="0">
          <a:schemeClr val="dk1"/>
        </a:fillRef>
        <a:effectRef idx="2">
          <a:schemeClr val="dk1"/>
        </a:effectRef>
        <a:fontRef idx="minor">
          <a:schemeClr val="tx1"/>
        </a:fontRef>
      </dsp:style>
    </dsp:sp>
    <dsp:sp modelId="{E3BEAB2F-8E3A-48A4-86B9-10CA88470235}">
      <dsp:nvSpPr>
        <dsp:cNvPr id="0" name=""/>
        <dsp:cNvSpPr/>
      </dsp:nvSpPr>
      <dsp:spPr>
        <a:xfrm>
          <a:off x="3953254" y="835151"/>
          <a:ext cx="1064288" cy="665180"/>
        </a:xfrm>
        <a:prstGeom prst="roundRect">
          <a:avLst>
            <a:gd name="adj" fmla="val 10000"/>
          </a:avLst>
        </a:prstGeom>
        <a:gradFill rotWithShape="1">
          <a:gsLst>
            <a:gs pos="0">
              <a:schemeClr val="dk1">
                <a:lumMod val="110000"/>
                <a:satMod val="105000"/>
                <a:tint val="67000"/>
              </a:schemeClr>
            </a:gs>
            <a:gs pos="50000">
              <a:schemeClr val="dk1">
                <a:lumMod val="105000"/>
                <a:satMod val="103000"/>
                <a:tint val="73000"/>
              </a:schemeClr>
            </a:gs>
            <a:gs pos="100000">
              <a:schemeClr val="dk1">
                <a:lumMod val="105000"/>
                <a:satMod val="109000"/>
                <a:tint val="81000"/>
              </a:schemeClr>
            </a:gs>
          </a:gsLst>
          <a:lin ang="5400000" scaled="0"/>
        </a:gradFill>
        <a:ln w="6350" cap="flat" cmpd="sng" algn="ctr">
          <a:solidFill>
            <a:schemeClr val="dk1"/>
          </a:solidFill>
          <a:prstDash val="solid"/>
          <a:miter lim="800000"/>
        </a:ln>
        <a:effectLst/>
      </dsp:spPr>
      <dsp:style>
        <a:lnRef idx="1">
          <a:schemeClr val="dk1"/>
        </a:lnRef>
        <a:fillRef idx="2">
          <a:schemeClr val="dk1"/>
        </a:fillRef>
        <a:effectRef idx="1">
          <a:schemeClr val="dk1"/>
        </a:effectRef>
        <a:fontRef idx="minor">
          <a:schemeClr val="dk1"/>
        </a:fontRef>
      </dsp:style>
      <dsp:txBody>
        <a:bodyPr spcFirstLastPara="0" vert="horz" wrap="square" lIns="26670" tIns="17780" rIns="26670" bIns="1778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noProof="0" dirty="0"/>
            <a:t>Element</a:t>
          </a:r>
        </a:p>
      </dsp:txBody>
      <dsp:txXfrm>
        <a:off x="3972736" y="854633"/>
        <a:ext cx="1025324" cy="626216"/>
      </dsp:txXfrm>
    </dsp:sp>
    <dsp:sp modelId="{44610749-B5DF-43D5-8647-D8AB8F307C51}">
      <dsp:nvSpPr>
        <dsp:cNvPr id="0" name=""/>
        <dsp:cNvSpPr/>
      </dsp:nvSpPr>
      <dsp:spPr>
        <a:xfrm>
          <a:off x="3820218" y="668856"/>
          <a:ext cx="133036" cy="133036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330360"/>
              </a:lnTo>
              <a:lnTo>
                <a:pt x="133036" y="1330360"/>
              </a:lnTo>
            </a:path>
          </a:pathLst>
        </a:custGeom>
        <a:noFill/>
        <a:ln w="19050" cap="flat" cmpd="sng" algn="ctr">
          <a:solidFill>
            <a:schemeClr val="dk1"/>
          </a:solidFill>
          <a:prstDash val="solid"/>
          <a:miter lim="800000"/>
        </a:ln>
        <a:effectLst/>
      </dsp:spPr>
      <dsp:style>
        <a:lnRef idx="3">
          <a:schemeClr val="dk1"/>
        </a:lnRef>
        <a:fillRef idx="0">
          <a:schemeClr val="dk1"/>
        </a:fillRef>
        <a:effectRef idx="2">
          <a:schemeClr val="dk1"/>
        </a:effectRef>
        <a:fontRef idx="minor">
          <a:schemeClr val="tx1"/>
        </a:fontRef>
      </dsp:style>
    </dsp:sp>
    <dsp:sp modelId="{787E78BE-4779-44EB-9820-72EA5272DF2A}">
      <dsp:nvSpPr>
        <dsp:cNvPr id="0" name=""/>
        <dsp:cNvSpPr/>
      </dsp:nvSpPr>
      <dsp:spPr>
        <a:xfrm>
          <a:off x="3953254" y="1666627"/>
          <a:ext cx="1064288" cy="665180"/>
        </a:xfrm>
        <a:prstGeom prst="roundRect">
          <a:avLst>
            <a:gd name="adj" fmla="val 10000"/>
          </a:avLst>
        </a:prstGeom>
        <a:gradFill rotWithShape="1">
          <a:gsLst>
            <a:gs pos="0">
              <a:schemeClr val="dk1">
                <a:lumMod val="110000"/>
                <a:satMod val="105000"/>
                <a:tint val="67000"/>
              </a:schemeClr>
            </a:gs>
            <a:gs pos="50000">
              <a:schemeClr val="dk1">
                <a:lumMod val="105000"/>
                <a:satMod val="103000"/>
                <a:tint val="73000"/>
              </a:schemeClr>
            </a:gs>
            <a:gs pos="100000">
              <a:schemeClr val="dk1">
                <a:lumMod val="105000"/>
                <a:satMod val="109000"/>
                <a:tint val="81000"/>
              </a:schemeClr>
            </a:gs>
          </a:gsLst>
          <a:lin ang="5400000" scaled="0"/>
        </a:gradFill>
        <a:ln w="6350" cap="flat" cmpd="sng" algn="ctr">
          <a:solidFill>
            <a:schemeClr val="dk1"/>
          </a:solidFill>
          <a:prstDash val="solid"/>
          <a:miter lim="800000"/>
        </a:ln>
        <a:effectLst/>
      </dsp:spPr>
      <dsp:style>
        <a:lnRef idx="1">
          <a:schemeClr val="dk1"/>
        </a:lnRef>
        <a:fillRef idx="2">
          <a:schemeClr val="dk1"/>
        </a:fillRef>
        <a:effectRef idx="1">
          <a:schemeClr val="dk1"/>
        </a:effectRef>
        <a:fontRef idx="minor">
          <a:schemeClr val="dk1"/>
        </a:fontRef>
      </dsp:style>
      <dsp:txBody>
        <a:bodyPr spcFirstLastPara="0" vert="horz" wrap="square" lIns="26670" tIns="17780" rIns="26670" bIns="1778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noProof="0"/>
            <a:t>LayoutType</a:t>
          </a:r>
          <a:endParaRPr lang="en-US" sz="1400" kern="1200" noProof="0" dirty="0"/>
        </a:p>
      </dsp:txBody>
      <dsp:txXfrm>
        <a:off x="3972736" y="1686109"/>
        <a:ext cx="1025324" cy="626216"/>
      </dsp:txXfrm>
    </dsp:sp>
    <dsp:sp modelId="{073F711B-8CD8-4DD2-AE84-005EDB83A9F5}">
      <dsp:nvSpPr>
        <dsp:cNvPr id="0" name=""/>
        <dsp:cNvSpPr/>
      </dsp:nvSpPr>
      <dsp:spPr>
        <a:xfrm>
          <a:off x="3820218" y="668856"/>
          <a:ext cx="133036" cy="2161836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2161836"/>
              </a:lnTo>
              <a:lnTo>
                <a:pt x="133036" y="2161836"/>
              </a:lnTo>
            </a:path>
          </a:pathLst>
        </a:custGeom>
        <a:noFill/>
        <a:ln w="19050" cap="flat" cmpd="sng" algn="ctr">
          <a:solidFill>
            <a:schemeClr val="dk1"/>
          </a:solidFill>
          <a:prstDash val="solid"/>
          <a:miter lim="800000"/>
        </a:ln>
        <a:effectLst/>
      </dsp:spPr>
      <dsp:style>
        <a:lnRef idx="3">
          <a:schemeClr val="dk1"/>
        </a:lnRef>
        <a:fillRef idx="0">
          <a:schemeClr val="dk1"/>
        </a:fillRef>
        <a:effectRef idx="2">
          <a:schemeClr val="dk1"/>
        </a:effectRef>
        <a:fontRef idx="minor">
          <a:schemeClr val="tx1"/>
        </a:fontRef>
      </dsp:style>
    </dsp:sp>
    <dsp:sp modelId="{6262406E-6E57-469A-9D00-C4979C60E5A4}">
      <dsp:nvSpPr>
        <dsp:cNvPr id="0" name=""/>
        <dsp:cNvSpPr/>
      </dsp:nvSpPr>
      <dsp:spPr>
        <a:xfrm>
          <a:off x="3953254" y="2498102"/>
          <a:ext cx="1064288" cy="665180"/>
        </a:xfrm>
        <a:prstGeom prst="roundRect">
          <a:avLst>
            <a:gd name="adj" fmla="val 10000"/>
          </a:avLst>
        </a:prstGeom>
        <a:gradFill rotWithShape="1">
          <a:gsLst>
            <a:gs pos="0">
              <a:schemeClr val="dk1">
                <a:lumMod val="110000"/>
                <a:satMod val="105000"/>
                <a:tint val="67000"/>
              </a:schemeClr>
            </a:gs>
            <a:gs pos="50000">
              <a:schemeClr val="dk1">
                <a:lumMod val="105000"/>
                <a:satMod val="103000"/>
                <a:tint val="73000"/>
              </a:schemeClr>
            </a:gs>
            <a:gs pos="100000">
              <a:schemeClr val="dk1">
                <a:lumMod val="105000"/>
                <a:satMod val="109000"/>
                <a:tint val="81000"/>
              </a:schemeClr>
            </a:gs>
          </a:gsLst>
          <a:lin ang="5400000" scaled="0"/>
        </a:gradFill>
        <a:ln w="6350" cap="flat" cmpd="sng" algn="ctr">
          <a:solidFill>
            <a:schemeClr val="dk1"/>
          </a:solidFill>
          <a:prstDash val="solid"/>
          <a:miter lim="800000"/>
        </a:ln>
        <a:effectLst/>
      </dsp:spPr>
      <dsp:style>
        <a:lnRef idx="1">
          <a:schemeClr val="dk1"/>
        </a:lnRef>
        <a:fillRef idx="2">
          <a:schemeClr val="dk1"/>
        </a:fillRef>
        <a:effectRef idx="1">
          <a:schemeClr val="dk1"/>
        </a:effectRef>
        <a:fontRef idx="minor">
          <a:schemeClr val="dk1"/>
        </a:fontRef>
      </dsp:style>
      <dsp:txBody>
        <a:bodyPr spcFirstLastPara="0" vert="horz" wrap="square" lIns="26670" tIns="17780" rIns="26670" bIns="1778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noProof="0" dirty="0"/>
            <a:t>Layout</a:t>
          </a:r>
        </a:p>
      </dsp:txBody>
      <dsp:txXfrm>
        <a:off x="3972736" y="2517584"/>
        <a:ext cx="1025324" cy="626216"/>
      </dsp:txXfrm>
    </dsp:sp>
    <dsp:sp modelId="{B86E2444-AE59-4FB4-AB0D-249E5421DD94}">
      <dsp:nvSpPr>
        <dsp:cNvPr id="0" name=""/>
        <dsp:cNvSpPr/>
      </dsp:nvSpPr>
      <dsp:spPr>
        <a:xfrm>
          <a:off x="5350133" y="3676"/>
          <a:ext cx="1330360" cy="665180"/>
        </a:xfrm>
        <a:prstGeom prst="roundRect">
          <a:avLst>
            <a:gd name="adj" fmla="val 10000"/>
          </a:avLst>
        </a:prstGeom>
        <a:gradFill rotWithShape="1">
          <a:gsLst>
            <a:gs pos="0">
              <a:schemeClr val="dk1">
                <a:satMod val="103000"/>
                <a:lumMod val="102000"/>
                <a:tint val="94000"/>
              </a:schemeClr>
            </a:gs>
            <a:gs pos="50000">
              <a:schemeClr val="dk1">
                <a:satMod val="110000"/>
                <a:lumMod val="100000"/>
                <a:shade val="100000"/>
              </a:schemeClr>
            </a:gs>
            <a:gs pos="100000">
              <a:schemeClr val="dk1"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hemeClr val="dk1"/>
        </a:lnRef>
        <a:fillRef idx="3">
          <a:schemeClr val="dk1"/>
        </a:fillRef>
        <a:effectRef idx="3">
          <a:schemeClr val="dk1"/>
        </a:effectRef>
        <a:fontRef idx="minor">
          <a:schemeClr val="lt1"/>
        </a:fontRef>
      </dsp:style>
      <dsp:txBody>
        <a:bodyPr spcFirstLastPara="0" vert="horz" wrap="square" lIns="36195" tIns="24130" rIns="36195" bIns="2413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 noProof="0" dirty="0"/>
            <a:t>Shader Interface</a:t>
          </a:r>
        </a:p>
      </dsp:txBody>
      <dsp:txXfrm>
        <a:off x="5369615" y="23158"/>
        <a:ext cx="1291396" cy="626216"/>
      </dsp:txXfrm>
    </dsp:sp>
    <dsp:sp modelId="{5F3E19FB-0CE0-438E-80E2-91606943A850}">
      <dsp:nvSpPr>
        <dsp:cNvPr id="0" name=""/>
        <dsp:cNvSpPr/>
      </dsp:nvSpPr>
      <dsp:spPr>
        <a:xfrm>
          <a:off x="5483169" y="668856"/>
          <a:ext cx="133036" cy="498885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498885"/>
              </a:lnTo>
              <a:lnTo>
                <a:pt x="133036" y="498885"/>
              </a:lnTo>
            </a:path>
          </a:pathLst>
        </a:custGeom>
        <a:noFill/>
        <a:ln w="19050" cap="flat" cmpd="sng" algn="ctr">
          <a:solidFill>
            <a:schemeClr val="dk1"/>
          </a:solidFill>
          <a:prstDash val="solid"/>
          <a:miter lim="800000"/>
        </a:ln>
        <a:effectLst/>
      </dsp:spPr>
      <dsp:style>
        <a:lnRef idx="3">
          <a:schemeClr val="dk1"/>
        </a:lnRef>
        <a:fillRef idx="0">
          <a:schemeClr val="dk1"/>
        </a:fillRef>
        <a:effectRef idx="2">
          <a:schemeClr val="dk1"/>
        </a:effectRef>
        <a:fontRef idx="minor">
          <a:schemeClr val="tx1"/>
        </a:fontRef>
      </dsp:style>
    </dsp:sp>
    <dsp:sp modelId="{27F8AAE5-3818-46AF-A968-6590255F3BB6}">
      <dsp:nvSpPr>
        <dsp:cNvPr id="0" name=""/>
        <dsp:cNvSpPr/>
      </dsp:nvSpPr>
      <dsp:spPr>
        <a:xfrm>
          <a:off x="5616205" y="835151"/>
          <a:ext cx="1064288" cy="665180"/>
        </a:xfrm>
        <a:prstGeom prst="roundRect">
          <a:avLst>
            <a:gd name="adj" fmla="val 10000"/>
          </a:avLst>
        </a:prstGeom>
        <a:gradFill rotWithShape="1">
          <a:gsLst>
            <a:gs pos="0">
              <a:schemeClr val="dk1">
                <a:lumMod val="110000"/>
                <a:satMod val="105000"/>
                <a:tint val="67000"/>
              </a:schemeClr>
            </a:gs>
            <a:gs pos="50000">
              <a:schemeClr val="dk1">
                <a:lumMod val="105000"/>
                <a:satMod val="103000"/>
                <a:tint val="73000"/>
              </a:schemeClr>
            </a:gs>
            <a:gs pos="100000">
              <a:schemeClr val="dk1">
                <a:lumMod val="105000"/>
                <a:satMod val="109000"/>
                <a:tint val="81000"/>
              </a:schemeClr>
            </a:gs>
          </a:gsLst>
          <a:lin ang="5400000" scaled="0"/>
        </a:gradFill>
        <a:ln w="6350" cap="flat" cmpd="sng" algn="ctr">
          <a:solidFill>
            <a:schemeClr val="dk1"/>
          </a:solidFill>
          <a:prstDash val="solid"/>
          <a:miter lim="800000"/>
        </a:ln>
        <a:effectLst/>
      </dsp:spPr>
      <dsp:style>
        <a:lnRef idx="1">
          <a:schemeClr val="dk1"/>
        </a:lnRef>
        <a:fillRef idx="2">
          <a:schemeClr val="dk1"/>
        </a:fillRef>
        <a:effectRef idx="1">
          <a:schemeClr val="dk1"/>
        </a:effectRef>
        <a:fontRef idx="minor">
          <a:schemeClr val="dk1"/>
        </a:fontRef>
      </dsp:style>
      <dsp:txBody>
        <a:bodyPr spcFirstLastPara="0" vert="horz" wrap="square" lIns="26670" tIns="17780" rIns="26670" bIns="1778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noProof="0" dirty="0"/>
            <a:t>Shader Type</a:t>
          </a:r>
        </a:p>
      </dsp:txBody>
      <dsp:txXfrm>
        <a:off x="5635687" y="854633"/>
        <a:ext cx="1025324" cy="626216"/>
      </dsp:txXfrm>
    </dsp:sp>
    <dsp:sp modelId="{480E38F3-4DDA-4833-906D-058900E2A185}">
      <dsp:nvSpPr>
        <dsp:cNvPr id="0" name=""/>
        <dsp:cNvSpPr/>
      </dsp:nvSpPr>
      <dsp:spPr>
        <a:xfrm>
          <a:off x="5483169" y="668856"/>
          <a:ext cx="133036" cy="133036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330360"/>
              </a:lnTo>
              <a:lnTo>
                <a:pt x="133036" y="1330360"/>
              </a:lnTo>
            </a:path>
          </a:pathLst>
        </a:custGeom>
        <a:noFill/>
        <a:ln w="127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0BE2ABBE-125B-4667-BC9C-A70BB53F168A}">
      <dsp:nvSpPr>
        <dsp:cNvPr id="0" name=""/>
        <dsp:cNvSpPr/>
      </dsp:nvSpPr>
      <dsp:spPr>
        <a:xfrm>
          <a:off x="5616205" y="1666627"/>
          <a:ext cx="1064288" cy="665180"/>
        </a:xfrm>
        <a:prstGeom prst="roundRect">
          <a:avLst>
            <a:gd name="adj" fmla="val 10000"/>
          </a:avLst>
        </a:prstGeom>
        <a:gradFill rotWithShape="1">
          <a:gsLst>
            <a:gs pos="0">
              <a:schemeClr val="dk1">
                <a:lumMod val="110000"/>
                <a:satMod val="105000"/>
                <a:tint val="67000"/>
              </a:schemeClr>
            </a:gs>
            <a:gs pos="50000">
              <a:schemeClr val="dk1">
                <a:lumMod val="105000"/>
                <a:satMod val="103000"/>
                <a:tint val="73000"/>
              </a:schemeClr>
            </a:gs>
            <a:gs pos="100000">
              <a:schemeClr val="dk1">
                <a:lumMod val="105000"/>
                <a:satMod val="109000"/>
                <a:tint val="81000"/>
              </a:schemeClr>
            </a:gs>
          </a:gsLst>
          <a:lin ang="5400000" scaled="0"/>
        </a:gradFill>
        <a:ln w="6350" cap="flat" cmpd="sng" algn="ctr">
          <a:solidFill>
            <a:schemeClr val="dk1"/>
          </a:solidFill>
          <a:prstDash val="solid"/>
          <a:miter lim="800000"/>
        </a:ln>
        <a:effectLst/>
      </dsp:spPr>
      <dsp:style>
        <a:lnRef idx="1">
          <a:schemeClr val="dk1"/>
        </a:lnRef>
        <a:fillRef idx="2">
          <a:schemeClr val="dk1"/>
        </a:fillRef>
        <a:effectRef idx="1">
          <a:schemeClr val="dk1"/>
        </a:effectRef>
        <a:fontRef idx="minor">
          <a:schemeClr val="dk1"/>
        </a:fontRef>
      </dsp:style>
      <dsp:txBody>
        <a:bodyPr spcFirstLastPara="0" vert="horz" wrap="square" lIns="26670" tIns="17780" rIns="26670" bIns="1778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noProof="0"/>
            <a:t>Texture Sampler</a:t>
          </a:r>
          <a:endParaRPr lang="en-US" sz="1400" kern="1200" noProof="0" dirty="0"/>
        </a:p>
      </dsp:txBody>
      <dsp:txXfrm>
        <a:off x="5635687" y="1686109"/>
        <a:ext cx="1025324" cy="626216"/>
      </dsp:txXfrm>
    </dsp:sp>
    <dsp:sp modelId="{5B9EA63D-BF72-4522-AFDA-9CC5D945E6EB}">
      <dsp:nvSpPr>
        <dsp:cNvPr id="0" name=""/>
        <dsp:cNvSpPr/>
      </dsp:nvSpPr>
      <dsp:spPr>
        <a:xfrm>
          <a:off x="5483169" y="668856"/>
          <a:ext cx="133036" cy="2161836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2161836"/>
              </a:lnTo>
              <a:lnTo>
                <a:pt x="133036" y="2161836"/>
              </a:lnTo>
            </a:path>
          </a:pathLst>
        </a:custGeom>
        <a:noFill/>
        <a:ln w="127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27CB62DD-D922-4F9D-9153-0E7F3BF550B9}">
      <dsp:nvSpPr>
        <dsp:cNvPr id="0" name=""/>
        <dsp:cNvSpPr/>
      </dsp:nvSpPr>
      <dsp:spPr>
        <a:xfrm>
          <a:off x="5616205" y="2498102"/>
          <a:ext cx="1064288" cy="665180"/>
        </a:xfrm>
        <a:prstGeom prst="roundRect">
          <a:avLst>
            <a:gd name="adj" fmla="val 10000"/>
          </a:avLst>
        </a:prstGeom>
        <a:gradFill rotWithShape="1">
          <a:gsLst>
            <a:gs pos="0">
              <a:schemeClr val="dk1">
                <a:lumMod val="110000"/>
                <a:satMod val="105000"/>
                <a:tint val="67000"/>
              </a:schemeClr>
            </a:gs>
            <a:gs pos="50000">
              <a:schemeClr val="dk1">
                <a:lumMod val="105000"/>
                <a:satMod val="103000"/>
                <a:tint val="73000"/>
              </a:schemeClr>
            </a:gs>
            <a:gs pos="100000">
              <a:schemeClr val="dk1">
                <a:lumMod val="105000"/>
                <a:satMod val="109000"/>
                <a:tint val="81000"/>
              </a:schemeClr>
            </a:gs>
          </a:gsLst>
          <a:lin ang="5400000" scaled="0"/>
        </a:gradFill>
        <a:ln w="6350" cap="flat" cmpd="sng" algn="ctr">
          <a:solidFill>
            <a:schemeClr val="dk1"/>
          </a:solidFill>
          <a:prstDash val="solid"/>
          <a:miter lim="800000"/>
        </a:ln>
        <a:effectLst/>
      </dsp:spPr>
      <dsp:style>
        <a:lnRef idx="1">
          <a:schemeClr val="dk1"/>
        </a:lnRef>
        <a:fillRef idx="2">
          <a:schemeClr val="dk1"/>
        </a:fillRef>
        <a:effectRef idx="1">
          <a:schemeClr val="dk1"/>
        </a:effectRef>
        <a:fontRef idx="minor">
          <a:schemeClr val="dk1"/>
        </a:fontRef>
      </dsp:style>
      <dsp:txBody>
        <a:bodyPr spcFirstLastPara="0" vert="horz" wrap="square" lIns="26670" tIns="17780" rIns="26670" bIns="1778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noProof="0" dirty="0"/>
            <a:t>Buffer</a:t>
          </a:r>
          <a:r>
            <a:rPr lang="pl-PL" sz="1400" kern="1200" noProof="0" dirty="0"/>
            <a:t> Sampler</a:t>
          </a:r>
          <a:endParaRPr lang="en-US" sz="1400" kern="1200" noProof="0" dirty="0"/>
        </a:p>
      </dsp:txBody>
      <dsp:txXfrm>
        <a:off x="5635687" y="2517584"/>
        <a:ext cx="1025324" cy="626216"/>
      </dsp:txXfrm>
    </dsp:sp>
    <dsp:sp modelId="{12D3F18B-FF65-46CC-B23C-2EF564E6ECDC}">
      <dsp:nvSpPr>
        <dsp:cNvPr id="0" name=""/>
        <dsp:cNvSpPr/>
      </dsp:nvSpPr>
      <dsp:spPr>
        <a:xfrm>
          <a:off x="5483169" y="668856"/>
          <a:ext cx="133036" cy="2993311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2993311"/>
              </a:lnTo>
              <a:lnTo>
                <a:pt x="133036" y="2993311"/>
              </a:lnTo>
            </a:path>
          </a:pathLst>
        </a:custGeom>
        <a:noFill/>
        <a:ln w="127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8B0322EE-7268-438B-9334-A4B129030272}">
      <dsp:nvSpPr>
        <dsp:cNvPr id="0" name=""/>
        <dsp:cNvSpPr/>
      </dsp:nvSpPr>
      <dsp:spPr>
        <a:xfrm>
          <a:off x="5616205" y="3329578"/>
          <a:ext cx="1064288" cy="665180"/>
        </a:xfrm>
        <a:prstGeom prst="roundRect">
          <a:avLst>
            <a:gd name="adj" fmla="val 10000"/>
          </a:avLst>
        </a:prstGeom>
        <a:gradFill rotWithShape="1">
          <a:gsLst>
            <a:gs pos="0">
              <a:schemeClr val="dk1">
                <a:lumMod val="110000"/>
                <a:satMod val="105000"/>
                <a:tint val="67000"/>
              </a:schemeClr>
            </a:gs>
            <a:gs pos="50000">
              <a:schemeClr val="dk1">
                <a:lumMod val="105000"/>
                <a:satMod val="103000"/>
                <a:tint val="73000"/>
              </a:schemeClr>
            </a:gs>
            <a:gs pos="100000">
              <a:schemeClr val="dk1">
                <a:lumMod val="105000"/>
                <a:satMod val="109000"/>
                <a:tint val="81000"/>
              </a:schemeClr>
            </a:gs>
          </a:gsLst>
          <a:lin ang="5400000" scaled="0"/>
        </a:gradFill>
        <a:ln w="6350" cap="flat" cmpd="sng" algn="ctr">
          <a:solidFill>
            <a:schemeClr val="dk1"/>
          </a:solidFill>
          <a:prstDash val="solid"/>
          <a:miter lim="800000"/>
        </a:ln>
        <a:effectLst/>
      </dsp:spPr>
      <dsp:style>
        <a:lnRef idx="1">
          <a:schemeClr val="dk1"/>
        </a:lnRef>
        <a:fillRef idx="2">
          <a:schemeClr val="dk1"/>
        </a:fillRef>
        <a:effectRef idx="1">
          <a:schemeClr val="dk1"/>
        </a:effectRef>
        <a:fontRef idx="minor">
          <a:schemeClr val="dk1"/>
        </a:fontRef>
      </dsp:style>
      <dsp:txBody>
        <a:bodyPr spcFirstLastPara="0" vert="horz" wrap="square" lIns="26670" tIns="17780" rIns="26670" bIns="1778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l-PL" sz="1400" kern="1200" noProof="0"/>
            <a:t>Specification</a:t>
          </a:r>
          <a:endParaRPr lang="en-US" sz="1400" kern="1200" noProof="0" dirty="0"/>
        </a:p>
      </dsp:txBody>
      <dsp:txXfrm>
        <a:off x="5635687" y="3349060"/>
        <a:ext cx="1025324" cy="626216"/>
      </dsp:txXfrm>
    </dsp:sp>
    <dsp:sp modelId="{EE917E78-C377-46F7-AD0D-626C4DE0CF6B}">
      <dsp:nvSpPr>
        <dsp:cNvPr id="0" name=""/>
        <dsp:cNvSpPr/>
      </dsp:nvSpPr>
      <dsp:spPr>
        <a:xfrm>
          <a:off x="5483169" y="668856"/>
          <a:ext cx="133036" cy="3824787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3824787"/>
              </a:lnTo>
              <a:lnTo>
                <a:pt x="133036" y="3824787"/>
              </a:lnTo>
            </a:path>
          </a:pathLst>
        </a:custGeom>
        <a:noFill/>
        <a:ln w="127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6E4135F1-6C37-4F72-8845-9450E4AEE42D}">
      <dsp:nvSpPr>
        <dsp:cNvPr id="0" name=""/>
        <dsp:cNvSpPr/>
      </dsp:nvSpPr>
      <dsp:spPr>
        <a:xfrm>
          <a:off x="5616205" y="4161053"/>
          <a:ext cx="1064288" cy="665180"/>
        </a:xfrm>
        <a:prstGeom prst="roundRect">
          <a:avLst>
            <a:gd name="adj" fmla="val 10000"/>
          </a:avLst>
        </a:prstGeom>
        <a:gradFill rotWithShape="1">
          <a:gsLst>
            <a:gs pos="0">
              <a:schemeClr val="dk1">
                <a:lumMod val="110000"/>
                <a:satMod val="105000"/>
                <a:tint val="67000"/>
              </a:schemeClr>
            </a:gs>
            <a:gs pos="50000">
              <a:schemeClr val="dk1">
                <a:lumMod val="105000"/>
                <a:satMod val="103000"/>
                <a:tint val="73000"/>
              </a:schemeClr>
            </a:gs>
            <a:gs pos="100000">
              <a:schemeClr val="dk1">
                <a:lumMod val="105000"/>
                <a:satMod val="109000"/>
                <a:tint val="81000"/>
              </a:schemeClr>
            </a:gs>
          </a:gsLst>
          <a:lin ang="5400000" scaled="0"/>
        </a:gradFill>
        <a:ln w="6350" cap="flat" cmpd="sng" algn="ctr">
          <a:solidFill>
            <a:schemeClr val="dk1"/>
          </a:solidFill>
          <a:prstDash val="solid"/>
          <a:miter lim="800000"/>
        </a:ln>
        <a:effectLst/>
      </dsp:spPr>
      <dsp:style>
        <a:lnRef idx="1">
          <a:schemeClr val="dk1"/>
        </a:lnRef>
        <a:fillRef idx="2">
          <a:schemeClr val="dk1"/>
        </a:fillRef>
        <a:effectRef idx="1">
          <a:schemeClr val="dk1"/>
        </a:effectRef>
        <a:fontRef idx="minor">
          <a:schemeClr val="dk1"/>
        </a:fontRef>
      </dsp:style>
      <dsp:txBody>
        <a:bodyPr spcFirstLastPara="0" vert="horz" wrap="square" lIns="26670" tIns="17780" rIns="26670" bIns="1778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l-PL" sz="1400" kern="1200" noProof="0" dirty="0"/>
            <a:t>Program </a:t>
          </a:r>
          <a:r>
            <a:rPr lang="en-US" sz="1400" kern="1200" noProof="0" dirty="0"/>
            <a:t>Specification</a:t>
          </a:r>
        </a:p>
      </dsp:txBody>
      <dsp:txXfrm>
        <a:off x="5635687" y="4180535"/>
        <a:ext cx="1025324" cy="626216"/>
      </dsp:txXfrm>
    </dsp:sp>
    <dsp:sp modelId="{1722C38D-D615-4D78-9D22-9555D2AEC17D}">
      <dsp:nvSpPr>
        <dsp:cNvPr id="0" name=""/>
        <dsp:cNvSpPr/>
      </dsp:nvSpPr>
      <dsp:spPr>
        <a:xfrm>
          <a:off x="7013084" y="3676"/>
          <a:ext cx="1330360" cy="665180"/>
        </a:xfrm>
        <a:prstGeom prst="roundRect">
          <a:avLst>
            <a:gd name="adj" fmla="val 10000"/>
          </a:avLst>
        </a:prstGeom>
        <a:gradFill rotWithShape="1">
          <a:gsLst>
            <a:gs pos="0">
              <a:schemeClr val="dk1">
                <a:satMod val="103000"/>
                <a:lumMod val="102000"/>
                <a:tint val="94000"/>
              </a:schemeClr>
            </a:gs>
            <a:gs pos="50000">
              <a:schemeClr val="dk1">
                <a:satMod val="110000"/>
                <a:lumMod val="100000"/>
                <a:shade val="100000"/>
              </a:schemeClr>
            </a:gs>
            <a:gs pos="100000">
              <a:schemeClr val="dk1"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hemeClr val="dk1"/>
        </a:lnRef>
        <a:fillRef idx="3">
          <a:schemeClr val="dk1"/>
        </a:fillRef>
        <a:effectRef idx="3">
          <a:schemeClr val="dk1"/>
        </a:effectRef>
        <a:fontRef idx="minor">
          <a:schemeClr val="lt1"/>
        </a:fontRef>
      </dsp:style>
      <dsp:txBody>
        <a:bodyPr spcFirstLastPara="0" vert="horz" wrap="square" lIns="36195" tIns="24130" rIns="36195" bIns="2413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 noProof="0" dirty="0"/>
            <a:t>Framebuffer</a:t>
          </a:r>
        </a:p>
      </dsp:txBody>
      <dsp:txXfrm>
        <a:off x="7032566" y="23158"/>
        <a:ext cx="1291396" cy="626216"/>
      </dsp:txXfrm>
    </dsp:sp>
    <dsp:sp modelId="{C560B845-9640-4773-817D-11EE03B0B13A}">
      <dsp:nvSpPr>
        <dsp:cNvPr id="0" name=""/>
        <dsp:cNvSpPr/>
      </dsp:nvSpPr>
      <dsp:spPr>
        <a:xfrm>
          <a:off x="7146120" y="668856"/>
          <a:ext cx="133036" cy="498885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498885"/>
              </a:lnTo>
              <a:lnTo>
                <a:pt x="133036" y="498885"/>
              </a:lnTo>
            </a:path>
          </a:pathLst>
        </a:custGeom>
        <a:noFill/>
        <a:ln w="19050" cap="flat" cmpd="sng" algn="ctr">
          <a:solidFill>
            <a:schemeClr val="dk1"/>
          </a:solidFill>
          <a:prstDash val="solid"/>
          <a:miter lim="800000"/>
        </a:ln>
        <a:effectLst/>
      </dsp:spPr>
      <dsp:style>
        <a:lnRef idx="3">
          <a:schemeClr val="dk1"/>
        </a:lnRef>
        <a:fillRef idx="0">
          <a:schemeClr val="dk1"/>
        </a:fillRef>
        <a:effectRef idx="2">
          <a:schemeClr val="dk1"/>
        </a:effectRef>
        <a:fontRef idx="minor">
          <a:schemeClr val="tx1"/>
        </a:fontRef>
      </dsp:style>
    </dsp:sp>
    <dsp:sp modelId="{21FC5255-B0B7-44EA-9502-00913E054241}">
      <dsp:nvSpPr>
        <dsp:cNvPr id="0" name=""/>
        <dsp:cNvSpPr/>
      </dsp:nvSpPr>
      <dsp:spPr>
        <a:xfrm>
          <a:off x="7279156" y="835151"/>
          <a:ext cx="1064288" cy="665180"/>
        </a:xfrm>
        <a:prstGeom prst="roundRect">
          <a:avLst>
            <a:gd name="adj" fmla="val 10000"/>
          </a:avLst>
        </a:prstGeom>
        <a:gradFill rotWithShape="1">
          <a:gsLst>
            <a:gs pos="0">
              <a:schemeClr val="dk1">
                <a:lumMod val="110000"/>
                <a:satMod val="105000"/>
                <a:tint val="67000"/>
              </a:schemeClr>
            </a:gs>
            <a:gs pos="50000">
              <a:schemeClr val="dk1">
                <a:lumMod val="105000"/>
                <a:satMod val="103000"/>
                <a:tint val="73000"/>
              </a:schemeClr>
            </a:gs>
            <a:gs pos="100000">
              <a:schemeClr val="dk1">
                <a:lumMod val="105000"/>
                <a:satMod val="109000"/>
                <a:tint val="81000"/>
              </a:schemeClr>
            </a:gs>
          </a:gsLst>
          <a:lin ang="5400000" scaled="0"/>
        </a:gradFill>
        <a:ln w="6350" cap="flat" cmpd="sng" algn="ctr">
          <a:solidFill>
            <a:schemeClr val="dk1"/>
          </a:solidFill>
          <a:prstDash val="solid"/>
          <a:miter lim="800000"/>
        </a:ln>
        <a:effectLst/>
      </dsp:spPr>
      <dsp:style>
        <a:lnRef idx="1">
          <a:schemeClr val="dk1"/>
        </a:lnRef>
        <a:fillRef idx="2">
          <a:schemeClr val="dk1"/>
        </a:fillRef>
        <a:effectRef idx="1">
          <a:schemeClr val="dk1"/>
        </a:effectRef>
        <a:fontRef idx="minor">
          <a:schemeClr val="dk1"/>
        </a:fontRef>
      </dsp:style>
      <dsp:txBody>
        <a:bodyPr spcFirstLastPara="0" vert="horz" wrap="square" lIns="26670" tIns="17780" rIns="26670" bIns="1778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noProof="0" dirty="0"/>
            <a:t>Attachment</a:t>
          </a:r>
        </a:p>
      </dsp:txBody>
      <dsp:txXfrm>
        <a:off x="7298638" y="854633"/>
        <a:ext cx="1025324" cy="626216"/>
      </dsp:txXfrm>
    </dsp:sp>
    <dsp:sp modelId="{FC7D264D-51D4-4D60-8D6F-47BFE7E69348}">
      <dsp:nvSpPr>
        <dsp:cNvPr id="0" name=""/>
        <dsp:cNvSpPr/>
      </dsp:nvSpPr>
      <dsp:spPr>
        <a:xfrm>
          <a:off x="7146120" y="668856"/>
          <a:ext cx="133036" cy="133036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330360"/>
              </a:lnTo>
              <a:lnTo>
                <a:pt x="133036" y="1330360"/>
              </a:lnTo>
            </a:path>
          </a:pathLst>
        </a:custGeom>
        <a:noFill/>
        <a:ln w="19050" cap="flat" cmpd="sng" algn="ctr">
          <a:solidFill>
            <a:schemeClr val="dk1"/>
          </a:solidFill>
          <a:prstDash val="solid"/>
          <a:miter lim="800000"/>
        </a:ln>
        <a:effectLst/>
      </dsp:spPr>
      <dsp:style>
        <a:lnRef idx="3">
          <a:schemeClr val="dk1"/>
        </a:lnRef>
        <a:fillRef idx="0">
          <a:schemeClr val="dk1"/>
        </a:fillRef>
        <a:effectRef idx="2">
          <a:schemeClr val="dk1"/>
        </a:effectRef>
        <a:fontRef idx="minor">
          <a:schemeClr val="tx1"/>
        </a:fontRef>
      </dsp:style>
    </dsp:sp>
    <dsp:sp modelId="{A9458DDC-3504-4DD6-A864-84806C62F781}">
      <dsp:nvSpPr>
        <dsp:cNvPr id="0" name=""/>
        <dsp:cNvSpPr/>
      </dsp:nvSpPr>
      <dsp:spPr>
        <a:xfrm>
          <a:off x="7279156" y="1666627"/>
          <a:ext cx="1064288" cy="665180"/>
        </a:xfrm>
        <a:prstGeom prst="roundRect">
          <a:avLst>
            <a:gd name="adj" fmla="val 10000"/>
          </a:avLst>
        </a:prstGeom>
        <a:gradFill rotWithShape="1">
          <a:gsLst>
            <a:gs pos="0">
              <a:schemeClr val="dk1">
                <a:lumMod val="110000"/>
                <a:satMod val="105000"/>
                <a:tint val="67000"/>
              </a:schemeClr>
            </a:gs>
            <a:gs pos="50000">
              <a:schemeClr val="dk1">
                <a:lumMod val="105000"/>
                <a:satMod val="103000"/>
                <a:tint val="73000"/>
              </a:schemeClr>
            </a:gs>
            <a:gs pos="100000">
              <a:schemeClr val="dk1">
                <a:lumMod val="105000"/>
                <a:satMod val="109000"/>
                <a:tint val="81000"/>
              </a:schemeClr>
            </a:gs>
          </a:gsLst>
          <a:lin ang="5400000" scaled="0"/>
        </a:gradFill>
        <a:ln w="6350" cap="flat" cmpd="sng" algn="ctr">
          <a:solidFill>
            <a:schemeClr val="dk1"/>
          </a:solidFill>
          <a:prstDash val="solid"/>
          <a:miter lim="800000"/>
        </a:ln>
        <a:effectLst/>
      </dsp:spPr>
      <dsp:style>
        <a:lnRef idx="1">
          <a:schemeClr val="dk1"/>
        </a:lnRef>
        <a:fillRef idx="2">
          <a:schemeClr val="dk1"/>
        </a:fillRef>
        <a:effectRef idx="1">
          <a:schemeClr val="dk1"/>
        </a:effectRef>
        <a:fontRef idx="minor">
          <a:schemeClr val="dk1"/>
        </a:fontRef>
      </dsp:style>
      <dsp:txBody>
        <a:bodyPr spcFirstLastPara="0" vert="horz" wrap="square" lIns="26670" tIns="17780" rIns="26670" bIns="1778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noProof="0" dirty="0"/>
            <a:t>Specification</a:t>
          </a:r>
        </a:p>
      </dsp:txBody>
      <dsp:txXfrm>
        <a:off x="7298638" y="1686109"/>
        <a:ext cx="1025324" cy="626216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process4">
  <dgm:title val=""/>
  <dgm:desc val=""/>
  <dgm:catLst>
    <dgm:cat type="process" pri="16000"/>
    <dgm:cat type="list" pri="20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alg type="lin">
      <dgm:param type="linDir" val="fromB"/>
    </dgm:alg>
    <dgm:shape xmlns:r="http://schemas.openxmlformats.org/officeDocument/2006/relationships" r:blip="">
      <dgm:adjLst/>
    </dgm:shape>
    <dgm:presOf/>
    <dgm:constrLst>
      <dgm:constr type="h" for="ch" forName="boxAndChildren" refType="h"/>
      <dgm:constr type="h" for="ch" forName="arrowAndChildren" refType="h" refFor="ch" refForName="boxAndChildren" op="equ" fact="1.538"/>
      <dgm:constr type="w" for="ch" forName="arrowAndChildren" refType="w"/>
      <dgm:constr type="w" for="ch" forName="boxAndChildren" refType="w"/>
      <dgm:constr type="h" for="ch" forName="sp" refType="h" fact="-0.015"/>
      <dgm:constr type="primFontSz" for="des" forName="parentTextBox" val="65"/>
      <dgm:constr type="primFontSz" for="des" forName="parentTextArrow" refType="primFontSz" refFor="des" refForName="parentTextBox" op="equ"/>
      <dgm:constr type="primFontSz" for="des" forName="childTextArrow" val="65"/>
      <dgm:constr type="primFontSz" for="des" forName="childTextBox" refType="primFontSz" refFor="des" refForName="childTextArrow" op="equ"/>
    </dgm:constrLst>
    <dgm:ruleLst/>
    <dgm:forEach name="Name1" axis="ch" ptType="node" st="-1" step="-1">
      <dgm:choose name="Name2">
        <dgm:if name="Name3" axis="self" ptType="node" func="revPos" op="equ" val="1">
          <dgm:layoutNode name="boxAndChildren">
            <dgm:alg type="composite"/>
            <dgm:shape xmlns:r="http://schemas.openxmlformats.org/officeDocument/2006/relationships" r:blip="">
              <dgm:adjLst/>
            </dgm:shape>
            <dgm:presOf/>
            <dgm:choose name="Name4">
              <dgm:if name="Name5" axis="ch" ptType="node" func="cnt" op="gte" val="1">
                <dgm:constrLst>
                  <dgm:constr type="w" for="ch" forName="parentTextBox" refType="w"/>
                  <dgm:constr type="h" for="ch" forName="parentTextBox" refType="h" fact="0.54"/>
                  <dgm:constr type="t" for="ch" forName="parentTextBox"/>
                  <dgm:constr type="w" for="ch" forName="entireBox" refType="w"/>
                  <dgm:constr type="h" for="ch" forName="entireBox" refType="h"/>
                  <dgm:constr type="w" for="ch" forName="descendantBox" refType="w"/>
                  <dgm:constr type="b" for="ch" forName="descendantBox" refType="h" fact="0.98"/>
                  <dgm:constr type="h" for="ch" forName="descendantBox" refType="h" fact="0.46"/>
                </dgm:constrLst>
              </dgm:if>
              <dgm:else name="Name6">
                <dgm:constrLst>
                  <dgm:constr type="w" for="ch" forName="parentTextBox" refType="w"/>
                  <dgm:constr type="h" for="ch" forName="parentTextBox" refType="h"/>
                </dgm:constrLst>
              </dgm:else>
            </dgm:choose>
            <dgm:ruleLst/>
            <dgm:layoutNode name="parentTextBox">
              <dgm:alg type="tx"/>
              <dgm:choose name="Name7">
                <dgm:if name="Name8" axis="ch" ptType="node" func="cnt" op="gte" val="1">
                  <dgm:shape xmlns:r="http://schemas.openxmlformats.org/officeDocument/2006/relationships" type="rect" r:blip="" zOrderOff="1" hideGeom="1">
                    <dgm:adjLst/>
                  </dgm:shape>
                </dgm:if>
                <dgm:else name="Name9">
                  <dgm:shape xmlns:r="http://schemas.openxmlformats.org/officeDocument/2006/relationships" type="rect" r:blip="">
                    <dgm:adjLst/>
                  </dgm:shape>
                </dgm:else>
              </dgm:choose>
              <dgm:presOf axis="self"/>
              <dgm:constrLst/>
              <dgm:ruleLst>
                <dgm:rule type="primFontSz" val="5" fact="NaN" max="NaN"/>
              </dgm:ruleLst>
            </dgm:layoutNode>
            <dgm:choose name="Name10">
              <dgm:if name="Name11" axis="ch" ptType="node" func="cnt" op="gte" val="1">
                <dgm:layoutNode name="entireBox">
                  <dgm:alg type="sp"/>
                  <dgm:shape xmlns:r="http://schemas.openxmlformats.org/officeDocument/2006/relationships" type="rect" r:blip="">
                    <dgm:adjLst/>
                  </dgm:shape>
                  <dgm:presOf axis="self"/>
                  <dgm:constrLst/>
                  <dgm:ruleLst/>
                </dgm:layoutNode>
                <dgm:layoutNode name="descendantBox" styleLbl="fgAccFollowNode1">
                  <dgm:choose name="Name12">
                    <dgm:if name="Name13" func="var" arg="dir" op="equ" val="norm">
                      <dgm:alg type="lin"/>
                    </dgm:if>
                    <dgm:else name="Name14">
                      <dgm:alg type="lin">
                        <dgm:param type="linDir" val="fromR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w" for="ch" forName="childTextBox" refType="w"/>
                    <dgm:constr type="h" for="ch" forName="childTextBox" refType="h"/>
                  </dgm:constrLst>
                  <dgm:ruleLst/>
                  <dgm:forEach name="Name15" axis="ch" ptType="node">
                    <dgm:layoutNode name="childTextBox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rect" r:blip="">
                        <dgm:adjLst/>
                      </dgm:shape>
                      <dgm:presOf axis="desOrSelf" ptType="node"/>
                      <dgm:constrLst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</dgm:forEach>
                </dgm:layoutNode>
              </dgm:if>
              <dgm:else name="Name16"/>
            </dgm:choose>
          </dgm:layoutNode>
        </dgm:if>
        <dgm:else name="Name17">
          <dgm:layoutNode name="arrowAndChildren">
            <dgm:alg type="composite"/>
            <dgm:shape xmlns:r="http://schemas.openxmlformats.org/officeDocument/2006/relationships" r:blip="">
              <dgm:adjLst/>
            </dgm:shape>
            <dgm:presOf/>
            <dgm:choose name="Name18">
              <dgm:if name="Name19" axis="ch" ptType="node" func="cnt" op="gte" val="1">
                <dgm:constrLst>
                  <dgm:constr type="w" for="ch" forName="parentTextArrow" refType="w"/>
                  <dgm:constr type="t" for="ch" forName="parentTextArrow"/>
                  <dgm:constr type="h" for="ch" forName="parentTextArrow" refType="h" fact="0.351"/>
                  <dgm:constr type="w" for="ch" forName="arrow" refType="w"/>
                  <dgm:constr type="h" for="ch" forName="arrow" refType="h"/>
                  <dgm:constr type="w" for="ch" forName="descendantArrow" refType="w"/>
                  <dgm:constr type="b" for="ch" forName="descendantArrow" refType="h" fact="0.65"/>
                  <dgm:constr type="h" for="ch" forName="descendantArrow" refType="h" fact="0.299"/>
                </dgm:constrLst>
              </dgm:if>
              <dgm:else name="Name20">
                <dgm:constrLst>
                  <dgm:constr type="w" for="ch" forName="parentTextArrow" refType="w"/>
                  <dgm:constr type="h" for="ch" forName="parentTextArrow" refType="h"/>
                </dgm:constrLst>
              </dgm:else>
            </dgm:choose>
            <dgm:ruleLst/>
            <dgm:layoutNode name="parentTextArrow">
              <dgm:alg type="tx"/>
              <dgm:choose name="Name21">
                <dgm:if name="Name22" axis="ch" ptType="node" func="cnt" op="gte" val="1">
                  <dgm:shape xmlns:r="http://schemas.openxmlformats.org/officeDocument/2006/relationships" type="rect" r:blip="" zOrderOff="1" hideGeom="1">
                    <dgm:adjLst/>
                  </dgm:shape>
                </dgm:if>
                <dgm:else name="Name23">
                  <dgm:shape xmlns:r="http://schemas.openxmlformats.org/officeDocument/2006/relationships" rot="180" type="upArrowCallout" r:blip="">
                    <dgm:adjLst/>
                  </dgm:shape>
                </dgm:else>
              </dgm:choose>
              <dgm:presOf axis="self"/>
              <dgm:constrLst/>
              <dgm:ruleLst>
                <dgm:rule type="primFontSz" val="5" fact="NaN" max="NaN"/>
              </dgm:ruleLst>
            </dgm:layoutNode>
            <dgm:choose name="Name24">
              <dgm:if name="Name25" axis="ch" ptType="node" func="cnt" op="gte" val="1">
                <dgm:layoutNode name="arrow">
                  <dgm:alg type="sp"/>
                  <dgm:shape xmlns:r="http://schemas.openxmlformats.org/officeDocument/2006/relationships" rot="180" type="upArrowCallout" r:blip="">
                    <dgm:adjLst/>
                  </dgm:shape>
                  <dgm:presOf axis="self"/>
                  <dgm:constrLst/>
                  <dgm:ruleLst/>
                </dgm:layoutNode>
                <dgm:layoutNode name="descendantArrow">
                  <dgm:choose name="Name26">
                    <dgm:if name="Name27" func="var" arg="dir" op="equ" val="norm">
                      <dgm:alg type="lin"/>
                    </dgm:if>
                    <dgm:else name="Name28">
                      <dgm:alg type="lin">
                        <dgm:param type="linDir" val="fromR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w" for="ch" forName="childTextArrow" refType="w"/>
                    <dgm:constr type="h" for="ch" forName="childTextArrow" refType="h"/>
                  </dgm:constrLst>
                  <dgm:ruleLst/>
                  <dgm:forEach name="Name29" axis="ch" ptType="node">
                    <dgm:layoutNode name="childTextArrow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rect" r:blip="">
                        <dgm:adjLst/>
                      </dgm:shape>
                      <dgm:presOf axis="desOrSelf" ptType="node"/>
                      <dgm:constrLst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</dgm:forEach>
                </dgm:layoutNode>
              </dgm:if>
              <dgm:else name="Name30"/>
            </dgm:choose>
          </dgm:layoutNode>
        </dgm:else>
      </dgm:choose>
      <dgm:forEach name="Name31" axis="precedSib" ptType="sibTrans" st="-1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process4">
  <dgm:title val=""/>
  <dgm:desc val=""/>
  <dgm:catLst>
    <dgm:cat type="process" pri="16000"/>
    <dgm:cat type="list" pri="20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alg type="lin">
      <dgm:param type="linDir" val="fromB"/>
    </dgm:alg>
    <dgm:shape xmlns:r="http://schemas.openxmlformats.org/officeDocument/2006/relationships" r:blip="">
      <dgm:adjLst/>
    </dgm:shape>
    <dgm:presOf/>
    <dgm:constrLst>
      <dgm:constr type="h" for="ch" forName="boxAndChildren" refType="h"/>
      <dgm:constr type="h" for="ch" forName="arrowAndChildren" refType="h" refFor="ch" refForName="boxAndChildren" op="equ" fact="1.538"/>
      <dgm:constr type="w" for="ch" forName="arrowAndChildren" refType="w"/>
      <dgm:constr type="w" for="ch" forName="boxAndChildren" refType="w"/>
      <dgm:constr type="h" for="ch" forName="sp" refType="h" fact="-0.015"/>
      <dgm:constr type="primFontSz" for="des" forName="parentTextBox" val="65"/>
      <dgm:constr type="primFontSz" for="des" forName="parentTextArrow" refType="primFontSz" refFor="des" refForName="parentTextBox" op="equ"/>
      <dgm:constr type="primFontSz" for="des" forName="childTextArrow" val="65"/>
      <dgm:constr type="primFontSz" for="des" forName="childTextBox" refType="primFontSz" refFor="des" refForName="childTextArrow" op="equ"/>
    </dgm:constrLst>
    <dgm:ruleLst/>
    <dgm:forEach name="Name1" axis="ch" ptType="node" st="-1" step="-1">
      <dgm:choose name="Name2">
        <dgm:if name="Name3" axis="self" ptType="node" func="revPos" op="equ" val="1">
          <dgm:layoutNode name="boxAndChildren">
            <dgm:alg type="composite"/>
            <dgm:shape xmlns:r="http://schemas.openxmlformats.org/officeDocument/2006/relationships" r:blip="">
              <dgm:adjLst/>
            </dgm:shape>
            <dgm:presOf/>
            <dgm:choose name="Name4">
              <dgm:if name="Name5" axis="ch" ptType="node" func="cnt" op="gte" val="1">
                <dgm:constrLst>
                  <dgm:constr type="w" for="ch" forName="parentTextBox" refType="w"/>
                  <dgm:constr type="h" for="ch" forName="parentTextBox" refType="h" fact="0.54"/>
                  <dgm:constr type="t" for="ch" forName="parentTextBox"/>
                  <dgm:constr type="w" for="ch" forName="entireBox" refType="w"/>
                  <dgm:constr type="h" for="ch" forName="entireBox" refType="h"/>
                  <dgm:constr type="w" for="ch" forName="descendantBox" refType="w"/>
                  <dgm:constr type="b" for="ch" forName="descendantBox" refType="h" fact="0.98"/>
                  <dgm:constr type="h" for="ch" forName="descendantBox" refType="h" fact="0.46"/>
                </dgm:constrLst>
              </dgm:if>
              <dgm:else name="Name6">
                <dgm:constrLst>
                  <dgm:constr type="w" for="ch" forName="parentTextBox" refType="w"/>
                  <dgm:constr type="h" for="ch" forName="parentTextBox" refType="h"/>
                </dgm:constrLst>
              </dgm:else>
            </dgm:choose>
            <dgm:ruleLst/>
            <dgm:layoutNode name="parentTextBox">
              <dgm:alg type="tx"/>
              <dgm:choose name="Name7">
                <dgm:if name="Name8" axis="ch" ptType="node" func="cnt" op="gte" val="1">
                  <dgm:shape xmlns:r="http://schemas.openxmlformats.org/officeDocument/2006/relationships" type="rect" r:blip="" zOrderOff="1" hideGeom="1">
                    <dgm:adjLst/>
                  </dgm:shape>
                </dgm:if>
                <dgm:else name="Name9">
                  <dgm:shape xmlns:r="http://schemas.openxmlformats.org/officeDocument/2006/relationships" type="rect" r:blip="">
                    <dgm:adjLst/>
                  </dgm:shape>
                </dgm:else>
              </dgm:choose>
              <dgm:presOf axis="self"/>
              <dgm:constrLst/>
              <dgm:ruleLst>
                <dgm:rule type="primFontSz" val="5" fact="NaN" max="NaN"/>
              </dgm:ruleLst>
            </dgm:layoutNode>
            <dgm:choose name="Name10">
              <dgm:if name="Name11" axis="ch" ptType="node" func="cnt" op="gte" val="1">
                <dgm:layoutNode name="entireBox">
                  <dgm:alg type="sp"/>
                  <dgm:shape xmlns:r="http://schemas.openxmlformats.org/officeDocument/2006/relationships" type="rect" r:blip="">
                    <dgm:adjLst/>
                  </dgm:shape>
                  <dgm:presOf axis="self"/>
                  <dgm:constrLst/>
                  <dgm:ruleLst/>
                </dgm:layoutNode>
                <dgm:layoutNode name="descendantBox" styleLbl="fgAccFollowNode1">
                  <dgm:choose name="Name12">
                    <dgm:if name="Name13" func="var" arg="dir" op="equ" val="norm">
                      <dgm:alg type="lin"/>
                    </dgm:if>
                    <dgm:else name="Name14">
                      <dgm:alg type="lin">
                        <dgm:param type="linDir" val="fromR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w" for="ch" forName="childTextBox" refType="w"/>
                    <dgm:constr type="h" for="ch" forName="childTextBox" refType="h"/>
                  </dgm:constrLst>
                  <dgm:ruleLst/>
                  <dgm:forEach name="Name15" axis="ch" ptType="node">
                    <dgm:layoutNode name="childTextBox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rect" r:blip="">
                        <dgm:adjLst/>
                      </dgm:shape>
                      <dgm:presOf axis="desOrSelf" ptType="node"/>
                      <dgm:constrLst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</dgm:forEach>
                </dgm:layoutNode>
              </dgm:if>
              <dgm:else name="Name16"/>
            </dgm:choose>
          </dgm:layoutNode>
        </dgm:if>
        <dgm:else name="Name17">
          <dgm:layoutNode name="arrowAndChildren">
            <dgm:alg type="composite"/>
            <dgm:shape xmlns:r="http://schemas.openxmlformats.org/officeDocument/2006/relationships" r:blip="">
              <dgm:adjLst/>
            </dgm:shape>
            <dgm:presOf/>
            <dgm:choose name="Name18">
              <dgm:if name="Name19" axis="ch" ptType="node" func="cnt" op="gte" val="1">
                <dgm:constrLst>
                  <dgm:constr type="w" for="ch" forName="parentTextArrow" refType="w"/>
                  <dgm:constr type="t" for="ch" forName="parentTextArrow"/>
                  <dgm:constr type="h" for="ch" forName="parentTextArrow" refType="h" fact="0.351"/>
                  <dgm:constr type="w" for="ch" forName="arrow" refType="w"/>
                  <dgm:constr type="h" for="ch" forName="arrow" refType="h"/>
                  <dgm:constr type="w" for="ch" forName="descendantArrow" refType="w"/>
                  <dgm:constr type="b" for="ch" forName="descendantArrow" refType="h" fact="0.65"/>
                  <dgm:constr type="h" for="ch" forName="descendantArrow" refType="h" fact="0.299"/>
                </dgm:constrLst>
              </dgm:if>
              <dgm:else name="Name20">
                <dgm:constrLst>
                  <dgm:constr type="w" for="ch" forName="parentTextArrow" refType="w"/>
                  <dgm:constr type="h" for="ch" forName="parentTextArrow" refType="h"/>
                </dgm:constrLst>
              </dgm:else>
            </dgm:choose>
            <dgm:ruleLst/>
            <dgm:layoutNode name="parentTextArrow">
              <dgm:alg type="tx"/>
              <dgm:choose name="Name21">
                <dgm:if name="Name22" axis="ch" ptType="node" func="cnt" op="gte" val="1">
                  <dgm:shape xmlns:r="http://schemas.openxmlformats.org/officeDocument/2006/relationships" type="rect" r:blip="" zOrderOff="1" hideGeom="1">
                    <dgm:adjLst/>
                  </dgm:shape>
                </dgm:if>
                <dgm:else name="Name23">
                  <dgm:shape xmlns:r="http://schemas.openxmlformats.org/officeDocument/2006/relationships" rot="180" type="upArrowCallout" r:blip="">
                    <dgm:adjLst/>
                  </dgm:shape>
                </dgm:else>
              </dgm:choose>
              <dgm:presOf axis="self"/>
              <dgm:constrLst/>
              <dgm:ruleLst>
                <dgm:rule type="primFontSz" val="5" fact="NaN" max="NaN"/>
              </dgm:ruleLst>
            </dgm:layoutNode>
            <dgm:choose name="Name24">
              <dgm:if name="Name25" axis="ch" ptType="node" func="cnt" op="gte" val="1">
                <dgm:layoutNode name="arrow">
                  <dgm:alg type="sp"/>
                  <dgm:shape xmlns:r="http://schemas.openxmlformats.org/officeDocument/2006/relationships" rot="180" type="upArrowCallout" r:blip="">
                    <dgm:adjLst/>
                  </dgm:shape>
                  <dgm:presOf axis="self"/>
                  <dgm:constrLst/>
                  <dgm:ruleLst/>
                </dgm:layoutNode>
                <dgm:layoutNode name="descendantArrow">
                  <dgm:choose name="Name26">
                    <dgm:if name="Name27" func="var" arg="dir" op="equ" val="norm">
                      <dgm:alg type="lin"/>
                    </dgm:if>
                    <dgm:else name="Name28">
                      <dgm:alg type="lin">
                        <dgm:param type="linDir" val="fromR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w" for="ch" forName="childTextArrow" refType="w"/>
                    <dgm:constr type="h" for="ch" forName="childTextArrow" refType="h"/>
                  </dgm:constrLst>
                  <dgm:ruleLst/>
                  <dgm:forEach name="Name29" axis="ch" ptType="node">
                    <dgm:layoutNode name="childTextArrow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rect" r:blip="">
                        <dgm:adjLst/>
                      </dgm:shape>
                      <dgm:presOf axis="desOrSelf" ptType="node"/>
                      <dgm:constrLst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</dgm:forEach>
                </dgm:layoutNode>
              </dgm:if>
              <dgm:else name="Name30"/>
            </dgm:choose>
          </dgm:layoutNode>
        </dgm:else>
      </dgm:choose>
      <dgm:forEach name="Name31" axis="precedSib" ptType="sibTrans" st="-1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hierarchy3">
  <dgm:title val=""/>
  <dgm:desc val=""/>
  <dgm:catLst>
    <dgm:cat type="hierarchy" pri="7000"/>
    <dgm:cat type="list" pri="23000"/>
    <dgm:cat type="relationship" pri="15000"/>
    <dgm:cat type="convert" pri="7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</dgm:ptLst>
      <dgm:cxnLst>
        <dgm:cxn modelId="4" srcId="0" destId="1" srcOrd="0" destOrd="0"/>
        <dgm:cxn modelId="5" srcId="1" destId="11" srcOrd="0" destOrd="0"/>
        <dgm:cxn modelId="6" srcId="1" destId="12" srcOrd="1" destOrd="0"/>
        <dgm:cxn modelId="7" srcId="0" destId="2" srcOrd="1" destOrd="0"/>
        <dgm:cxn modelId="8" srcId="2" destId="21" srcOrd="0" destOrd="0"/>
        <dgm:cxn modelId="9" srcId="2" destId="2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diagram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forName="rootText" op="equ" val="65"/>
      <dgm:constr type="primFontSz" for="des" forName="childText" op="equ" val="65"/>
      <dgm:constr type="w" for="des" forName="rootComposite" refType="w"/>
      <dgm:constr type="h" for="des" forName="rootComposite" refType="w" fact="0.5"/>
      <dgm:constr type="w" for="des" forName="childText" refType="w" refFor="des" refForName="rootComposite" fact="0.8"/>
      <dgm:constr type="h" for="des" forName="childText" refType="h" refFor="des" refForName="rootComposite"/>
      <dgm:constr type="sibSp" refType="w" refFor="des" refForName="rootComposite" fact="0.25"/>
      <dgm:constr type="sibSp" for="des" forName="childShape" refType="h" refFor="des" refForName="childText" fact="0.25"/>
      <dgm:constr type="sp" for="des" forName="root" refType="h" refFor="des" refForName="childText" fact="0.25"/>
    </dgm:constrLst>
    <dgm:ruleLst/>
    <dgm:forEach name="Name3" axis="ch">
      <dgm:forEach name="Name4" axis="self" ptType="node" cnt="1">
        <dgm:layoutNode name="root">
          <dgm:choose name="Name5">
            <dgm:if name="Name6" func="var" arg="dir" op="equ" val="norm">
              <dgm:alg type="hierRoot">
                <dgm:param type="hierAlign" val="tL"/>
              </dgm:alg>
            </dgm:if>
            <dgm:else name="Name7">
              <dgm:alg type="hierRoot">
                <dgm:param type="hierAlign" val="tR"/>
              </dgm:alg>
            </dgm:else>
          </dgm:choose>
          <dgm:shape xmlns:r="http://schemas.openxmlformats.org/officeDocument/2006/relationships" r:blip="">
            <dgm:adjLst/>
          </dgm:shape>
          <dgm:presOf/>
          <dgm:constrLst>
            <dgm:constr type="alignOff" val="0.2"/>
          </dgm:constrLst>
          <dgm:ruleLst/>
          <dgm:layoutNode name="rootComposite">
            <dgm:alg type="composite"/>
            <dgm:shape xmlns:r="http://schemas.openxmlformats.org/officeDocument/2006/relationships" r:blip="">
              <dgm:adjLst/>
            </dgm:shape>
            <dgm:presOf axis="self" ptType="node" cnt="1"/>
            <dgm:choose name="Name8">
              <dgm:if name="Name9" func="var" arg="dir" op="equ" val="norm">
                <dgm:constrLst>
                  <dgm:constr type="l" for="ch" forName="rootText"/>
                  <dgm:constr type="t" for="ch" forName="rootText"/>
                  <dgm:constr type="w" for="ch" forName="rootText" refType="w"/>
                  <dgm:constr type="h" for="ch" forName="rootText" refType="h"/>
                  <dgm:constr type="l" for="ch" forName="rootConnector"/>
                  <dgm:constr type="t" for="ch" forName="rootConnector"/>
                  <dgm:constr type="w" for="ch" forName="rootConnector" refType="w" refFor="ch" refForName="rootText" fact="0.2"/>
                  <dgm:constr type="h" for="ch" forName="rootConnector" refType="h" refFor="ch" refForName="rootText"/>
                </dgm:constrLst>
              </dgm:if>
              <dgm:else name="Name10">
                <dgm:constrLst>
                  <dgm:constr type="l" for="ch" forName="rootText"/>
                  <dgm:constr type="t" for="ch" forName="rootText"/>
                  <dgm:constr type="w" for="ch" forName="rootText" refType="w"/>
                  <dgm:constr type="h" for="ch" forName="rootText" refType="h"/>
                  <dgm:constr type="r" for="ch" forName="rootConnector" refType="w"/>
                  <dgm:constr type="t" for="ch" forName="rootConnector"/>
                  <dgm:constr type="w" for="ch" forName="rootConnector" refType="w" refFor="ch" refForName="rootText" fact="0.2"/>
                  <dgm:constr type="h" for="ch" forName="rootConnector" refType="h" refFor="ch" refForName="rootText"/>
                </dgm:constrLst>
              </dgm:else>
            </dgm:choose>
            <dgm:ruleLst/>
            <dgm:layoutNode name="rootText" styleLbl="node1"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 ptType="node" cnt="1"/>
              <dgm:constrLst>
                <dgm:constr type="tMarg" refType="primFontSz" fact="0.1"/>
                <dgm:constr type="bMarg" refType="primFontSz" fact="0.1"/>
                <dgm:constr type="lMarg" refType="primFontSz" fact="0.15"/>
                <dgm:constr type="rMarg" refType="primFontSz" fact="0.15"/>
              </dgm:constrLst>
              <dgm:ruleLst>
                <dgm:rule type="primFontSz" val="5" fact="NaN" max="NaN"/>
              </dgm:ruleLst>
            </dgm:layoutNode>
            <dgm:layoutNode name="rootConnector" moveWith="rootText">
              <dgm:alg type="sp"/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self" ptType="node" cnt="1"/>
              <dgm:constrLst/>
              <dgm:ruleLst/>
            </dgm:layoutNode>
          </dgm:layoutNode>
          <dgm:layoutNode name="childShape">
            <dgm:alg type="hierChild">
              <dgm:param type="chAlign" val="l"/>
              <dgm:param type="linDir" val="fromT"/>
            </dgm:alg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11" axis="ch">
              <dgm:forEach name="Name12" axis="self" ptType="parTrans" cnt="1">
                <dgm:layoutNode name="Name13">
                  <dgm:choose name="Name14">
                    <dgm:if name="Name15" func="var" arg="dir" op="equ" val="norm">
                      <dgm:alg type="conn">
                        <dgm:param type="dim" val="1D"/>
                        <dgm:param type="endSty" val="noArr"/>
                        <dgm:param type="connRout" val="bend"/>
                        <dgm:param type="srcNode" val="rootConnector"/>
                        <dgm:param type="begPts" val="bCtr"/>
                        <dgm:param type="endPts" val="midL"/>
                      </dgm:alg>
                    </dgm:if>
                    <dgm:else name="Name16">
                      <dgm:alg type="conn">
                        <dgm:param type="dim" val="1D"/>
                        <dgm:param type="endSty" val="noArr"/>
                        <dgm:param type="connRout" val="bend"/>
                        <dgm:param type="srcNode" val="rootConnector"/>
                        <dgm:param type="begPts" val="bCtr"/>
                        <dgm:param type="endPts" val="midR"/>
                      </dgm:alg>
                    </dgm:else>
                  </dgm:choose>
                  <dgm:shape xmlns:r="http://schemas.openxmlformats.org/officeDocument/2006/relationships" type="conn" r:blip="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7" axis="self" ptType="node">
                <dgm:layoutNode name="childText" styleLbl="bgAcc1">
                  <dgm:varLst>
                    <dgm:bulletEnabled val="1"/>
                  </dgm:varLst>
                  <dgm:alg type="tx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self desOrSelf" ptType="node node" st="1 1" cnt="1 0"/>
                  <dgm:constrLst>
                    <dgm:constr type="tMarg" refType="primFontSz" fact="0.1"/>
                    <dgm:constr type="bMarg" refType="primFontSz" fact="0.1"/>
                    <dgm:constr type="lMarg" refType="primFontSz" fact="0.15"/>
                    <dgm:constr type="rMarg" refType="primFontSz" fact="0.15"/>
                  </dgm:constrLst>
                  <dgm:ruleLst>
                    <dgm:rule type="primFontSz" val="5" fact="NaN" max="NaN"/>
                  </dgm:ruleLst>
                </dgm:layoutNode>
              </dgm:forEach>
            </dgm:forEach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ajd tytułow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33ACDCB5-FFA0-8DF9-2604-F461B948878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l-PL"/>
              <a:t>Kliknij, aby edytować styl</a:t>
            </a:r>
          </a:p>
        </p:txBody>
      </p:sp>
      <p:sp>
        <p:nvSpPr>
          <p:cNvPr id="3" name="Podtytuł 2">
            <a:extLst>
              <a:ext uri="{FF2B5EF4-FFF2-40B4-BE49-F238E27FC236}">
                <a16:creationId xmlns:a16="http://schemas.microsoft.com/office/drawing/2014/main" id="{70812F54-0B24-40C6-5E7D-4BD2B0C62A3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l-PL"/>
              <a:t>Kliknij, aby edytować styl wzorca podtytułu</a:t>
            </a:r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001640A5-1D18-C650-D8D2-F650BB28EC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B9C430-E1D8-403E-B8DC-FA88E62CE512}" type="datetimeFigureOut">
              <a:rPr lang="pl-PL" smtClean="0"/>
              <a:t>06.12.2025</a:t>
            </a:fld>
            <a:endParaRPr lang="pl-PL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5626104E-3045-7064-98EC-F3F510DCC9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C780AD97-E35B-FE7A-B54F-2B101342FD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83B447-EA28-455C-918A-ACA65669C432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26509284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ytuł i zawartoś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8A0C1130-4E4F-152D-1522-794FB81AD1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edytować styl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0AE79004-9096-6FCD-34E4-7CAD3557B6F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1D65596E-85BF-CA6A-BED7-25ED618F19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B9C430-E1D8-403E-B8DC-FA88E62CE512}" type="datetimeFigureOut">
              <a:rPr lang="pl-PL" smtClean="0"/>
              <a:t>06.12.2025</a:t>
            </a:fld>
            <a:endParaRPr lang="pl-PL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D00712EE-5553-C20F-2005-896D679DBA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B6871F2C-9DF7-80DD-1603-CFBEF7063B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83B447-EA28-455C-918A-ACA65669C432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0291612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Nagłówek sekcj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7C24136D-1286-DF38-5565-9E15A1C694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l-PL"/>
              <a:t>Kliknij, aby edytować styl</a:t>
            </a:r>
          </a:p>
        </p:txBody>
      </p:sp>
      <p:sp>
        <p:nvSpPr>
          <p:cNvPr id="3" name="Symbol zastępczy tekstu 2">
            <a:extLst>
              <a:ext uri="{FF2B5EF4-FFF2-40B4-BE49-F238E27FC236}">
                <a16:creationId xmlns:a16="http://schemas.microsoft.com/office/drawing/2014/main" id="{33CF4317-FCC0-C96E-5458-B600F390F21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9C12F92C-F6C9-BC6D-6E7B-0DB5012006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B9C430-E1D8-403E-B8DC-FA88E62CE512}" type="datetimeFigureOut">
              <a:rPr lang="pl-PL" smtClean="0"/>
              <a:t>06.12.2025</a:t>
            </a:fld>
            <a:endParaRPr lang="pl-PL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4B45CDF8-9777-B55D-F08E-C776CC2314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D8259142-DC26-2C9E-3835-DA001C5DFC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83B447-EA28-455C-918A-ACA65669C432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1920576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wa elementy zawartośc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8D9E6D63-1299-52F6-5B09-DC6C22461E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edytować styl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5C3EBA68-E1D0-CF40-0D30-FA8EE8D857A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4" name="Symbol zastępczy zawartości 3">
            <a:extLst>
              <a:ext uri="{FF2B5EF4-FFF2-40B4-BE49-F238E27FC236}">
                <a16:creationId xmlns:a16="http://schemas.microsoft.com/office/drawing/2014/main" id="{CB65E6A0-3890-121B-F377-B8A2B7314B0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5" name="Symbol zastępczy daty 4">
            <a:extLst>
              <a:ext uri="{FF2B5EF4-FFF2-40B4-BE49-F238E27FC236}">
                <a16:creationId xmlns:a16="http://schemas.microsoft.com/office/drawing/2014/main" id="{AF64F231-C307-3452-9C23-611D8486B1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B9C430-E1D8-403E-B8DC-FA88E62CE512}" type="datetimeFigureOut">
              <a:rPr lang="pl-PL" smtClean="0"/>
              <a:t>06.12.2025</a:t>
            </a:fld>
            <a:endParaRPr lang="pl-PL"/>
          </a:p>
        </p:txBody>
      </p:sp>
      <p:sp>
        <p:nvSpPr>
          <p:cNvPr id="6" name="Symbol zastępczy stopki 5">
            <a:extLst>
              <a:ext uri="{FF2B5EF4-FFF2-40B4-BE49-F238E27FC236}">
                <a16:creationId xmlns:a16="http://schemas.microsoft.com/office/drawing/2014/main" id="{A80B3070-E10F-B8D0-BDA3-B7B6E132F8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7" name="Symbol zastępczy numeru slajdu 6">
            <a:extLst>
              <a:ext uri="{FF2B5EF4-FFF2-40B4-BE49-F238E27FC236}">
                <a16:creationId xmlns:a16="http://schemas.microsoft.com/office/drawing/2014/main" id="{31DD0DF9-D8BB-81CE-D16F-5DC2C1156F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83B447-EA28-455C-918A-ACA65669C432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35618976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Porównan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28E7E54C-7B9F-FA40-E280-1ACB0D97C2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l-PL"/>
              <a:t>Kliknij, aby edytować styl</a:t>
            </a:r>
          </a:p>
        </p:txBody>
      </p:sp>
      <p:sp>
        <p:nvSpPr>
          <p:cNvPr id="3" name="Symbol zastępczy tekstu 2">
            <a:extLst>
              <a:ext uri="{FF2B5EF4-FFF2-40B4-BE49-F238E27FC236}">
                <a16:creationId xmlns:a16="http://schemas.microsoft.com/office/drawing/2014/main" id="{9A9EC276-2D38-5281-FDA2-28971C1CA30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4" name="Symbol zastępczy zawartości 3">
            <a:extLst>
              <a:ext uri="{FF2B5EF4-FFF2-40B4-BE49-F238E27FC236}">
                <a16:creationId xmlns:a16="http://schemas.microsoft.com/office/drawing/2014/main" id="{A21578C4-ED61-F73B-2266-B86846F877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5" name="Symbol zastępczy tekstu 4">
            <a:extLst>
              <a:ext uri="{FF2B5EF4-FFF2-40B4-BE49-F238E27FC236}">
                <a16:creationId xmlns:a16="http://schemas.microsoft.com/office/drawing/2014/main" id="{CFA8E7B7-2AED-C625-ABFA-EC3C4C20242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6" name="Symbol zastępczy zawartości 5">
            <a:extLst>
              <a:ext uri="{FF2B5EF4-FFF2-40B4-BE49-F238E27FC236}">
                <a16:creationId xmlns:a16="http://schemas.microsoft.com/office/drawing/2014/main" id="{4218E689-80B2-25C6-5FBE-358A284003B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7" name="Symbol zastępczy daty 6">
            <a:extLst>
              <a:ext uri="{FF2B5EF4-FFF2-40B4-BE49-F238E27FC236}">
                <a16:creationId xmlns:a16="http://schemas.microsoft.com/office/drawing/2014/main" id="{E326C624-A4CD-8B3E-6E71-820D4A4725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B9C430-E1D8-403E-B8DC-FA88E62CE512}" type="datetimeFigureOut">
              <a:rPr lang="pl-PL" smtClean="0"/>
              <a:t>06.12.2025</a:t>
            </a:fld>
            <a:endParaRPr lang="pl-PL"/>
          </a:p>
        </p:txBody>
      </p:sp>
      <p:sp>
        <p:nvSpPr>
          <p:cNvPr id="8" name="Symbol zastępczy stopki 7">
            <a:extLst>
              <a:ext uri="{FF2B5EF4-FFF2-40B4-BE49-F238E27FC236}">
                <a16:creationId xmlns:a16="http://schemas.microsoft.com/office/drawing/2014/main" id="{02E75A4D-3A19-4C7E-EC2F-A20BABDCDC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9" name="Symbol zastępczy numeru slajdu 8">
            <a:extLst>
              <a:ext uri="{FF2B5EF4-FFF2-40B4-BE49-F238E27FC236}">
                <a16:creationId xmlns:a16="http://schemas.microsoft.com/office/drawing/2014/main" id="{F7D0ED07-DAD0-5095-D24D-838DCF75CC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83B447-EA28-455C-918A-ACA65669C432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173329442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ylko tytu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08821822-FBDC-3B1E-B384-03ED14FB24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edytować styl</a:t>
            </a:r>
          </a:p>
        </p:txBody>
      </p:sp>
      <p:sp>
        <p:nvSpPr>
          <p:cNvPr id="3" name="Symbol zastępczy daty 2">
            <a:extLst>
              <a:ext uri="{FF2B5EF4-FFF2-40B4-BE49-F238E27FC236}">
                <a16:creationId xmlns:a16="http://schemas.microsoft.com/office/drawing/2014/main" id="{4AC4A524-F82A-B769-3D65-C3DB0E9E13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B9C430-E1D8-403E-B8DC-FA88E62CE512}" type="datetimeFigureOut">
              <a:rPr lang="pl-PL" smtClean="0"/>
              <a:t>06.12.2025</a:t>
            </a:fld>
            <a:endParaRPr lang="pl-PL"/>
          </a:p>
        </p:txBody>
      </p:sp>
      <p:sp>
        <p:nvSpPr>
          <p:cNvPr id="4" name="Symbol zastępczy stopki 3">
            <a:extLst>
              <a:ext uri="{FF2B5EF4-FFF2-40B4-BE49-F238E27FC236}">
                <a16:creationId xmlns:a16="http://schemas.microsoft.com/office/drawing/2014/main" id="{FDFD381B-521B-7089-9180-8E5126BA2C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5" name="Symbol zastępczy numeru slajdu 4">
            <a:extLst>
              <a:ext uri="{FF2B5EF4-FFF2-40B4-BE49-F238E27FC236}">
                <a16:creationId xmlns:a16="http://schemas.microsoft.com/office/drawing/2014/main" id="{A4C7905B-373E-CF05-0AF9-C8FC62DB5D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83B447-EA28-455C-918A-ACA65669C432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52662153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Pus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daty 1">
            <a:extLst>
              <a:ext uri="{FF2B5EF4-FFF2-40B4-BE49-F238E27FC236}">
                <a16:creationId xmlns:a16="http://schemas.microsoft.com/office/drawing/2014/main" id="{B8CFC161-2933-FFF0-6377-D7D8DFB8DE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B9C430-E1D8-403E-B8DC-FA88E62CE512}" type="datetimeFigureOut">
              <a:rPr lang="pl-PL" smtClean="0"/>
              <a:t>06.12.2025</a:t>
            </a:fld>
            <a:endParaRPr lang="pl-PL"/>
          </a:p>
        </p:txBody>
      </p:sp>
      <p:sp>
        <p:nvSpPr>
          <p:cNvPr id="3" name="Symbol zastępczy stopki 2">
            <a:extLst>
              <a:ext uri="{FF2B5EF4-FFF2-40B4-BE49-F238E27FC236}">
                <a16:creationId xmlns:a16="http://schemas.microsoft.com/office/drawing/2014/main" id="{6446EFCF-0490-608F-C80C-2B7D3534F6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4" name="Symbol zastępczy numeru slajdu 3">
            <a:extLst>
              <a:ext uri="{FF2B5EF4-FFF2-40B4-BE49-F238E27FC236}">
                <a16:creationId xmlns:a16="http://schemas.microsoft.com/office/drawing/2014/main" id="{814D355B-A06B-EBAB-D76E-D1DD10EA88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83B447-EA28-455C-918A-ACA65669C432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09028664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Zawartość z podpis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BD4FBF21-62EF-D821-E5AC-EFF793B30B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l-PL"/>
              <a:t>Kliknij, aby edytować styl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2B50C729-1827-7BE3-ADF3-868BB176309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4" name="Symbol zastępczy tekstu 3">
            <a:extLst>
              <a:ext uri="{FF2B5EF4-FFF2-40B4-BE49-F238E27FC236}">
                <a16:creationId xmlns:a16="http://schemas.microsoft.com/office/drawing/2014/main" id="{9630F258-F778-D416-9F27-B8AD81F7E44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5" name="Symbol zastępczy daty 4">
            <a:extLst>
              <a:ext uri="{FF2B5EF4-FFF2-40B4-BE49-F238E27FC236}">
                <a16:creationId xmlns:a16="http://schemas.microsoft.com/office/drawing/2014/main" id="{9591F722-064E-8EAC-3F02-2A78D7796C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B9C430-E1D8-403E-B8DC-FA88E62CE512}" type="datetimeFigureOut">
              <a:rPr lang="pl-PL" smtClean="0"/>
              <a:t>06.12.2025</a:t>
            </a:fld>
            <a:endParaRPr lang="pl-PL"/>
          </a:p>
        </p:txBody>
      </p:sp>
      <p:sp>
        <p:nvSpPr>
          <p:cNvPr id="6" name="Symbol zastępczy stopki 5">
            <a:extLst>
              <a:ext uri="{FF2B5EF4-FFF2-40B4-BE49-F238E27FC236}">
                <a16:creationId xmlns:a16="http://schemas.microsoft.com/office/drawing/2014/main" id="{0F847F4E-C4E3-586C-B21A-122BB6DB38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7" name="Symbol zastępczy numeru slajdu 6">
            <a:extLst>
              <a:ext uri="{FF2B5EF4-FFF2-40B4-BE49-F238E27FC236}">
                <a16:creationId xmlns:a16="http://schemas.microsoft.com/office/drawing/2014/main" id="{43CF6BE9-678F-7691-5470-1C7B4922C5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83B447-EA28-455C-918A-ACA65669C432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404464898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Obraz z podpis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05E8978F-BC21-5494-4922-3F64FF8D82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l-PL"/>
              <a:t>Kliknij, aby edytować styl</a:t>
            </a:r>
          </a:p>
        </p:txBody>
      </p:sp>
      <p:sp>
        <p:nvSpPr>
          <p:cNvPr id="3" name="Symbol zastępczy obrazu 2">
            <a:extLst>
              <a:ext uri="{FF2B5EF4-FFF2-40B4-BE49-F238E27FC236}">
                <a16:creationId xmlns:a16="http://schemas.microsoft.com/office/drawing/2014/main" id="{D0010A66-C154-5430-E5BB-D1471688DC4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l-PL"/>
          </a:p>
        </p:txBody>
      </p:sp>
      <p:sp>
        <p:nvSpPr>
          <p:cNvPr id="4" name="Symbol zastępczy tekstu 3">
            <a:extLst>
              <a:ext uri="{FF2B5EF4-FFF2-40B4-BE49-F238E27FC236}">
                <a16:creationId xmlns:a16="http://schemas.microsoft.com/office/drawing/2014/main" id="{5E826B55-51A9-ED4B-C080-487A11EC7C2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5" name="Symbol zastępczy daty 4">
            <a:extLst>
              <a:ext uri="{FF2B5EF4-FFF2-40B4-BE49-F238E27FC236}">
                <a16:creationId xmlns:a16="http://schemas.microsoft.com/office/drawing/2014/main" id="{F79A87D0-246F-F364-CC85-9983F9CF35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B9C430-E1D8-403E-B8DC-FA88E62CE512}" type="datetimeFigureOut">
              <a:rPr lang="pl-PL" smtClean="0"/>
              <a:t>06.12.2025</a:t>
            </a:fld>
            <a:endParaRPr lang="pl-PL"/>
          </a:p>
        </p:txBody>
      </p:sp>
      <p:sp>
        <p:nvSpPr>
          <p:cNvPr id="6" name="Symbol zastępczy stopki 5">
            <a:extLst>
              <a:ext uri="{FF2B5EF4-FFF2-40B4-BE49-F238E27FC236}">
                <a16:creationId xmlns:a16="http://schemas.microsoft.com/office/drawing/2014/main" id="{44B67091-4986-AC7D-9F6E-A882B769F4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7" name="Symbol zastępczy numeru slajdu 6">
            <a:extLst>
              <a:ext uri="{FF2B5EF4-FFF2-40B4-BE49-F238E27FC236}">
                <a16:creationId xmlns:a16="http://schemas.microsoft.com/office/drawing/2014/main" id="{10209CA8-E935-0119-2C04-A89C04982F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83B447-EA28-455C-918A-ACA65669C432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01131413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ytuł i tekst pionow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6EE7C624-C8B4-80FF-D00F-29AD5C8046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edytować styl</a:t>
            </a:r>
          </a:p>
        </p:txBody>
      </p:sp>
      <p:sp>
        <p:nvSpPr>
          <p:cNvPr id="3" name="Symbol zastępczy tytułu pionowego 2">
            <a:extLst>
              <a:ext uri="{FF2B5EF4-FFF2-40B4-BE49-F238E27FC236}">
                <a16:creationId xmlns:a16="http://schemas.microsoft.com/office/drawing/2014/main" id="{8B6329A8-88EB-6250-9A08-2DE348DD8D5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BFF346A8-0B52-A119-5BA4-4FC9D0D372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B9C430-E1D8-403E-B8DC-FA88E62CE512}" type="datetimeFigureOut">
              <a:rPr lang="pl-PL" smtClean="0"/>
              <a:t>06.12.2025</a:t>
            </a:fld>
            <a:endParaRPr lang="pl-PL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41058C2E-EFB9-C70A-E67F-A3B1D65A75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DF92E2FE-267B-5C2E-39B7-9FEDF11285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83B447-EA28-455C-918A-ACA65669C432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95829105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ytuł pionowy i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pionowy 1">
            <a:extLst>
              <a:ext uri="{FF2B5EF4-FFF2-40B4-BE49-F238E27FC236}">
                <a16:creationId xmlns:a16="http://schemas.microsoft.com/office/drawing/2014/main" id="{E7D56A7C-B823-156D-A433-371189E75E1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l-PL"/>
              <a:t>Kliknij, aby edytować styl</a:t>
            </a:r>
          </a:p>
        </p:txBody>
      </p:sp>
      <p:sp>
        <p:nvSpPr>
          <p:cNvPr id="3" name="Symbol zastępczy tytułu pionowego 2">
            <a:extLst>
              <a:ext uri="{FF2B5EF4-FFF2-40B4-BE49-F238E27FC236}">
                <a16:creationId xmlns:a16="http://schemas.microsoft.com/office/drawing/2014/main" id="{5CFBBF36-3D22-C6FC-ADBB-DC7D468ABC5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B6D64B91-2250-3B4F-518B-B4E316E0DB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B9C430-E1D8-403E-B8DC-FA88E62CE512}" type="datetimeFigureOut">
              <a:rPr lang="pl-PL" smtClean="0"/>
              <a:t>06.12.2025</a:t>
            </a:fld>
            <a:endParaRPr lang="pl-PL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946B50B3-25EA-3799-B286-092639B699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6DDFB7C5-9F18-AFAB-E6B9-C103DA5ADE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83B447-EA28-455C-918A-ACA65669C432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66077729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tytułu 1">
            <a:extLst>
              <a:ext uri="{FF2B5EF4-FFF2-40B4-BE49-F238E27FC236}">
                <a16:creationId xmlns:a16="http://schemas.microsoft.com/office/drawing/2014/main" id="{B107B39D-3A43-4A04-4934-A20BDFF764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l-PL"/>
              <a:t>Kliknij, aby edytować styl</a:t>
            </a:r>
          </a:p>
        </p:txBody>
      </p:sp>
      <p:sp>
        <p:nvSpPr>
          <p:cNvPr id="3" name="Symbol zastępczy tekstu 2">
            <a:extLst>
              <a:ext uri="{FF2B5EF4-FFF2-40B4-BE49-F238E27FC236}">
                <a16:creationId xmlns:a16="http://schemas.microsoft.com/office/drawing/2014/main" id="{BD86EC28-87C8-81B7-E628-7C2D19357CD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D6EE80F0-54FD-EB9D-85FB-D5BC354321B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7B9C430-E1D8-403E-B8DC-FA88E62CE512}" type="datetimeFigureOut">
              <a:rPr lang="pl-PL" smtClean="0"/>
              <a:t>06.12.2025</a:t>
            </a:fld>
            <a:endParaRPr lang="pl-PL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4383C51B-19BC-EC1A-69C8-AE783287FA4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l-PL"/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B736B4EB-0B83-6C39-E68D-D92DC414964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483B447-EA28-455C-918A-ACA65669C432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2245180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l-P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7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diagramLayout" Target="../diagrams/layout3.xml"/><Relationship Id="rId3" Type="http://schemas.openxmlformats.org/officeDocument/2006/relationships/diagramLayout" Target="../diagrams/layout2.xml"/><Relationship Id="rId7" Type="http://schemas.openxmlformats.org/officeDocument/2006/relationships/diagramData" Target="../diagrams/data3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7.xml"/><Relationship Id="rId6" Type="http://schemas.microsoft.com/office/2007/relationships/diagramDrawing" Target="../diagrams/drawing2.xml"/><Relationship Id="rId11" Type="http://schemas.microsoft.com/office/2007/relationships/diagramDrawing" Target="../diagrams/drawing3.xml"/><Relationship Id="rId5" Type="http://schemas.openxmlformats.org/officeDocument/2006/relationships/diagramColors" Target="../diagrams/colors2.xml"/><Relationship Id="rId10" Type="http://schemas.openxmlformats.org/officeDocument/2006/relationships/diagramColors" Target="../diagrams/colors3.xml"/><Relationship Id="rId4" Type="http://schemas.openxmlformats.org/officeDocument/2006/relationships/diagramQuickStyle" Target="../diagrams/quickStyle2.xml"/><Relationship Id="rId9" Type="http://schemas.openxmlformats.org/officeDocument/2006/relationships/diagramQuickStyle" Target="../diagrams/quickStyle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hyperlink" Target="https://www.ea.com/seed/news/seed-dd18-presentation-slides-raytracing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rostokąt: zaokrąglone rogi 48">
            <a:extLst>
              <a:ext uri="{FF2B5EF4-FFF2-40B4-BE49-F238E27FC236}">
                <a16:creationId xmlns:a16="http://schemas.microsoft.com/office/drawing/2014/main" id="{AFFA8836-B587-ECDC-FDB9-0A1A72903C32}"/>
              </a:ext>
            </a:extLst>
          </p:cNvPr>
          <p:cNvSpPr/>
          <p:nvPr/>
        </p:nvSpPr>
        <p:spPr>
          <a:xfrm>
            <a:off x="2930925" y="2077081"/>
            <a:ext cx="6330150" cy="2703838"/>
          </a:xfrm>
          <a:prstGeom prst="roundRect">
            <a:avLst>
              <a:gd name="adj" fmla="val 9724"/>
            </a:avLst>
          </a:prstGeom>
          <a:ln/>
        </p:spPr>
        <p:style>
          <a:lnRef idx="0">
            <a:schemeClr val="accent3"/>
          </a:lnRef>
          <a:fillRef idx="3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b="1" dirty="0">
                <a:solidFill>
                  <a:schemeClr val="tx1"/>
                </a:solidFill>
              </a:rPr>
              <a:t>Planned </a:t>
            </a:r>
            <a:r>
              <a:rPr lang="pl-PL" sz="3200" b="1" dirty="0">
                <a:solidFill>
                  <a:schemeClr val="tx1"/>
                </a:solidFill>
              </a:rPr>
              <a:t>Rendering Architecture</a:t>
            </a:r>
          </a:p>
          <a:p>
            <a:pPr algn="ctr"/>
            <a:r>
              <a:rPr lang="en-US" sz="3200" b="1" dirty="0">
                <a:solidFill>
                  <a:schemeClr val="tx1"/>
                </a:solidFill>
              </a:rPr>
              <a:t>of Fools Engine</a:t>
            </a: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1443A3A9-BD8C-B789-7BDD-19C256E4ECA4}"/>
              </a:ext>
            </a:extLst>
          </p:cNvPr>
          <p:cNvSpPr/>
          <p:nvPr/>
        </p:nvSpPr>
        <p:spPr>
          <a:xfrm>
            <a:off x="6891306" y="4638612"/>
            <a:ext cx="2113415" cy="442061"/>
          </a:xfrm>
          <a:prstGeom prst="roundRect">
            <a:avLst>
              <a:gd name="adj" fmla="val 33105"/>
            </a:avLst>
          </a:prstGeom>
          <a:ln/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Work in progress</a:t>
            </a:r>
          </a:p>
        </p:txBody>
      </p:sp>
    </p:spTree>
    <p:extLst>
      <p:ext uri="{BB962C8B-B14F-4D97-AF65-F5344CB8AC3E}">
        <p14:creationId xmlns:p14="http://schemas.microsoft.com/office/powerpoint/2010/main" val="296940826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259338-5ABE-399A-F283-ED71290690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Diagram 2">
            <a:extLst>
              <a:ext uri="{FF2B5EF4-FFF2-40B4-BE49-F238E27FC236}">
                <a16:creationId xmlns:a16="http://schemas.microsoft.com/office/drawing/2014/main" id="{55FF003B-27B4-5793-606A-AE43BC56812E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63209568"/>
              </p:ext>
            </p:extLst>
          </p:nvPr>
        </p:nvGraphicFramePr>
        <p:xfrm>
          <a:off x="1047626" y="284614"/>
          <a:ext cx="10034178" cy="623499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46345450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DD94FB-3A8D-FF1D-21C0-66E1FE423F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Diagram 2">
            <a:extLst>
              <a:ext uri="{FF2B5EF4-FFF2-40B4-BE49-F238E27FC236}">
                <a16:creationId xmlns:a16="http://schemas.microsoft.com/office/drawing/2014/main" id="{8BB3D1CF-FDAD-A79C-CAB4-9B7975BD449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249167799"/>
              </p:ext>
            </p:extLst>
          </p:nvPr>
        </p:nvGraphicFramePr>
        <p:xfrm>
          <a:off x="9192445" y="284614"/>
          <a:ext cx="2682643" cy="623499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graphicFrame>
        <p:nvGraphicFramePr>
          <p:cNvPr id="2" name="Diagram 1">
            <a:extLst>
              <a:ext uri="{FF2B5EF4-FFF2-40B4-BE49-F238E27FC236}">
                <a16:creationId xmlns:a16="http://schemas.microsoft.com/office/drawing/2014/main" id="{9EC70259-8E3B-6109-3F46-7448A423A8BA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129543922"/>
              </p:ext>
            </p:extLst>
          </p:nvPr>
        </p:nvGraphicFramePr>
        <p:xfrm>
          <a:off x="214553" y="1275126"/>
          <a:ext cx="8704725" cy="536056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7" r:lo="rId8" r:qs="rId9" r:cs="rId10"/>
          </a:graphicData>
        </a:graphic>
      </p:graphicFrame>
      <p:sp>
        <p:nvSpPr>
          <p:cNvPr id="4" name="Prostokąt: zaokrąglone rogi 3">
            <a:extLst>
              <a:ext uri="{FF2B5EF4-FFF2-40B4-BE49-F238E27FC236}">
                <a16:creationId xmlns:a16="http://schemas.microsoft.com/office/drawing/2014/main" id="{AFA31E1B-1156-3E99-AC63-307A605F1DB2}"/>
              </a:ext>
            </a:extLst>
          </p:cNvPr>
          <p:cNvSpPr/>
          <p:nvPr/>
        </p:nvSpPr>
        <p:spPr>
          <a:xfrm>
            <a:off x="2969703" y="284614"/>
            <a:ext cx="1216404" cy="671119"/>
          </a:xfrm>
          <a:prstGeom prst="roundRect">
            <a:avLst/>
          </a:prstGeom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GAPIType</a:t>
            </a:r>
          </a:p>
        </p:txBody>
      </p:sp>
      <p:sp>
        <p:nvSpPr>
          <p:cNvPr id="5" name="Prostokąt: zaokrąglone rogi 4">
            <a:extLst>
              <a:ext uri="{FF2B5EF4-FFF2-40B4-BE49-F238E27FC236}">
                <a16:creationId xmlns:a16="http://schemas.microsoft.com/office/drawing/2014/main" id="{DD5FECCB-7FD4-4B89-D4C7-FED877B5B5A0}"/>
              </a:ext>
            </a:extLst>
          </p:cNvPr>
          <p:cNvSpPr/>
          <p:nvPr/>
        </p:nvSpPr>
        <p:spPr>
          <a:xfrm>
            <a:off x="4992847" y="284613"/>
            <a:ext cx="1216404" cy="671119"/>
          </a:xfrm>
          <a:prstGeom prst="roundRect">
            <a:avLst/>
          </a:prstGeom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Descriptor Library</a:t>
            </a:r>
          </a:p>
        </p:txBody>
      </p:sp>
    </p:spTree>
    <p:extLst>
      <p:ext uri="{BB962C8B-B14F-4D97-AF65-F5344CB8AC3E}">
        <p14:creationId xmlns:p14="http://schemas.microsoft.com/office/powerpoint/2010/main" val="219695360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1A91E86B-1088-6125-D6A6-663EA79175C5}"/>
                  </a:ext>
                </a:extLst>
              </p:cNvPr>
              <p:cNvSpPr txBox="1"/>
              <p:nvPr/>
            </p:nvSpPr>
            <p:spPr>
              <a:xfrm>
                <a:off x="668215" y="1231381"/>
                <a:ext cx="4353950" cy="37371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2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200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𝑜</m:t>
                          </m:r>
                        </m:sub>
                      </m:sSub>
                      <m:d>
                        <m:dPr>
                          <m:ctrlPr>
                            <a:rPr lang="en-US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1200" i="0">
                              <a:latin typeface="Cambria Math" panose="02040503050406030204" pitchFamily="18" charset="0"/>
                            </a:rPr>
                            <m:t>p</m:t>
                          </m:r>
                          <m:r>
                            <a:rPr lang="en-US" sz="1200" i="0">
                              <a:latin typeface="Cambria Math" panose="02040503050406030204" pitchFamily="18" charset="0"/>
                            </a:rPr>
                            <m:t>, </m:t>
                          </m:r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1200" i="0">
                                  <a:latin typeface="Cambria Math" panose="02040503050406030204" pitchFamily="18" charset="0"/>
                                </a:rPr>
                                <m:t>ω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𝑜</m:t>
                              </m:r>
                            </m:sub>
                          </m:sSub>
                        </m:e>
                      </m:d>
                      <m:r>
                        <a:rPr lang="en-US" sz="1200" i="0">
                          <a:latin typeface="Cambria Math" panose="02040503050406030204" pitchFamily="18" charset="0"/>
                        </a:rPr>
                        <m:t>=</m:t>
                      </m:r>
                    </m:oMath>
                    <m:oMath xmlns:m="http://schemas.openxmlformats.org/officeDocument/2006/math">
                      <m:r>
                        <a:rPr lang="en-US" sz="1200" b="0" i="0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limLoc m:val="undOvr"/>
                          <m:ctrlPr>
                            <a:rPr lang="en-US" sz="12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  <m:brk m:alnAt="24"/>
                            </m:rPr>
                            <a:rPr lang="el-GR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Ω</m:t>
                          </m:r>
                        </m:sub>
                        <m:sup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sup>
                        <m:e>
                          <m:d>
                            <m:d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𝑑</m:t>
                                  </m:r>
                                </m:sub>
                              </m:sSub>
                              <m:f>
                                <m:fPr>
                                  <m:ctrlPr>
                                    <a:rPr lang="en-US" sz="1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num>
                                <m:den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den>
                              </m:f>
                              <m:r>
                                <a:rPr lang="en-US" sz="120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f>
                                <m:fPr>
                                  <m:ctrlPr>
                                    <a:rPr lang="en-US" sz="1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𝐷𝐹𝐺</m:t>
                                  </m:r>
                                </m:num>
                                <m:den>
                                  <m:r>
                                    <a:rPr lang="en-US" sz="1200">
                                      <a:latin typeface="Cambria Math" panose="02040503050406030204" pitchFamily="18" charset="0"/>
                                    </a:rPr>
                                    <m:t>4</m:t>
                                  </m:r>
                                  <m:d>
                                    <m:dPr>
                                      <m:ctrlPr>
                                        <a:rPr lang="en-US" sz="12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sz="1200" i="1">
                                              <a:solidFill>
                                                <a:srgbClr val="836967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US" sz="1200">
                                              <a:latin typeface="Cambria Math" panose="02040503050406030204" pitchFamily="18" charset="0"/>
                                            </a:rPr>
                                            <m:t>ω</m:t>
                                          </m:r>
                                        </m:e>
                                        <m:sub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𝑜</m:t>
                                          </m:r>
                                        </m:sub>
                                      </m:sSub>
                                      <m:r>
                                        <a:rPr lang="en-US" sz="1200">
                                          <a:latin typeface="Cambria Math" panose="02040503050406030204" pitchFamily="18" charset="0"/>
                                        </a:rPr>
                                        <m:t>∙</m:t>
                                      </m:r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e>
                                  </m:d>
                                  <m:d>
                                    <m:dPr>
                                      <m:ctrlPr>
                                        <a:rPr lang="en-US" sz="12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sz="1200" i="1">
                                              <a:solidFill>
                                                <a:srgbClr val="836967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US" sz="1200">
                                              <a:latin typeface="Cambria Math" panose="02040503050406030204" pitchFamily="18" charset="0"/>
                                            </a:rPr>
                                            <m:t>ω</m:t>
                                          </m:r>
                                        </m:e>
                                        <m:sub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r>
                                        <a:rPr lang="en-US" sz="1200">
                                          <a:latin typeface="Cambria Math" panose="02040503050406030204" pitchFamily="18" charset="0"/>
                                        </a:rPr>
                                        <m:t>∙</m:t>
                                      </m:r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e>
                                  </m:d>
                                </m:den>
                              </m:f>
                            </m:e>
                          </m:d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∙</m:t>
                              </m:r>
                              <m:sSub>
                                <m:sSubPr>
                                  <m:ctrlPr>
                                    <a:rPr lang="en-US" sz="1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𝜔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  <m:oMath xmlns:m="http://schemas.openxmlformats.org/officeDocument/2006/math">
                      <m:r>
                        <a:rPr lang="en-US" sz="1200" b="0" i="0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limLoc m:val="undOvr"/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  <m:brk m:alnAt="24"/>
                            </m:rPr>
                            <a:rPr lang="el-G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Ω</m:t>
                          </m:r>
                        </m:sub>
                        <m:sup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</m:sup>
                        <m:e>
                          <m:d>
                            <m:d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𝑑</m:t>
                                  </m:r>
                                </m:sub>
                              </m:sSub>
                              <m:f>
                                <m:fPr>
                                  <m:ctrlPr>
                                    <a:rPr lang="en-US" sz="1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num>
                                <m:den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en-US" sz="1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sz="120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∙</m:t>
                              </m:r>
                              <m:sSub>
                                <m:sSubPr>
                                  <m:ctrlPr>
                                    <a:rPr lang="en-US" sz="1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𝜔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)+</m:t>
                              </m:r>
                              <m:f>
                                <m:fPr>
                                  <m:ctrlPr>
                                    <a:rPr lang="en-US" sz="1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𝐷𝐹𝐺</m:t>
                                  </m:r>
                                </m:num>
                                <m:den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4</m:t>
                                  </m:r>
                                  <m:d>
                                    <m:dPr>
                                      <m:ctrlPr>
                                        <a:rPr lang="en-US" sz="12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sz="1200" i="1">
                                              <a:solidFill>
                                                <a:srgbClr val="836967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𝜔</m:t>
                                          </m:r>
                                        </m:e>
                                        <m:sub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𝑜</m:t>
                                          </m:r>
                                        </m:sub>
                                      </m:sSub>
                                      <m:r>
                                        <a:rPr lang="en-US" sz="1200">
                                          <a:latin typeface="Cambria Math" panose="02040503050406030204" pitchFamily="18" charset="0"/>
                                        </a:rPr>
                                        <m:t>∙</m:t>
                                      </m:r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e>
                                  </m:d>
                                  <m:d>
                                    <m:dPr>
                                      <m:ctrlPr>
                                        <a:rPr lang="en-US" sz="12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sz="1200" i="1">
                                              <a:solidFill>
                                                <a:srgbClr val="836967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𝜔</m:t>
                                          </m:r>
                                        </m:e>
                                        <m:sub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r>
                                        <a:rPr lang="en-US" sz="1200">
                                          <a:latin typeface="Cambria Math" panose="02040503050406030204" pitchFamily="18" charset="0"/>
                                        </a:rPr>
                                        <m:t>∙</m:t>
                                      </m:r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e>
                                  </m:d>
                                </m:den>
                              </m:f>
                              <m:sSub>
                                <m:sSubPr>
                                  <m:ctrlPr>
                                    <a:rPr lang="en-US" sz="1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∙</m:t>
                              </m:r>
                              <m:sSub>
                                <m:sSubPr>
                                  <m:ctrlPr>
                                    <a:rPr lang="en-US" sz="1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𝜔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d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  <m:oMath xmlns:m="http://schemas.openxmlformats.org/officeDocument/2006/math">
                      <m:r>
                        <a:rPr lang="en-US" sz="120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limLoc m:val="undOvr"/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  <m:brk m:alnAt="24"/>
                            </m:rPr>
                            <a:rPr lang="el-G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Ω</m:t>
                          </m:r>
                        </m:sub>
                        <m:sup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</m:sup>
                        <m:e>
                          <m:d>
                            <m:d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𝑑</m:t>
                                  </m:r>
                                </m:sub>
                              </m:sSub>
                              <m:f>
                                <m:fPr>
                                  <m:ctrlPr>
                                    <a:rPr lang="en-US" sz="1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num>
                                <m:den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en-US" sz="1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sz="120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∙</m:t>
                              </m:r>
                              <m:sSub>
                                <m:sSubPr>
                                  <m:ctrlPr>
                                    <a:rPr lang="en-US" sz="1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𝜔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)+</m:t>
                              </m:r>
                              <m:f>
                                <m:fPr>
                                  <m:ctrlPr>
                                    <a:rPr lang="en-US" sz="1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𝐷𝐹𝐺</m:t>
                                  </m:r>
                                </m:num>
                                <m:den>
                                  <m:r>
                                    <a:rPr lang="en-US" sz="1200">
                                      <a:latin typeface="Cambria Math" panose="02040503050406030204" pitchFamily="18" charset="0"/>
                                    </a:rPr>
                                    <m:t>4</m:t>
                                  </m:r>
                                  <m:d>
                                    <m:dPr>
                                      <m:ctrlPr>
                                        <a:rPr lang="en-US" sz="12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sz="1200" i="1">
                                              <a:solidFill>
                                                <a:srgbClr val="836967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US" sz="1200">
                                              <a:latin typeface="Cambria Math" panose="02040503050406030204" pitchFamily="18" charset="0"/>
                                            </a:rPr>
                                            <m:t>ω</m:t>
                                          </m:r>
                                        </m:e>
                                        <m:sub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𝑜</m:t>
                                          </m:r>
                                        </m:sub>
                                      </m:sSub>
                                      <m:r>
                                        <a:rPr lang="en-US" sz="1200">
                                          <a:latin typeface="Cambria Math" panose="02040503050406030204" pitchFamily="18" charset="0"/>
                                        </a:rPr>
                                        <m:t>∙</m:t>
                                      </m:r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e>
                                  </m:d>
                                </m:den>
                              </m:f>
                              <m:sSub>
                                <m:sSubPr>
                                  <m:ctrlPr>
                                    <a:rPr lang="en-US" sz="1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lang="en-US" sz="1200" i="1">
                          <a:latin typeface="Cambria Math" panose="02040503050406030204" pitchFamily="18" charset="0"/>
                        </a:rPr>
                        <m:t>=</m:t>
                      </m:r>
                    </m:oMath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limLoc m:val="undOvr"/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  <m:brk m:alnAt="24"/>
                            </m:rPr>
                            <a:rPr lang="el-G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Ω</m:t>
                          </m:r>
                        </m:sub>
                        <m:sup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</m:sup>
                        <m:e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sub>
                          </m:sSub>
                          <m:f>
                            <m:f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num>
                            <m:den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den>
                          </m:f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∙</m:t>
                              </m:r>
                              <m:sSub>
                                <m:sSubPr>
                                  <m:ctrlPr>
                                    <a:rPr lang="en-US" sz="1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𝜔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lang="en-US" sz="1200" i="1">
                          <a:latin typeface="Cambria Math" panose="02040503050406030204" pitchFamily="18" charset="0"/>
                        </a:rPr>
                        <m:t>+</m:t>
                      </m:r>
                      <m:nary>
                        <m:naryPr>
                          <m:limLoc m:val="undOvr"/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  <m:brk m:alnAt="24"/>
                            </m:rPr>
                            <a:rPr lang="el-G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Ω</m:t>
                          </m:r>
                        </m:sub>
                        <m:sup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</m:sup>
                        <m:e>
                          <m:f>
                            <m:f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𝐷𝐹𝐺</m:t>
                              </m:r>
                            </m:num>
                            <m:den>
                              <m:r>
                                <a:rPr lang="en-US" sz="1200"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  <m:d>
                                <m:dPr>
                                  <m:ctrlPr>
                                    <a:rPr lang="en-US" sz="1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12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US" sz="1200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</m:e>
                                    <m:sub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𝑜</m:t>
                                      </m:r>
                                    </m:sub>
                                  </m:sSub>
                                  <m:r>
                                    <a:rPr lang="en-US" sz="1200">
                                      <a:latin typeface="Cambria Math" panose="02040503050406030204" pitchFamily="18" charset="0"/>
                                    </a:rPr>
                                    <m:t>∙</m:t>
                                  </m:r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d>
                            </m:den>
                          </m:f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pl-PL" sz="1200" i="1" dirty="0">
                  <a:latin typeface="Cambria Math" panose="02040503050406030204" pitchFamily="18" charset="0"/>
                </a:endParaRPr>
              </a:p>
              <a:p>
                <a:pPr/>
                <a:br>
                  <a:rPr lang="en-US" sz="1200" i="1" dirty="0">
                    <a:latin typeface="Cambria Math" panose="02040503050406030204" pitchFamily="18" charset="0"/>
                  </a:rPr>
                </a:b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200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𝑑</m:t>
                          </m:r>
                        </m:sub>
                      </m:sSub>
                      <m:d>
                        <m:dPr>
                          <m:ctrlPr>
                            <a:rPr lang="en-US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1200">
                              <a:latin typeface="Cambria Math" panose="02040503050406030204" pitchFamily="18" charset="0"/>
                            </a:rPr>
                            <m:t>p</m:t>
                          </m:r>
                          <m:r>
                            <a:rPr lang="en-US" sz="1200">
                              <a:latin typeface="Cambria Math" panose="02040503050406030204" pitchFamily="18" charset="0"/>
                            </a:rPr>
                            <m:t>, </m:t>
                          </m:r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1200">
                                  <a:latin typeface="Cambria Math" panose="02040503050406030204" pitchFamily="18" charset="0"/>
                                </a:rPr>
                                <m:t>ω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𝑜</m:t>
                              </m:r>
                            </m:sub>
                          </m:sSub>
                        </m:e>
                      </m:d>
                      <m:r>
                        <a:rPr lang="en-US" sz="120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limLoc m:val="undOvr"/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  <m:brk m:alnAt="24"/>
                            </m:rPr>
                            <a:rPr lang="el-G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Ω</m:t>
                          </m:r>
                        </m:sub>
                        <m:sup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</m:sup>
                        <m:e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sub>
                          </m:sSub>
                          <m:f>
                            <m:f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num>
                            <m:den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den>
                          </m:f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∙</m:t>
                              </m:r>
                              <m:sSub>
                                <m:sSubPr>
                                  <m:ctrlPr>
                                    <a:rPr lang="en-US" sz="1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𝜔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n-US" sz="1200" dirty="0"/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200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d>
                        <m:dPr>
                          <m:ctrlPr>
                            <a:rPr lang="en-US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1200">
                              <a:latin typeface="Cambria Math" panose="02040503050406030204" pitchFamily="18" charset="0"/>
                            </a:rPr>
                            <m:t>p</m:t>
                          </m:r>
                          <m:r>
                            <a:rPr lang="en-US" sz="1200">
                              <a:latin typeface="Cambria Math" panose="02040503050406030204" pitchFamily="18" charset="0"/>
                            </a:rPr>
                            <m:t>, </m:t>
                          </m:r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1200">
                                  <a:latin typeface="Cambria Math" panose="02040503050406030204" pitchFamily="18" charset="0"/>
                                </a:rPr>
                                <m:t>ω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𝑜</m:t>
                              </m:r>
                            </m:sub>
                          </m:sSub>
                        </m:e>
                      </m:d>
                      <m:r>
                        <a:rPr lang="en-US" sz="120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limLoc m:val="undOvr"/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  <m:brk m:alnAt="24"/>
                            </m:rPr>
                            <a:rPr lang="el-G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Ω</m:t>
                          </m:r>
                        </m:sub>
                        <m:sup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</m:sup>
                        <m:e>
                          <m:f>
                            <m:f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𝐷𝐹𝐺</m:t>
                              </m:r>
                            </m:num>
                            <m:den>
                              <m:r>
                                <a:rPr lang="en-US" sz="1200"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  <m:d>
                                <m:dPr>
                                  <m:ctrlPr>
                                    <a:rPr lang="en-US" sz="1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12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US" sz="1200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</m:e>
                                    <m:sub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𝑜</m:t>
                                      </m:r>
                                    </m:sub>
                                  </m:sSub>
                                  <m:r>
                                    <a:rPr lang="en-US" sz="1200">
                                      <a:latin typeface="Cambria Math" panose="02040503050406030204" pitchFamily="18" charset="0"/>
                                    </a:rPr>
                                    <m:t>∙</m:t>
                                  </m:r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d>
                            </m:den>
                          </m:f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pl-PL" sz="1200" i="1" dirty="0">
                  <a:latin typeface="Cambria Math" panose="02040503050406030204" pitchFamily="18" charset="0"/>
                </a:endParaRPr>
              </a:p>
              <a:p>
                <a:pPr/>
                <a:br>
                  <a:rPr lang="en-US" sz="1200" i="1" dirty="0">
                    <a:latin typeface="Cambria Math" panose="02040503050406030204" pitchFamily="18" charset="0"/>
                  </a:rPr>
                </a:b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200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𝑜</m:t>
                          </m:r>
                        </m:sub>
                      </m:sSub>
                      <m:d>
                        <m:dPr>
                          <m:ctrlPr>
                            <a:rPr lang="en-US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1200">
                              <a:latin typeface="Cambria Math" panose="02040503050406030204" pitchFamily="18" charset="0"/>
                            </a:rPr>
                            <m:t>p</m:t>
                          </m:r>
                          <m:r>
                            <a:rPr lang="en-US" sz="1200">
                              <a:latin typeface="Cambria Math" panose="02040503050406030204" pitchFamily="18" charset="0"/>
                            </a:rPr>
                            <m:t>, </m:t>
                          </m:r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1200">
                                  <a:latin typeface="Cambria Math" panose="02040503050406030204" pitchFamily="18" charset="0"/>
                                </a:rPr>
                                <m:t>ω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𝑜</m:t>
                              </m:r>
                            </m:sub>
                          </m:sSub>
                        </m:e>
                      </m:d>
                      <m:r>
                        <a:rPr lang="en-US" sz="120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𝑑</m:t>
                          </m:r>
                        </m:sub>
                      </m:sSub>
                      <m:d>
                        <m:dPr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1200">
                              <a:latin typeface="Cambria Math" panose="02040503050406030204" pitchFamily="18" charset="0"/>
                            </a:rPr>
                            <m:t>p</m:t>
                          </m:r>
                          <m:r>
                            <a:rPr lang="en-US" sz="1200">
                              <a:latin typeface="Cambria Math" panose="02040503050406030204" pitchFamily="18" charset="0"/>
                            </a:rPr>
                            <m:t>, </m:t>
                          </m:r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1200">
                                  <a:latin typeface="Cambria Math" panose="02040503050406030204" pitchFamily="18" charset="0"/>
                                </a:rPr>
                                <m:t>ω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𝑜</m:t>
                              </m:r>
                            </m:sub>
                          </m:sSub>
                        </m:e>
                      </m:d>
                      <m:r>
                        <a:rPr lang="en-US" sz="12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d>
                        <m:dPr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1200">
                              <a:latin typeface="Cambria Math" panose="02040503050406030204" pitchFamily="18" charset="0"/>
                            </a:rPr>
                            <m:t>p</m:t>
                          </m:r>
                          <m:r>
                            <a:rPr lang="en-US" sz="1200">
                              <a:latin typeface="Cambria Math" panose="02040503050406030204" pitchFamily="18" charset="0"/>
                            </a:rPr>
                            <m:t>, </m:t>
                          </m:r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1200">
                                  <a:latin typeface="Cambria Math" panose="02040503050406030204" pitchFamily="18" charset="0"/>
                                </a:rPr>
                                <m:t>ω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𝑜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12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1A91E86B-1088-6125-D6A6-663EA79175C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8215" y="1231381"/>
                <a:ext cx="4353950" cy="3737177"/>
              </a:xfrm>
              <a:prstGeom prst="rect">
                <a:avLst/>
              </a:prstGeom>
              <a:blipFill>
                <a:blip r:embed="rId2"/>
                <a:stretch>
                  <a:fillRect l="-9384" t="-14356" b="-16476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TextBox 12">
            <a:extLst>
              <a:ext uri="{FF2B5EF4-FFF2-40B4-BE49-F238E27FC236}">
                <a16:creationId xmlns:a16="http://schemas.microsoft.com/office/drawing/2014/main" id="{850F1EB5-FC4A-31B5-A238-6352AEFCAB09}"/>
              </a:ext>
            </a:extLst>
          </p:cNvPr>
          <p:cNvSpPr txBox="1"/>
          <p:nvPr/>
        </p:nvSpPr>
        <p:spPr>
          <a:xfrm>
            <a:off x="668215" y="358725"/>
            <a:ext cx="85781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Redeferred</a:t>
            </a:r>
            <a:r>
              <a:rPr lang="en-US" dirty="0"/>
              <a:t> rendering – Experimental concept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980D278-A6F8-EFEB-1BBA-DB3684144AD8}"/>
              </a:ext>
            </a:extLst>
          </p:cNvPr>
          <p:cNvSpPr txBox="1"/>
          <p:nvPr/>
        </p:nvSpPr>
        <p:spPr>
          <a:xfrm>
            <a:off x="668215" y="815882"/>
            <a:ext cx="615035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Let’s split diffused and specular contributions of the reflectance part of the rendering equation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1CF65EB-1EBC-955D-E199-D0F801876199}"/>
              </a:ext>
            </a:extLst>
          </p:cNvPr>
          <p:cNvSpPr txBox="1"/>
          <p:nvPr/>
        </p:nvSpPr>
        <p:spPr>
          <a:xfrm>
            <a:off x="841240" y="3474551"/>
            <a:ext cx="65" cy="369332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endParaRPr lang="en-US" sz="1200" dirty="0"/>
          </a:p>
          <a:p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273999113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91CF65EB-1EBC-955D-E199-D0F801876199}"/>
                  </a:ext>
                </a:extLst>
              </p:cNvPr>
              <p:cNvSpPr txBox="1"/>
              <p:nvPr/>
            </p:nvSpPr>
            <p:spPr>
              <a:xfrm>
                <a:off x="601891" y="1187372"/>
                <a:ext cx="4606690" cy="467544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2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200" smtClean="0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sub>
                      </m:sSub>
                      <m:d>
                        <m:dPr>
                          <m:ctrlPr>
                            <a:rPr lang="en-US" sz="12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1200" i="0" smtClean="0">
                              <a:latin typeface="Cambria Math" panose="02040503050406030204" pitchFamily="18" charset="0"/>
                            </a:rPr>
                            <m:t>p</m:t>
                          </m:r>
                          <m:r>
                            <a:rPr lang="en-US" sz="1200" i="0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sSub>
                            <m:sSubPr>
                              <m:ctrlPr>
                                <a:rPr lang="en-US" sz="1200" i="1" smtClean="0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1200" i="0" smtClean="0">
                                  <a:latin typeface="Cambria Math" panose="02040503050406030204" pitchFamily="18" charset="0"/>
                                </a:rPr>
                                <m:t>ω</m:t>
                              </m:r>
                            </m:e>
                            <m:sub>
                              <m:r>
                                <a:rPr lang="en-US" sz="1200" i="1" smtClean="0">
                                  <a:latin typeface="Cambria Math" panose="02040503050406030204" pitchFamily="18" charset="0"/>
                                </a:rPr>
                                <m:t>𝑜</m:t>
                              </m:r>
                            </m:sub>
                          </m:sSub>
                        </m:e>
                      </m:d>
                      <m:r>
                        <a:rPr lang="en-US" sz="1200" i="0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limLoc m:val="undOvr"/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  <m:brk m:alnAt="24"/>
                            </m:rPr>
                            <a:rPr lang="el-G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Ω</m:t>
                          </m:r>
                        </m:sub>
                        <m:sup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</m:sup>
                        <m:e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sub>
                          </m:sSub>
                          <m:f>
                            <m:f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num>
                            <m:den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den>
                          </m:f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∙</m:t>
                              </m:r>
                              <m:sSub>
                                <m:sSubPr>
                                  <m:ctrlPr>
                                    <a:rPr lang="en-US" sz="1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𝜔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lang="pl-PL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𝑐</m:t>
                          </m:r>
                        </m:num>
                        <m:den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𝜋</m:t>
                          </m:r>
                        </m:den>
                      </m:f>
                      <m:nary>
                        <m:naryPr>
                          <m:limLoc m:val="undOvr"/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  <m:brk m:alnAt="24"/>
                            </m:rPr>
                            <a:rPr lang="el-G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Ω</m:t>
                          </m:r>
                        </m:sub>
                        <m:sup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</m:sup>
                        <m:e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∙</m:t>
                              </m:r>
                              <m:sSub>
                                <m:sSubPr>
                                  <m:ctrlPr>
                                    <a:rPr lang="en-US" sz="1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𝜔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  <m:oMath xmlns:m="http://schemas.openxmlformats.org/officeDocument/2006/math">
                      <m:r>
                        <a:rPr lang="en-US" sz="120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𝑐</m:t>
                          </m:r>
                        </m:num>
                        <m:den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𝜋</m:t>
                          </m:r>
                        </m:den>
                      </m:f>
                      <m:nary>
                        <m:naryPr>
                          <m:limLoc m:val="undOvr"/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  <m:brk m:alnAt="24"/>
                            </m:rPr>
                            <a:rPr lang="el-G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Ω</m:t>
                          </m:r>
                        </m:sub>
                        <m:sup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</m:sup>
                        <m:e>
                          <m:d>
                            <m:d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sSub>
                                <m:sSub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sub>
                              </m:sSub>
                            </m:e>
                          </m:d>
                          <m:d>
                            <m:d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e>
                          </m:d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∙</m:t>
                              </m:r>
                              <m:sSub>
                                <m:sSubPr>
                                  <m:ctrlPr>
                                    <a:rPr lang="en-US" sz="1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𝜔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lang="en-US" sz="1200" i="1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  <m:oMath xmlns:m="http://schemas.openxmlformats.org/officeDocument/2006/math">
                      <m:r>
                        <a:rPr lang="en-US" sz="1200" b="0" i="0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1−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</m:d>
                      <m:f>
                        <m:fPr>
                          <m:ctrlPr>
                            <a:rPr lang="en-US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𝑐</m:t>
                          </m:r>
                        </m:num>
                        <m:den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𝜋</m:t>
                          </m:r>
                        </m:den>
                      </m:f>
                      <m:nary>
                        <m:naryPr>
                          <m:limLoc m:val="undOvr"/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  <m:brk m:alnAt="24"/>
                            </m:rPr>
                            <a:rPr lang="el-G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Ω</m:t>
                          </m:r>
                        </m:sub>
                        <m:sup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</m:sup>
                        <m:e>
                          <m:d>
                            <m:d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sSub>
                                <m:sSub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sub>
                              </m:sSub>
                            </m:e>
                          </m:d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∙</m:t>
                              </m:r>
                              <m:sSub>
                                <m:sSubPr>
                                  <m:ctrlPr>
                                    <a:rPr lang="en-US" sz="1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𝜔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lang="en-US" sz="12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≈</m:t>
                      </m:r>
                    </m:oMath>
                    <m:oMath xmlns:m="http://schemas.openxmlformats.org/officeDocument/2006/math">
                      <m:r>
                        <a:rPr lang="en-US" sz="12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≈</m:t>
                      </m:r>
                      <m:d>
                        <m:dPr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1−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</m:d>
                      <m:f>
                        <m:fPr>
                          <m:ctrlPr>
                            <a:rPr lang="en-US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𝑐</m:t>
                          </m:r>
                        </m:num>
                        <m:den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𝜋</m:t>
                          </m:r>
                        </m:den>
                      </m:f>
                      <m:nary>
                        <m:naryPr>
                          <m:limLoc m:val="undOvr"/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  <m:brk m:alnAt="24"/>
                            </m:rPr>
                            <a:rPr lang="el-G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Ω</m:t>
                          </m:r>
                        </m:sub>
                        <m:sup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</m:sup>
                        <m:e>
                          <m:d>
                            <m:d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d>
                                <m:d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𝐹</m:t>
                                      </m:r>
                                    </m:e>
                                    <m:sub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d>
                                    <m:d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1−</m:t>
                                      </m:r>
                                      <m:sSub>
                                        <m:sSubPr>
                                          <m:ctrlP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𝐹</m:t>
                                          </m:r>
                                        </m:e>
                                        <m:sub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0</m:t>
                                          </m:r>
                                        </m:sub>
                                      </m:sSub>
                                    </m:e>
                                  </m:d>
                                  <m:sSub>
                                    <m:sSub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𝑃</m:t>
                                      </m:r>
                                    </m:e>
                                    <m:sub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∙</m:t>
                              </m:r>
                              <m:sSub>
                                <m:sSubPr>
                                  <m:ctrlPr>
                                    <a:rPr lang="en-US" sz="1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𝜔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lang="en-US" sz="1200" i="1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  <m:oMath xmlns:m="http://schemas.openxmlformats.org/officeDocument/2006/math">
                      <m:r>
                        <a:rPr lang="en-US" sz="1200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1−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</m:d>
                      <m:f>
                        <m:fPr>
                          <m:ctrlPr>
                            <a:rPr lang="en-US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𝑐</m:t>
                          </m:r>
                        </m:num>
                        <m:den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𝜋</m:t>
                          </m:r>
                        </m:den>
                      </m:f>
                      <m:nary>
                        <m:naryPr>
                          <m:limLoc m:val="undOvr"/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  <m:brk m:alnAt="24"/>
                            </m:rPr>
                            <a:rPr lang="el-G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Ω</m:t>
                          </m:r>
                        </m:sub>
                        <m:sup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</m:sup>
                        <m:e>
                          <m:d>
                            <m:dPr>
                              <m:ctrlPr>
                                <a:rPr lang="en-US" sz="120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sSub>
                                <m:sSubPr>
                                  <m:ctrlPr>
                                    <a:rPr lang="en-US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𝐹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a:rPr lang="en-US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d>
                                <m:d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1−</m:t>
                                  </m:r>
                                  <m:sSub>
                                    <m:sSub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𝐹</m:t>
                                      </m:r>
                                    </m:e>
                                    <m:sub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e>
                              </m:d>
                              <m:sSub>
                                <m:sSub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𝑃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∙</m:t>
                              </m:r>
                              <m:sSub>
                                <m:sSubPr>
                                  <m:ctrlPr>
                                    <a:rPr lang="en-US" sz="1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𝜔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lang="en-US" sz="1200" i="1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</m:oMath>
                    <m:oMath xmlns:m="http://schemas.openxmlformats.org/officeDocument/2006/math">
                      <m:r>
                        <a:rPr lang="en-US" sz="1200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1−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</m:d>
                      <m:f>
                        <m:fPr>
                          <m:ctrlPr>
                            <a:rPr lang="en-US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𝑐</m:t>
                          </m:r>
                        </m:num>
                        <m:den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𝜋</m:t>
                          </m:r>
                        </m:den>
                      </m:f>
                      <m:nary>
                        <m:naryPr>
                          <m:limLoc m:val="undOvr"/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  <m:brk m:alnAt="24"/>
                            </m:rPr>
                            <a:rPr lang="el-G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Ω</m:t>
                          </m:r>
                        </m:sub>
                        <m:sup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</m:sup>
                        <m:e>
                          <m:d>
                            <m:d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d>
                                <m:dPr>
                                  <m:ctrlPr>
                                    <a:rPr lang="en-US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1−</m:t>
                                  </m:r>
                                  <m:sSub>
                                    <m:sSubPr>
                                      <m:ctrlPr>
                                        <a:rPr lang="en-US" sz="1200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200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𝐹</m:t>
                                      </m:r>
                                    </m:e>
                                    <m:sub>
                                      <m:r>
                                        <a:rPr lang="en-US" sz="1200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a:rPr lang="pl-PL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d>
                                <m:dPr>
                                  <m:ctrlPr>
                                    <a:rPr lang="en-US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1−</m:t>
                                  </m:r>
                                  <m:sSub>
                                    <m:sSubPr>
                                      <m:ctrlPr>
                                        <a:rPr lang="en-US" sz="1200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200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𝐹</m:t>
                                      </m:r>
                                    </m:e>
                                    <m:sub>
                                      <m:r>
                                        <a:rPr lang="en-US" sz="1200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e>
                              </m:d>
                              <m:sSub>
                                <m:sSubPr>
                                  <m:ctrlPr>
                                    <a:rPr lang="en-US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𝑃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∙</m:t>
                              </m:r>
                              <m:sSub>
                                <m:sSubPr>
                                  <m:ctrlPr>
                                    <a:rPr lang="en-US" sz="1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𝜔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lang="en-US" sz="1200" i="1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US" sz="1200" i="1" dirty="0">
                  <a:solidFill>
                    <a:prstClr val="black"/>
                  </a:solidFill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1−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</m:d>
                      <m:f>
                        <m:fPr>
                          <m:ctrlPr>
                            <a:rPr lang="en-US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𝑐</m:t>
                          </m:r>
                        </m:num>
                        <m:den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𝜋</m:t>
                          </m:r>
                        </m:den>
                      </m:f>
                      <m:nary>
                        <m:naryPr>
                          <m:limLoc m:val="undOvr"/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  <m:brk m:alnAt="24"/>
                            </m:rPr>
                            <a:rPr lang="el-G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Ω</m:t>
                          </m:r>
                        </m:sub>
                        <m:sup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</m:sup>
                        <m:e>
                          <m:d>
                            <m:dPr>
                              <m:ctrlPr>
                                <a:rPr lang="en-US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sSub>
                                <m:sSubPr>
                                  <m:ctrlPr>
                                    <a:rPr lang="en-US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𝐹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</m:d>
                          <m:d>
                            <m:dPr>
                              <m:ctrlPr>
                                <a:rPr lang="en-US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l-PL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sSub>
                                <m:sSubPr>
                                  <m:ctrlPr>
                                    <a:rPr lang="en-US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𝑃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∙</m:t>
                              </m:r>
                              <m:sSub>
                                <m:sSubPr>
                                  <m:ctrlPr>
                                    <a:rPr lang="en-US" sz="1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𝜔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lang="pl-PL" sz="1200" b="0" i="1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  <m:oMath xmlns:m="http://schemas.openxmlformats.org/officeDocument/2006/math">
                      <m:r>
                        <a:rPr lang="pl-PL" sz="1200" b="0" i="1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sz="12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2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1−</m:t>
                          </m:r>
                          <m:r>
                            <a:rPr lang="en-US" sz="12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</m:d>
                      <m:f>
                        <m:fPr>
                          <m:ctrlPr>
                            <a:rPr lang="en-US" sz="12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2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num>
                        <m:den>
                          <m:r>
                            <a:rPr lang="en-US" sz="12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</m:den>
                      </m:f>
                      <m:d>
                        <m:dPr>
                          <m:ctrlPr>
                            <a:rPr lang="en-US" sz="12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2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1−</m:t>
                          </m:r>
                          <m:sSub>
                            <m:sSubPr>
                              <m:ctrlPr>
                                <a:rPr lang="en-US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𝐹</m:t>
                              </m:r>
                            </m:e>
                            <m:sub>
                              <m:r>
                                <a:rPr lang="en-US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d>
                      <m:nary>
                        <m:naryPr>
                          <m:limLoc m:val="undOvr"/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  <m:brk m:alnAt="24"/>
                            </m:rPr>
                            <a:rPr lang="el-G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Ω</m:t>
                          </m:r>
                        </m:sub>
                        <m:sup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</m:sup>
                        <m:e>
                          <m:d>
                            <m:dPr>
                              <m:ctrlPr>
                                <a:rPr lang="en-US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l-PL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sSub>
                                <m:sSubPr>
                                  <m:ctrlPr>
                                    <a:rPr lang="en-US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𝑃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∙</m:t>
                              </m:r>
                              <m:sSub>
                                <m:sSubPr>
                                  <m:ctrlPr>
                                    <a:rPr lang="en-US" sz="1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𝜔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pl-PL" sz="1200" i="1" dirty="0">
                  <a:solidFill>
                    <a:srgbClr val="836967"/>
                  </a:solidFill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2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200" smtClean="0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sSub>
                            <m:sSubPr>
                              <m:ctrlP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e>
                            <m:sub>
                              <m:r>
                                <a:rPr lang="pl-PL" sz="1200" b="0" i="1" smtClean="0">
                                  <a:latin typeface="Cambria Math" panose="02040503050406030204" pitchFamily="18" charset="0"/>
                                </a:rPr>
                                <m:t>𝑔</m:t>
                              </m:r>
                            </m:sub>
                          </m:sSub>
                        </m:sub>
                      </m:sSub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limLoc m:val="undOvr"/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  <m:brk m:alnAt="24"/>
                            </m:rPr>
                            <a:rPr lang="el-G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Ω</m:t>
                          </m:r>
                        </m:sub>
                        <m:sup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</m:sup>
                        <m:e>
                          <m:d>
                            <m:dPr>
                              <m:ctrlPr>
                                <a:rPr lang="en-US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l-PL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sSub>
                                <m:sSubPr>
                                  <m:ctrlPr>
                                    <a:rPr lang="en-US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𝑃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∙</m:t>
                              </m:r>
                              <m:sSub>
                                <m:sSubPr>
                                  <m:ctrlPr>
                                    <a:rPr lang="en-US" sz="1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𝜔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</m:oMath>
                    <m:oMath xmlns:m="http://schemas.openxmlformats.org/officeDocument/2006/math">
                      <m:sSub>
                        <m:sSubPr>
                          <m:ctrlPr>
                            <a:rPr lang="en-US" sz="12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200" smtClean="0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en-US" sz="120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sub>
                      </m:sSub>
                      <m:d>
                        <m:dPr>
                          <m:ctrlPr>
                            <a:rPr lang="en-US" sz="12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1200" smtClean="0">
                              <a:latin typeface="Cambria Math" panose="02040503050406030204" pitchFamily="18" charset="0"/>
                            </a:rPr>
                            <m:t>p</m:t>
                          </m:r>
                          <m:r>
                            <a:rPr lang="en-US" sz="1200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sSub>
                            <m:sSubPr>
                              <m:ctrlPr>
                                <a:rPr lang="en-US" sz="1200" i="1" smtClean="0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1200" smtClean="0">
                                  <a:latin typeface="Cambria Math" panose="02040503050406030204" pitchFamily="18" charset="0"/>
                                </a:rPr>
                                <m:t>ω</m:t>
                              </m:r>
                            </m:e>
                            <m:sub>
                              <m:r>
                                <a:rPr lang="en-US" sz="1200" i="1" smtClean="0">
                                  <a:latin typeface="Cambria Math" panose="02040503050406030204" pitchFamily="18" charset="0"/>
                                </a:rPr>
                                <m:t>𝑜</m:t>
                              </m:r>
                            </m:sub>
                          </m:sSub>
                        </m:e>
                      </m:d>
                      <m:r>
                        <a:rPr lang="pl-PL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sz="12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2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1−</m:t>
                          </m:r>
                          <m:r>
                            <a:rPr lang="en-US" sz="12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</m:d>
                      <m:f>
                        <m:fPr>
                          <m:ctrlPr>
                            <a:rPr lang="en-US" sz="12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2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num>
                        <m:den>
                          <m:r>
                            <a:rPr lang="en-US" sz="12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</m:den>
                      </m:f>
                      <m:d>
                        <m:dPr>
                          <m:ctrlPr>
                            <a:rPr lang="en-US" sz="12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2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1−</m:t>
                          </m:r>
                          <m:sSub>
                            <m:sSubPr>
                              <m:ctrlPr>
                                <a:rPr lang="en-US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𝐹</m:t>
                              </m:r>
                            </m:e>
                            <m:sub>
                              <m:r>
                                <a:rPr lang="en-US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d>
                      <m:sSub>
                        <m:sSubPr>
                          <m:ctrlPr>
                            <a:rPr lang="en-US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200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sSub>
                            <m:sSub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e>
                            <m:sub>
                              <m:r>
                                <a:rPr lang="pl-PL" sz="1200" i="1">
                                  <a:latin typeface="Cambria Math" panose="02040503050406030204" pitchFamily="18" charset="0"/>
                                </a:rPr>
                                <m:t>𝑔</m:t>
                              </m:r>
                            </m:sub>
                          </m:sSub>
                        </m:sub>
                      </m:sSub>
                    </m:oMath>
                  </m:oMathPara>
                </a14:m>
                <a:endParaRPr lang="en-US" sz="1200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91CF65EB-1EBC-955D-E199-D0F80187619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1891" y="1187372"/>
                <a:ext cx="4606690" cy="4675447"/>
              </a:xfrm>
              <a:prstGeom prst="rect">
                <a:avLst/>
              </a:prstGeom>
              <a:blipFill>
                <a:blip r:embed="rId2"/>
                <a:stretch>
                  <a:fillRect l="-8344" t="-16428" b="-1499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9A7CCD9E-8F0D-07DF-A50E-708DB962A343}"/>
                  </a:ext>
                </a:extLst>
              </p:cNvPr>
              <p:cNvSpPr txBox="1"/>
              <p:nvPr/>
            </p:nvSpPr>
            <p:spPr>
              <a:xfrm>
                <a:off x="8592938" y="708972"/>
                <a:ext cx="3045618" cy="95680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200" dirty="0"/>
                  <a:t>Fresnel-</a:t>
                </a:r>
                <a:r>
                  <a:rPr lang="en-US" sz="1200" dirty="0" err="1"/>
                  <a:t>Schlick</a:t>
                </a:r>
                <a:r>
                  <a:rPr lang="en-US" sz="1200" b="0" i="0" dirty="0">
                    <a:solidFill>
                      <a:srgbClr val="111111"/>
                    </a:solidFill>
                    <a:effectLst/>
                    <a:latin typeface="Gudea"/>
                  </a:rPr>
                  <a:t> approximation:</a:t>
                </a:r>
                <a:endParaRPr lang="en-US" sz="1200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𝐹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+</m:t>
                      </m:r>
                      <m:d>
                        <m:dPr>
                          <m:ctrlPr>
                            <a:rPr lang="en-US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1−</m:t>
                          </m:r>
                          <m:sSub>
                            <m:sSubPr>
                              <m:ctrlP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𝐹</m:t>
                              </m:r>
                            </m:e>
                            <m:sub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d>
                      <m:sSup>
                        <m:sSupPr>
                          <m:ctrlPr>
                            <a:rPr lang="en-US" sz="12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sz="120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200" i="1" smtClean="0"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d>
                                <m:dPr>
                                  <m:ctrlPr>
                                    <a:rPr lang="en-US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h</m:t>
                                      </m:r>
                                    </m:e>
                                    <m:sub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US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∙</m:t>
                                  </m:r>
                                  <m:sSub>
                                    <m:sSubPr>
                                      <m:ctrlPr>
                                        <a:rPr lang="en-GB" sz="12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GB" sz="1200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</m:e>
                                    <m:sub>
                                      <m:r>
                                        <a:rPr lang="en-GB" sz="1200" i="1">
                                          <a:latin typeface="Cambria Math" panose="02040503050406030204" pitchFamily="18" charset="0"/>
                                        </a:rPr>
                                        <m:t>𝑜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</m:e>
                        <m:sup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p>
                      </m:sSup>
                    </m:oMath>
                    <m:oMath xmlns:m="http://schemas.openxmlformats.org/officeDocument/2006/math">
                      <m:sSub>
                        <m:sSubPr>
                          <m:ctrlPr>
                            <a:rPr lang="en-US" sz="1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120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120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12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sz="120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200" i="1" smtClean="0"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d>
                                <m:dPr>
                                  <m:ctrlPr>
                                    <a:rPr lang="en-US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h</m:t>
                                      </m:r>
                                    </m:e>
                                    <m:sub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US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∙</m:t>
                                  </m:r>
                                  <m:sSub>
                                    <m:sSubPr>
                                      <m:ctrlPr>
                                        <a:rPr lang="en-GB" sz="12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GB" sz="1200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</m:e>
                                    <m:sub>
                                      <m:r>
                                        <a:rPr lang="en-GB" sz="1200" i="1">
                                          <a:latin typeface="Cambria Math" panose="02040503050406030204" pitchFamily="18" charset="0"/>
                                        </a:rPr>
                                        <m:t>𝑜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</m:e>
                        <m:sup>
                          <m:r>
                            <a:rPr lang="en-US" sz="120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p>
                      </m:sSup>
                    </m:oMath>
                  </m:oMathPara>
                </a14:m>
                <a:endParaRPr lang="en-US" sz="1200" dirty="0"/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sz="120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r>
                        <a:rPr lang="en-US" sz="120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𝐹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+</m:t>
                      </m:r>
                      <m:d>
                        <m:dPr>
                          <m:ctrlPr>
                            <a:rPr lang="en-US" sz="12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200" i="1" smtClean="0">
                              <a:latin typeface="Cambria Math" panose="02040503050406030204" pitchFamily="18" charset="0"/>
                            </a:rPr>
                            <m:t>1−</m:t>
                          </m:r>
                          <m:sSub>
                            <m:sSubPr>
                              <m:ctrlPr>
                                <a:rPr lang="en-US" sz="12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 smtClean="0">
                                  <a:latin typeface="Cambria Math" panose="02040503050406030204" pitchFamily="18" charset="0"/>
                                </a:rPr>
                                <m:t>𝐹</m:t>
                              </m:r>
                            </m:e>
                            <m:sub>
                              <m:r>
                                <a:rPr lang="en-US" sz="120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d>
                      <m:sSub>
                        <m:sSubPr>
                          <m:ctrlPr>
                            <a:rPr lang="en-US" sz="1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120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pl-PL" sz="1200" b="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9A7CCD9E-8F0D-07DF-A50E-708DB962A34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92938" y="708972"/>
                <a:ext cx="3045618" cy="956800"/>
              </a:xfrm>
              <a:prstGeom prst="rect">
                <a:avLst/>
              </a:prstGeom>
              <a:blipFill>
                <a:blip r:embed="rId3"/>
                <a:stretch>
                  <a:fillRect l="-200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extBox 2">
            <a:extLst>
              <a:ext uri="{FF2B5EF4-FFF2-40B4-BE49-F238E27FC236}">
                <a16:creationId xmlns:a16="http://schemas.microsoft.com/office/drawing/2014/main" id="{6D30357B-58C1-CE7B-B87E-8B23CFC29544}"/>
              </a:ext>
            </a:extLst>
          </p:cNvPr>
          <p:cNvSpPr txBox="1"/>
          <p:nvPr/>
        </p:nvSpPr>
        <p:spPr>
          <a:xfrm>
            <a:off x="4765039" y="218466"/>
            <a:ext cx="285574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dirty="0" err="1"/>
              <a:t>Diffused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7973664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030257-C490-2631-2F98-D79B34D1B6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7AB5527-483B-744D-4A65-7BDD6BDF7837}"/>
              </a:ext>
            </a:extLst>
          </p:cNvPr>
          <p:cNvSpPr txBox="1"/>
          <p:nvPr/>
        </p:nvSpPr>
        <p:spPr>
          <a:xfrm>
            <a:off x="5367441" y="167893"/>
            <a:ext cx="10999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Specular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1">
                <a:extLst>
                  <a:ext uri="{FF2B5EF4-FFF2-40B4-BE49-F238E27FC236}">
                    <a16:creationId xmlns:a16="http://schemas.microsoft.com/office/drawing/2014/main" id="{D891AABD-8CC2-BFA6-8BE7-B8644705AE6E}"/>
                  </a:ext>
                </a:extLst>
              </p:cNvPr>
              <p:cNvSpPr txBox="1"/>
              <p:nvPr/>
            </p:nvSpPr>
            <p:spPr>
              <a:xfrm>
                <a:off x="432647" y="610377"/>
                <a:ext cx="6848997" cy="621734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12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GB" sz="1200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d>
                        <m:dPr>
                          <m:ctrlPr>
                            <a:rPr lang="en-GB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GB" sz="1200">
                              <a:latin typeface="Cambria Math" panose="02040503050406030204" pitchFamily="18" charset="0"/>
                            </a:rPr>
                            <m:t>p</m:t>
                          </m:r>
                          <m:r>
                            <a:rPr lang="en-GB" sz="1200">
                              <a:latin typeface="Cambria Math" panose="02040503050406030204" pitchFamily="18" charset="0"/>
                            </a:rPr>
                            <m:t>, </m:t>
                          </m:r>
                          <m:sSub>
                            <m:sSubPr>
                              <m:ctrlPr>
                                <a:rPr lang="en-GB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GB" sz="1200">
                                  <a:latin typeface="Cambria Math" panose="02040503050406030204" pitchFamily="18" charset="0"/>
                                </a:rPr>
                                <m:t>ω</m:t>
                              </m:r>
                            </m:e>
                            <m:sub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𝑜</m:t>
                              </m:r>
                            </m:sub>
                          </m:sSub>
                        </m:e>
                      </m:d>
                      <m:r>
                        <a:rPr lang="pl-PL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limLoc m:val="undOvr"/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  <m:brk m:alnAt="24"/>
                            </m:rPr>
                            <a:rPr lang="el-G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Ω</m:t>
                          </m:r>
                        </m:sub>
                        <m:sup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</m:sup>
                        <m:e>
                          <m:f>
                            <m:f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𝐷𝐹𝐺</m:t>
                              </m:r>
                            </m:num>
                            <m:den>
                              <m:r>
                                <a:rPr lang="en-US" sz="1200"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  <m:r>
                                <a:rPr lang="pl-PL" sz="120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en-GB" sz="1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GB" sz="1200">
                                      <a:latin typeface="Cambria Math" panose="02040503050406030204" pitchFamily="18" charset="0"/>
                                    </a:rPr>
                                    <m:t>ω</m:t>
                                  </m:r>
                                </m:e>
                                <m:sub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𝑜</m:t>
                                  </m:r>
                                </m:sub>
                              </m:sSub>
                              <m:r>
                                <a:rPr lang="en-GB" sz="1200">
                                  <a:latin typeface="Cambria Math" panose="02040503050406030204" pitchFamily="18" charset="0"/>
                                </a:rPr>
                                <m:t>∙</m:t>
                              </m:r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pl-PL" sz="1200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den>
                          </m:f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lang="pl-PL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l-PL" sz="1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l-PL" sz="12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4(</m:t>
                          </m:r>
                          <m:sSub>
                            <m:sSubPr>
                              <m:ctrlPr>
                                <a:rPr lang="en-GB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GB" sz="1200">
                                  <a:latin typeface="Cambria Math" panose="02040503050406030204" pitchFamily="18" charset="0"/>
                                </a:rPr>
                                <m:t>ω</m:t>
                              </m:r>
                            </m:e>
                            <m:sub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𝑜</m:t>
                              </m:r>
                            </m:sub>
                          </m:sSub>
                          <m:r>
                            <a:rPr lang="en-GB" sz="1200">
                              <a:latin typeface="Cambria Math" panose="02040503050406030204" pitchFamily="18" charset="0"/>
                            </a:rPr>
                            <m:t>∙</m:t>
                          </m:r>
                          <m:r>
                            <a:rPr lang="en-GB" sz="12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  <m:nary>
                        <m:naryPr>
                          <m:limLoc m:val="undOvr"/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  <m:brk m:alnAt="24"/>
                            </m:rPr>
                            <a:rPr lang="el-G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Ω</m:t>
                          </m:r>
                        </m:sub>
                        <m:sup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</m:sup>
                        <m:e>
                          <m:r>
                            <a:rPr lang="en-GB" sz="1200" i="1">
                              <a:latin typeface="Cambria Math" panose="02040503050406030204" pitchFamily="18" charset="0"/>
                            </a:rPr>
                            <m:t>𝐷</m:t>
                          </m:r>
                          <m:r>
                            <a:rPr lang="pl-PL" sz="1200" b="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  <m:r>
                            <a:rPr lang="en-GB" sz="1200" i="1">
                              <a:latin typeface="Cambria Math" panose="02040503050406030204" pitchFamily="18" charset="0"/>
                            </a:rPr>
                            <m:t>𝐺</m:t>
                          </m:r>
                          <m:sSub>
                            <m:sSubPr>
                              <m:ctrlPr>
                                <a:rPr lang="en-GB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b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lang="en-US" sz="12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≈</m:t>
                      </m:r>
                    </m:oMath>
                  </m:oMathPara>
                </a14:m>
                <a:endParaRPr lang="pl-PL" sz="1200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≈</m:t>
                      </m:r>
                      <m:f>
                        <m:fPr>
                          <m:ctrlPr>
                            <a:rPr lang="pl-PL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4(</m:t>
                          </m:r>
                          <m:sSub>
                            <m:sSubPr>
                              <m:ctrlPr>
                                <a:rPr lang="en-GB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GB" sz="1200">
                                  <a:latin typeface="Cambria Math" panose="02040503050406030204" pitchFamily="18" charset="0"/>
                                </a:rPr>
                                <m:t>ω</m:t>
                              </m:r>
                            </m:e>
                            <m:sub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𝑜</m:t>
                              </m:r>
                            </m:sub>
                          </m:sSub>
                          <m:r>
                            <a:rPr lang="en-GB" sz="1200">
                              <a:latin typeface="Cambria Math" panose="02040503050406030204" pitchFamily="18" charset="0"/>
                            </a:rPr>
                            <m:t>∙</m:t>
                          </m:r>
                          <m:r>
                            <a:rPr lang="en-GB" sz="12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  <m:nary>
                        <m:naryPr>
                          <m:limLoc m:val="undOvr"/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  <m:brk m:alnAt="24"/>
                            </m:rPr>
                            <a:rPr lang="el-G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Ω</m:t>
                          </m:r>
                        </m:sub>
                        <m:sup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</m:sup>
                        <m:e>
                          <m:r>
                            <a:rPr lang="en-GB" sz="1200" i="1">
                              <a:latin typeface="Cambria Math" panose="02040503050406030204" pitchFamily="18" charset="0"/>
                            </a:rPr>
                            <m:t>𝐷</m:t>
                          </m:r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𝐹</m:t>
                          </m:r>
                          <m:f>
                            <m:fPr>
                              <m:ctrlPr>
                                <a:rPr lang="en-GB" sz="12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pl-PL" sz="120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en-GB" sz="1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GB" sz="1200">
                                      <a:latin typeface="Cambria Math" panose="02040503050406030204" pitchFamily="18" charset="0"/>
                                    </a:rPr>
                                    <m:t>ω</m:t>
                                  </m:r>
                                </m:e>
                                <m:sub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𝑜</m:t>
                                  </m:r>
                                </m:sub>
                              </m:sSub>
                              <m:r>
                                <a:rPr lang="en-GB" sz="1200">
                                  <a:latin typeface="Cambria Math" panose="02040503050406030204" pitchFamily="18" charset="0"/>
                                </a:rPr>
                                <m:t>∙</m:t>
                              </m:r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pl-PL" sz="1200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  <m:r>
                                <a:rPr lang="en-GB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num>
                            <m:den>
                              <m:r>
                                <a:rPr lang="pl-PL" sz="120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en-GB" sz="1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GB" sz="1200">
                                      <a:latin typeface="Cambria Math" panose="02040503050406030204" pitchFamily="18" charset="0"/>
                                    </a:rPr>
                                    <m:t>ω</m:t>
                                  </m:r>
                                </m:e>
                                <m:sub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𝑜</m:t>
                                  </m:r>
                                </m:sub>
                              </m:sSub>
                              <m:r>
                                <a:rPr lang="en-GB" sz="1200">
                                  <a:latin typeface="Cambria Math" panose="02040503050406030204" pitchFamily="18" charset="0"/>
                                </a:rPr>
                                <m:t>∙</m:t>
                              </m:r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pl-PL" sz="1200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(1−</m:t>
                              </m:r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)+</m:t>
                              </m:r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den>
                          </m:f>
                          <m:r>
                            <a:rPr lang="en-GB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×</m:t>
                          </m:r>
                          <m:f>
                            <m:fPr>
                              <m:ctrlPr>
                                <a:rPr lang="en-GB" sz="12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d>
                                <m:dPr>
                                  <m:ctrlP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GB" sz="12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GB" sz="1200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</m:e>
                                    <m:sub>
                                      <m:r>
                                        <a:rPr lang="pl-PL" sz="12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⋅</m:t>
                                  </m:r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d>
                            </m:num>
                            <m:den>
                              <m:d>
                                <m:dPr>
                                  <m:ctrlP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GB" sz="12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GB" sz="1200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</m:e>
                                    <m:sub>
                                      <m:r>
                                        <a:rPr lang="pl-PL" sz="12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⋅</m:t>
                                  </m:r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d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(1−</m:t>
                              </m:r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)+</m:t>
                              </m:r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den>
                          </m:f>
                          <m:sSub>
                            <m:sSubPr>
                              <m:ctrlPr>
                                <a:rPr lang="en-GB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b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lang="pl-PL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pl-PL" sz="1200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pl-PL" sz="12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l-PL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4(</m:t>
                          </m:r>
                          <m:sSub>
                            <m:sSubPr>
                              <m:ctrlPr>
                                <a:rPr lang="en-GB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GB" sz="1200">
                                  <a:latin typeface="Cambria Math" panose="02040503050406030204" pitchFamily="18" charset="0"/>
                                </a:rPr>
                                <m:t>ω</m:t>
                              </m:r>
                            </m:e>
                            <m:sub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𝑜</m:t>
                              </m:r>
                            </m:sub>
                          </m:sSub>
                          <m:r>
                            <a:rPr lang="en-GB" sz="1200">
                              <a:latin typeface="Cambria Math" panose="02040503050406030204" pitchFamily="18" charset="0"/>
                            </a:rPr>
                            <m:t>∙</m:t>
                          </m:r>
                          <m:r>
                            <a:rPr lang="en-GB" sz="12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  <m:r>
                        <a:rPr lang="pl-PL" sz="12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f>
                        <m:fPr>
                          <m:ctrlPr>
                            <a:rPr lang="en-GB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GB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GB" sz="1200">
                                  <a:latin typeface="Cambria Math" panose="02040503050406030204" pitchFamily="18" charset="0"/>
                                </a:rPr>
                                <m:t>ω</m:t>
                              </m:r>
                            </m:e>
                            <m:sub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𝑜</m:t>
                              </m:r>
                            </m:sub>
                          </m:sSub>
                          <m:r>
                            <a:rPr lang="en-GB" sz="1200">
                              <a:latin typeface="Cambria Math" panose="02040503050406030204" pitchFamily="18" charset="0"/>
                            </a:rPr>
                            <m:t>∙</m:t>
                          </m:r>
                          <m:r>
                            <a:rPr lang="en-GB" sz="12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)</m:t>
                          </m:r>
                          <m:r>
                            <a:rPr lang="en-GB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</m:num>
                        <m:den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GB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GB" sz="1200">
                                  <a:latin typeface="Cambria Math" panose="02040503050406030204" pitchFamily="18" charset="0"/>
                                </a:rPr>
                                <m:t>ω</m:t>
                              </m:r>
                            </m:e>
                            <m:sub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𝑜</m:t>
                              </m:r>
                            </m:sub>
                          </m:sSub>
                          <m:r>
                            <a:rPr lang="en-GB" sz="1200">
                              <a:latin typeface="Cambria Math" panose="02040503050406030204" pitchFamily="18" charset="0"/>
                            </a:rPr>
                            <m:t>∙</m:t>
                          </m:r>
                          <m:r>
                            <a:rPr lang="en-GB" sz="12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)</m:t>
                          </m:r>
                          <m:r>
                            <a:rPr lang="en-GB" sz="1200" i="1">
                              <a:latin typeface="Cambria Math" panose="02040503050406030204" pitchFamily="18" charset="0"/>
                            </a:rPr>
                            <m:t>(1−</m:t>
                          </m:r>
                          <m:r>
                            <a:rPr lang="en-GB" sz="1200" i="1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GB" sz="1200" i="1">
                              <a:latin typeface="Cambria Math" panose="02040503050406030204" pitchFamily="18" charset="0"/>
                            </a:rPr>
                            <m:t>)+</m:t>
                          </m:r>
                          <m:r>
                            <a:rPr lang="en-GB" sz="1200" i="1">
                              <a:latin typeface="Cambria Math" panose="02040503050406030204" pitchFamily="18" charset="0"/>
                            </a:rPr>
                            <m:t>𝑘</m:t>
                          </m:r>
                        </m:den>
                      </m:f>
                      <m:nary>
                        <m:naryPr>
                          <m:limLoc m:val="undOvr"/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  <m:brk m:alnAt="24"/>
                            </m:rPr>
                            <a:rPr lang="el-G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Ω</m:t>
                          </m:r>
                        </m:sub>
                        <m:sup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</m:sup>
                        <m:e>
                          <m:r>
                            <a:rPr lang="en-GB" sz="1200" i="1">
                              <a:latin typeface="Cambria Math" panose="02040503050406030204" pitchFamily="18" charset="0"/>
                            </a:rPr>
                            <m:t>𝐷</m:t>
                          </m:r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𝐹</m:t>
                          </m:r>
                          <m:f>
                            <m:fPr>
                              <m:ctrlPr>
                                <a:rPr lang="en-GB" sz="12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d>
                                <m:dPr>
                                  <m:ctrlP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GB" sz="12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GB" sz="1200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</m:e>
                                    <m:sub>
                                      <m:r>
                                        <a:rPr lang="pl-PL" sz="12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⋅</m:t>
                                  </m:r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d>
                            </m:num>
                            <m:den>
                              <m:d>
                                <m:dPr>
                                  <m:ctrlP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GB" sz="12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GB" sz="1200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</m:e>
                                    <m:sub>
                                      <m:r>
                                        <a:rPr lang="pl-PL" sz="12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⋅</m:t>
                                  </m:r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d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(1−</m:t>
                              </m:r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)+</m:t>
                              </m:r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den>
                          </m:f>
                          <m:sSub>
                            <m:sSubPr>
                              <m:ctrlPr>
                                <a:rPr lang="en-GB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b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lang="pl-PL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pl-PL" sz="1200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pl-PL" sz="120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GB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4</m:t>
                          </m:r>
                          <m:d>
                            <m:dPr>
                              <m:ctrlPr>
                                <a:rPr lang="pl-PL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d>
                                <m:dPr>
                                  <m:ctrlP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GB" sz="12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GB" sz="1200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</m:e>
                                    <m:sub>
                                      <m:r>
                                        <a:rPr lang="en-GB" sz="1200" i="1">
                                          <a:latin typeface="Cambria Math" panose="02040503050406030204" pitchFamily="18" charset="0"/>
                                        </a:rPr>
                                        <m:t>𝑜</m:t>
                                      </m:r>
                                    </m:sub>
                                  </m:sSub>
                                  <m:r>
                                    <a:rPr lang="en-GB" sz="1200">
                                      <a:latin typeface="Cambria Math" panose="02040503050406030204" pitchFamily="18" charset="0"/>
                                    </a:rPr>
                                    <m:t>∙</m:t>
                                  </m:r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d>
                              <m:d>
                                <m:dPr>
                                  <m:ctrlP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1−</m:t>
                                  </m:r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</m:d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</m:d>
                        </m:den>
                      </m:f>
                      <m:nary>
                        <m:naryPr>
                          <m:limLoc m:val="undOvr"/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  <m:brk m:alnAt="24"/>
                            </m:rPr>
                            <a:rPr lang="el-G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Ω</m:t>
                          </m:r>
                        </m:sub>
                        <m:sup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</m:sup>
                        <m:e>
                          <m:r>
                            <a:rPr lang="en-GB" sz="1200" i="1">
                              <a:latin typeface="Cambria Math" panose="02040503050406030204" pitchFamily="18" charset="0"/>
                            </a:rPr>
                            <m:t>𝐷</m:t>
                          </m:r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𝐹</m:t>
                          </m:r>
                          <m:f>
                            <m:fPr>
                              <m:ctrlPr>
                                <a:rPr lang="en-GB" sz="12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d>
                                <m:dPr>
                                  <m:ctrlP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GB" sz="12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GB" sz="1200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</m:e>
                                    <m:sub>
                                      <m:r>
                                        <a:rPr lang="pl-PL" sz="12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⋅</m:t>
                                  </m:r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d>
                            </m:num>
                            <m:den>
                              <m:d>
                                <m:dPr>
                                  <m:ctrlP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GB" sz="12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GB" sz="1200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</m:e>
                                    <m:sub>
                                      <m:r>
                                        <a:rPr lang="pl-PL" sz="12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⋅</m:t>
                                  </m:r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d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(1−</m:t>
                              </m:r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)+</m:t>
                              </m:r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den>
                          </m:f>
                          <m:sSub>
                            <m:sSubPr>
                              <m:ctrlPr>
                                <a:rPr lang="en-GB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b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lang="en-US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≈</m:t>
                      </m:r>
                    </m:oMath>
                  </m:oMathPara>
                </a14:m>
                <a:endParaRPr lang="pl-PL" sz="1200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≈</m:t>
                      </m:r>
                      <m:f>
                        <m:fPr>
                          <m:ctrlPr>
                            <a:rPr lang="en-GB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4</m:t>
                          </m:r>
                          <m:d>
                            <m:dPr>
                              <m:ctrlPr>
                                <a:rPr lang="pl-PL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d>
                                <m:dPr>
                                  <m:ctrlP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GB" sz="12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GB" sz="1200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</m:e>
                                    <m:sub>
                                      <m:r>
                                        <a:rPr lang="en-GB" sz="1200" i="1">
                                          <a:latin typeface="Cambria Math" panose="02040503050406030204" pitchFamily="18" charset="0"/>
                                        </a:rPr>
                                        <m:t>𝑜</m:t>
                                      </m:r>
                                    </m:sub>
                                  </m:sSub>
                                  <m:r>
                                    <a:rPr lang="en-GB" sz="1200">
                                      <a:latin typeface="Cambria Math" panose="02040503050406030204" pitchFamily="18" charset="0"/>
                                    </a:rPr>
                                    <m:t>∙</m:t>
                                  </m:r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d>
                              <m:d>
                                <m:dPr>
                                  <m:ctrlP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1−</m:t>
                                  </m:r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</m:d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</m:d>
                        </m:den>
                      </m:f>
                      <m:nary>
                        <m:naryPr>
                          <m:limLoc m:val="undOvr"/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  <m:brk m:alnAt="24"/>
                            </m:rPr>
                            <a:rPr lang="el-G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Ω</m:t>
                          </m:r>
                        </m:sub>
                        <m:sup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</m:sup>
                        <m:e>
                          <m:f>
                            <m:f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p>
                                <m:sSup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𝛼</m:t>
                                  </m:r>
                                </m:e>
                                <m:sup>
                                  <m: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num>
                            <m:den>
                              <m:r>
                                <a:rPr lang="el-GR" sz="1200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  <m:sSup>
                                <m:sSupPr>
                                  <m:ctrlPr>
                                    <a:rPr lang="el-G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el-GR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p>
                                        <m:sSupPr>
                                          <m:ctrlPr>
                                            <a:rPr lang="el-GR" sz="1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el-GR" sz="1200" i="1">
                                              <a:latin typeface="Cambria Math" panose="02040503050406030204" pitchFamily="18" charset="0"/>
                                            </a:rPr>
                                            <m:t>(</m:t>
                                          </m:r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𝑛</m:t>
                                          </m:r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⋅</m:t>
                                          </m:r>
                                          <m:sSub>
                                            <m:sSubPr>
                                              <m:ctrlP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  <m:t>h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)</m:t>
                                          </m:r>
                                        </m:e>
                                        <m:sup>
                                          <m:r>
                                            <a:rPr lang="pl-PL" sz="1200" i="1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p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(</m:t>
                                      </m:r>
                                      <m:sSup>
                                        <m:sSupPr>
                                          <m:ctrlP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𝛼</m:t>
                                          </m:r>
                                        </m:e>
                                        <m:sup>
                                          <m:r>
                                            <a:rPr lang="pl-PL" sz="1200" i="1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p>
                                      <m:r>
                                        <a:rPr lang="el-GR" sz="1200" i="1">
                                          <a:latin typeface="Cambria Math" panose="02040503050406030204" pitchFamily="18" charset="0"/>
                                        </a:rPr>
                                        <m:t>−1)+1</m:t>
                                      </m:r>
                                    </m:e>
                                  </m:d>
                                </m:e>
                                <m:sup>
                                  <m: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den>
                          </m:f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𝐹</m:t>
                          </m:r>
                          <m:f>
                            <m:fPr>
                              <m:ctrlPr>
                                <a:rPr lang="en-GB" sz="12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d>
                                <m:dPr>
                                  <m:ctrlP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GB" sz="12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GB" sz="1200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</m:e>
                                    <m:sub>
                                      <m:r>
                                        <a:rPr lang="pl-PL" sz="12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⋅</m:t>
                                  </m:r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d>
                            </m:num>
                            <m:den>
                              <m:d>
                                <m:dPr>
                                  <m:ctrlP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GB" sz="12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GB" sz="1200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</m:e>
                                    <m:sub>
                                      <m:r>
                                        <a:rPr lang="pl-PL" sz="12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⋅</m:t>
                                  </m:r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d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(1−</m:t>
                              </m:r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)+</m:t>
                              </m:r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den>
                          </m:f>
                          <m:sSub>
                            <m:sSubPr>
                              <m:ctrlPr>
                                <a:rPr lang="en-GB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b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lang="pl-PL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pl-PL" sz="1200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pl-PL" sz="120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GB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𝛼</m:t>
                              </m:r>
                            </m:e>
                            <m:sup>
                              <m:r>
                                <a:rPr lang="pl-PL" sz="12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4</m:t>
                          </m:r>
                          <m:r>
                            <a:rPr lang="el-GR" sz="1200" i="1">
                              <a:latin typeface="Cambria Math" panose="02040503050406030204" pitchFamily="18" charset="0"/>
                            </a:rPr>
                            <m:t>𝜋</m:t>
                          </m:r>
                          <m:d>
                            <m:dPr>
                              <m:ctrlPr>
                                <a:rPr lang="pl-PL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d>
                                <m:dPr>
                                  <m:ctrlP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GB" sz="12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GB" sz="1200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</m:e>
                                    <m:sub>
                                      <m:r>
                                        <a:rPr lang="en-GB" sz="1200" i="1">
                                          <a:latin typeface="Cambria Math" panose="02040503050406030204" pitchFamily="18" charset="0"/>
                                        </a:rPr>
                                        <m:t>𝑜</m:t>
                                      </m:r>
                                    </m:sub>
                                  </m:sSub>
                                  <m:r>
                                    <a:rPr lang="en-GB" sz="1200">
                                      <a:latin typeface="Cambria Math" panose="02040503050406030204" pitchFamily="18" charset="0"/>
                                    </a:rPr>
                                    <m:t>∙</m:t>
                                  </m:r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d>
                              <m:d>
                                <m:dPr>
                                  <m:ctrlP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1−</m:t>
                                  </m:r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</m:d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</m:d>
                        </m:den>
                      </m:f>
                      <m:nary>
                        <m:naryPr>
                          <m:limLoc m:val="undOvr"/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  <m:brk m:alnAt="24"/>
                            </m:rPr>
                            <a:rPr lang="el-G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Ω</m:t>
                          </m:r>
                        </m:sub>
                        <m:sup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</m:sup>
                        <m:e>
                          <m:f>
                            <m:f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pl-PL" sz="12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sSup>
                                <m:sSupPr>
                                  <m:ctrlPr>
                                    <a:rPr lang="el-G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el-GR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p>
                                        <m:sSupPr>
                                          <m:ctrlPr>
                                            <a:rPr lang="el-GR" sz="1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el-GR" sz="1200" i="1">
                                              <a:latin typeface="Cambria Math" panose="02040503050406030204" pitchFamily="18" charset="0"/>
                                            </a:rPr>
                                            <m:t>(</m:t>
                                          </m:r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𝑛</m:t>
                                          </m:r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⋅</m:t>
                                          </m:r>
                                          <m:sSub>
                                            <m:sSubPr>
                                              <m:ctrlP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  <m:t>h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)</m:t>
                                          </m:r>
                                        </m:e>
                                        <m:sup>
                                          <m:r>
                                            <a:rPr lang="pl-PL" sz="1200" i="1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p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(</m:t>
                                      </m:r>
                                      <m:sSup>
                                        <m:sSupPr>
                                          <m:ctrlP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𝛼</m:t>
                                          </m:r>
                                        </m:e>
                                        <m:sup>
                                          <m:r>
                                            <a:rPr lang="pl-PL" sz="1200" i="1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p>
                                      <m:r>
                                        <a:rPr lang="el-GR" sz="1200" i="1">
                                          <a:latin typeface="Cambria Math" panose="02040503050406030204" pitchFamily="18" charset="0"/>
                                        </a:rPr>
                                        <m:t>−1)+1</m:t>
                                      </m:r>
                                    </m:e>
                                  </m:d>
                                </m:e>
                                <m:sup>
                                  <m: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den>
                          </m:f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𝐹</m:t>
                          </m:r>
                          <m:f>
                            <m:fPr>
                              <m:ctrlPr>
                                <a:rPr lang="en-GB" sz="12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d>
                                <m:dPr>
                                  <m:ctrlP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GB" sz="12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GB" sz="1200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</m:e>
                                    <m:sub>
                                      <m:r>
                                        <a:rPr lang="pl-PL" sz="12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⋅</m:t>
                                  </m:r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d>
                            </m:num>
                            <m:den>
                              <m:d>
                                <m:dPr>
                                  <m:ctrlP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GB" sz="12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GB" sz="1200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</m:e>
                                    <m:sub>
                                      <m:r>
                                        <a:rPr lang="pl-PL" sz="12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⋅</m:t>
                                  </m:r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d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(1−</m:t>
                              </m:r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)+</m:t>
                              </m:r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den>
                          </m:f>
                          <m:sSub>
                            <m:sSubPr>
                              <m:ctrlPr>
                                <a:rPr lang="en-GB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b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lang="pl-PL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pl-PL" sz="1200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pl-PL" sz="120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GB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𝛼</m:t>
                              </m:r>
                            </m:e>
                            <m:sup>
                              <m:r>
                                <a:rPr lang="pl-PL" sz="12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4</m:t>
                          </m:r>
                          <m:r>
                            <a:rPr lang="el-GR" sz="1200" i="1">
                              <a:latin typeface="Cambria Math" panose="02040503050406030204" pitchFamily="18" charset="0"/>
                            </a:rPr>
                            <m:t>𝜋</m:t>
                          </m:r>
                          <m:d>
                            <m:dPr>
                              <m:ctrlPr>
                                <a:rPr lang="pl-PL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d>
                                <m:dPr>
                                  <m:ctrlP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GB" sz="12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GB" sz="1200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</m:e>
                                    <m:sub>
                                      <m:r>
                                        <a:rPr lang="en-GB" sz="1200" i="1">
                                          <a:latin typeface="Cambria Math" panose="02040503050406030204" pitchFamily="18" charset="0"/>
                                        </a:rPr>
                                        <m:t>𝑜</m:t>
                                      </m:r>
                                    </m:sub>
                                  </m:sSub>
                                  <m:r>
                                    <a:rPr lang="en-GB" sz="1200">
                                      <a:latin typeface="Cambria Math" panose="02040503050406030204" pitchFamily="18" charset="0"/>
                                    </a:rPr>
                                    <m:t>∙</m:t>
                                  </m:r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d>
                              <m:d>
                                <m:dPr>
                                  <m:ctrlP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1−</m:t>
                                  </m:r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</m:d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</m:d>
                        </m:den>
                      </m:f>
                      <m:nary>
                        <m:naryPr>
                          <m:limLoc m:val="undOvr"/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  <m:brk m:alnAt="24"/>
                            </m:rPr>
                            <a:rPr lang="el-G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Ω</m:t>
                          </m:r>
                        </m:sub>
                        <m:sup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</m:sup>
                        <m:e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𝐹</m:t>
                          </m:r>
                          <m:f>
                            <m:fPr>
                              <m:ctrlPr>
                                <a:rPr lang="en-GB" sz="12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GB" sz="1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e>
                                <m:sub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GB" sz="12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GB" sz="1200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</m:e>
                                    <m:sub>
                                      <m:r>
                                        <a:rPr lang="pl-PL" sz="12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⋅</m:t>
                                  </m:r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d>
                            </m:num>
                            <m:den>
                              <m:sSup>
                                <m:sSupPr>
                                  <m:ctrlPr>
                                    <a:rPr lang="el-G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el-GR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p>
                                        <m:sSupPr>
                                          <m:ctrlPr>
                                            <a:rPr lang="el-GR" sz="1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el-GR" sz="1200" i="1">
                                              <a:latin typeface="Cambria Math" panose="02040503050406030204" pitchFamily="18" charset="0"/>
                                            </a:rPr>
                                            <m:t>(</m:t>
                                          </m:r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𝑛</m:t>
                                          </m:r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⋅</m:t>
                                          </m:r>
                                          <m:sSub>
                                            <m:sSubPr>
                                              <m:ctrlP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  <m:t>h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)</m:t>
                                          </m:r>
                                        </m:e>
                                        <m:sup>
                                          <m:r>
                                            <a:rPr lang="pl-PL" sz="1200" i="1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p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(</m:t>
                                      </m:r>
                                      <m:sSup>
                                        <m:sSupPr>
                                          <m:ctrlP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𝛼</m:t>
                                          </m:r>
                                        </m:e>
                                        <m:sup>
                                          <m:r>
                                            <a:rPr lang="pl-PL" sz="1200" i="1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p>
                                      <m:r>
                                        <a:rPr lang="el-GR" sz="1200" i="1">
                                          <a:latin typeface="Cambria Math" panose="02040503050406030204" pitchFamily="18" charset="0"/>
                                        </a:rPr>
                                        <m:t>−1)+1</m:t>
                                      </m:r>
                                    </m:e>
                                  </m:d>
                                </m:e>
                                <m:sup>
                                  <m: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d>
                                <m:dPr>
                                  <m:ctrlP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d>
                                    <m:dPr>
                                      <m:ctrlPr>
                                        <a:rPr lang="en-GB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GB" sz="1200" i="1">
                                              <a:solidFill>
                                                <a:srgbClr val="836967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GB" sz="1200">
                                              <a:latin typeface="Cambria Math" panose="02040503050406030204" pitchFamily="18" charset="0"/>
                                            </a:rPr>
                                            <m:t>ω</m:t>
                                          </m:r>
                                        </m:e>
                                        <m:sub>
                                          <m:r>
                                            <a:rPr lang="pl-PL" sz="1200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r>
                                        <a:rPr lang="en-GB" sz="1200" i="1">
                                          <a:latin typeface="Cambria Math" panose="02040503050406030204" pitchFamily="18" charset="0"/>
                                        </a:rPr>
                                        <m:t>⋅</m:t>
                                      </m:r>
                                      <m:r>
                                        <a:rPr lang="en-GB" sz="1200" i="1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e>
                                  </m:d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(1−</m:t>
                                  </m:r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)+</m:t>
                                  </m:r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</m:d>
                            </m:den>
                          </m:f>
                          <m:r>
                            <a:rPr lang="pl-PL" sz="12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lang="pl-PL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pl-PL" sz="1200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pl-PL" sz="120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GB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𝛼</m:t>
                              </m:r>
                            </m:e>
                            <m:sup>
                              <m:r>
                                <a:rPr lang="pl-PL" sz="12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4</m:t>
                          </m:r>
                          <m:r>
                            <a:rPr lang="el-GR" sz="1200" i="1">
                              <a:latin typeface="Cambria Math" panose="02040503050406030204" pitchFamily="18" charset="0"/>
                            </a:rPr>
                            <m:t>𝜋</m:t>
                          </m:r>
                          <m:d>
                            <m:dPr>
                              <m:ctrlPr>
                                <a:rPr lang="pl-PL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d>
                                <m:dPr>
                                  <m:ctrlP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GB" sz="12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GB" sz="1200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</m:e>
                                    <m:sub>
                                      <m:r>
                                        <a:rPr lang="en-GB" sz="1200" i="1">
                                          <a:latin typeface="Cambria Math" panose="02040503050406030204" pitchFamily="18" charset="0"/>
                                        </a:rPr>
                                        <m:t>𝑜</m:t>
                                      </m:r>
                                    </m:sub>
                                  </m:sSub>
                                  <m:r>
                                    <a:rPr lang="en-GB" sz="1200">
                                      <a:latin typeface="Cambria Math" panose="02040503050406030204" pitchFamily="18" charset="0"/>
                                    </a:rPr>
                                    <m:t>∙</m:t>
                                  </m:r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d>
                              <m:d>
                                <m:dPr>
                                  <m:ctrlP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1−</m:t>
                                  </m:r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</m:d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</m:d>
                        </m:den>
                      </m:f>
                      <m:nary>
                        <m:naryPr>
                          <m:limLoc m:val="undOvr"/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  <m:brk m:alnAt="24"/>
                            </m:rPr>
                            <a:rPr lang="el-G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Ω</m:t>
                          </m:r>
                        </m:sub>
                        <m:sup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</m:sup>
                        <m:e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𝐹</m:t>
                          </m:r>
                          <m:f>
                            <m:fPr>
                              <m:ctrlPr>
                                <a:rPr lang="en-GB" sz="12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GB" sz="1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e>
                                <m:sub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GB" sz="12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GB" sz="1200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</m:e>
                                    <m:sub>
                                      <m:r>
                                        <a:rPr lang="pl-PL" sz="12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⋅</m:t>
                                  </m:r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d>
                            </m:num>
                            <m:den>
                              <m:sSub>
                                <m:sSubPr>
                                  <m:ctrlP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den>
                          </m:f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lang="en-US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≈</m:t>
                      </m:r>
                    </m:oMath>
                  </m:oMathPara>
                </a14:m>
                <a:endParaRPr lang="pl-PL" sz="1200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≈</m:t>
                      </m:r>
                      <m:f>
                        <m:fPr>
                          <m:ctrlPr>
                            <a:rPr lang="en-GB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𝛼</m:t>
                              </m:r>
                            </m:e>
                            <m:sup>
                              <m:r>
                                <a:rPr lang="pl-PL" sz="12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4</m:t>
                          </m:r>
                          <m:r>
                            <a:rPr lang="el-GR" sz="1200" i="1">
                              <a:latin typeface="Cambria Math" panose="02040503050406030204" pitchFamily="18" charset="0"/>
                            </a:rPr>
                            <m:t>𝜋</m:t>
                          </m:r>
                          <m:d>
                            <m:dPr>
                              <m:ctrlPr>
                                <a:rPr lang="pl-PL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d>
                                <m:dPr>
                                  <m:ctrlP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GB" sz="12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GB" sz="1200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</m:e>
                                    <m:sub>
                                      <m:r>
                                        <a:rPr lang="en-GB" sz="1200" i="1">
                                          <a:latin typeface="Cambria Math" panose="02040503050406030204" pitchFamily="18" charset="0"/>
                                        </a:rPr>
                                        <m:t>𝑜</m:t>
                                      </m:r>
                                    </m:sub>
                                  </m:sSub>
                                  <m:r>
                                    <a:rPr lang="en-GB" sz="1200">
                                      <a:latin typeface="Cambria Math" panose="02040503050406030204" pitchFamily="18" charset="0"/>
                                    </a:rPr>
                                    <m:t>∙</m:t>
                                  </m:r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d>
                              <m:d>
                                <m:dPr>
                                  <m:ctrlP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1−</m:t>
                                  </m:r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</m:d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</m:d>
                        </m:den>
                      </m:f>
                      <m:nary>
                        <m:naryPr>
                          <m:limLoc m:val="undOvr"/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  <m:brk m:alnAt="24"/>
                            </m:rPr>
                            <a:rPr lang="el-G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Ω</m:t>
                          </m:r>
                        </m:sub>
                        <m:sup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</m:sup>
                        <m:e>
                          <m:d>
                            <m:d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𝐹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d>
                                <m:d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1−</m:t>
                                  </m:r>
                                  <m:sSub>
                                    <m:sSub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𝐹</m:t>
                                      </m:r>
                                    </m:e>
                                    <m:sub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e>
                              </m:d>
                              <m:sSub>
                                <m:sSub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𝑃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  <m:f>
                            <m:fPr>
                              <m:ctrlPr>
                                <a:rPr lang="en-GB" sz="12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GB" sz="1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e>
                                <m:sub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GB" sz="12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GB" sz="1200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</m:e>
                                    <m:sub>
                                      <m:r>
                                        <a:rPr lang="pl-PL" sz="12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⋅</m:t>
                                  </m:r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d>
                            </m:num>
                            <m:den>
                              <m:sSub>
                                <m:sSubPr>
                                  <m:ctrlP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den>
                          </m:f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lang="pl-PL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pl-PL" sz="1200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pl-PL" sz="120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GB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𝛼</m:t>
                              </m:r>
                            </m:e>
                            <m:sup>
                              <m:r>
                                <a:rPr lang="pl-PL" sz="12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4</m:t>
                          </m:r>
                          <m:r>
                            <a:rPr lang="el-GR" sz="1200" i="1">
                              <a:latin typeface="Cambria Math" panose="02040503050406030204" pitchFamily="18" charset="0"/>
                            </a:rPr>
                            <m:t>𝜋</m:t>
                          </m:r>
                          <m:d>
                            <m:dPr>
                              <m:ctrlPr>
                                <a:rPr lang="pl-PL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d>
                                <m:dPr>
                                  <m:ctrlP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GB" sz="12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GB" sz="1200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</m:e>
                                    <m:sub>
                                      <m:r>
                                        <a:rPr lang="en-GB" sz="1200" i="1">
                                          <a:latin typeface="Cambria Math" panose="02040503050406030204" pitchFamily="18" charset="0"/>
                                        </a:rPr>
                                        <m:t>𝑜</m:t>
                                      </m:r>
                                    </m:sub>
                                  </m:sSub>
                                  <m:r>
                                    <a:rPr lang="en-GB" sz="1200">
                                      <a:latin typeface="Cambria Math" panose="02040503050406030204" pitchFamily="18" charset="0"/>
                                    </a:rPr>
                                    <m:t>∙</m:t>
                                  </m:r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d>
                              <m:d>
                                <m:dPr>
                                  <m:ctrlP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1−</m:t>
                                  </m:r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</m:d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</m:d>
                        </m:den>
                      </m:f>
                      <m:nary>
                        <m:naryPr>
                          <m:limLoc m:val="undOvr"/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  <m:brk m:alnAt="24"/>
                            </m:rPr>
                            <a:rPr lang="el-G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Ω</m:t>
                          </m:r>
                        </m:sub>
                        <m:sup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</m:sup>
                        <m:e>
                          <m:sSub>
                            <m:sSub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𝐹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f>
                            <m:fPr>
                              <m:ctrlPr>
                                <a:rPr lang="en-GB" sz="12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GB" sz="1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e>
                                <m:sub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GB" sz="12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GB" sz="1200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</m:e>
                                    <m:sub>
                                      <m:r>
                                        <a:rPr lang="pl-PL" sz="12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⋅</m:t>
                                  </m:r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d>
                            </m:num>
                            <m:den>
                              <m:sSub>
                                <m:sSubPr>
                                  <m:ctrlP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den>
                          </m:f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+</m:t>
                          </m:r>
                          <m:d>
                            <m:d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sSub>
                                <m:sSub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𝐹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</m:d>
                          <m:sSub>
                            <m:sSub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f>
                            <m:fPr>
                              <m:ctrlPr>
                                <a:rPr lang="en-GB" sz="12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GB" sz="1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e>
                                <m:sub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GB" sz="12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GB" sz="1200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</m:e>
                                    <m:sub>
                                      <m:r>
                                        <a:rPr lang="pl-PL" sz="12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⋅</m:t>
                                  </m:r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d>
                            </m:num>
                            <m:den>
                              <m:sSub>
                                <m:sSubPr>
                                  <m:ctrlP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den>
                          </m:f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lang="pl-PL" sz="1200" b="0" i="1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pl-PL" sz="1200" b="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pl-PL" sz="120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GB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𝛼</m:t>
                              </m:r>
                            </m:e>
                            <m:sup>
                              <m:r>
                                <a:rPr lang="pl-PL" sz="12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4</m:t>
                          </m:r>
                          <m:r>
                            <a:rPr lang="el-GR" sz="1200" i="1">
                              <a:latin typeface="Cambria Math" panose="02040503050406030204" pitchFamily="18" charset="0"/>
                            </a:rPr>
                            <m:t>𝜋</m:t>
                          </m:r>
                          <m:d>
                            <m:dPr>
                              <m:ctrlPr>
                                <a:rPr lang="pl-PL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d>
                                <m:dPr>
                                  <m:ctrlP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GB" sz="12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GB" sz="1200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</m:e>
                                    <m:sub>
                                      <m:r>
                                        <a:rPr lang="en-GB" sz="1200" i="1">
                                          <a:latin typeface="Cambria Math" panose="02040503050406030204" pitchFamily="18" charset="0"/>
                                        </a:rPr>
                                        <m:t>𝑜</m:t>
                                      </m:r>
                                    </m:sub>
                                  </m:sSub>
                                  <m:r>
                                    <a:rPr lang="en-GB" sz="1200">
                                      <a:latin typeface="Cambria Math" panose="02040503050406030204" pitchFamily="18" charset="0"/>
                                    </a:rPr>
                                    <m:t>∙</m:t>
                                  </m:r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d>
                              <m:d>
                                <m:dPr>
                                  <m:ctrlP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1−</m:t>
                                  </m:r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</m:d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</m:d>
                        </m:den>
                      </m:f>
                      <m:d>
                        <m:dPr>
                          <m:ctrlPr>
                            <a:rPr lang="en-GB" sz="12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nary>
                            <m:naryPr>
                              <m:limLoc m:val="undOvr"/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sty m:val="p"/>
                                  <m:brk m:alnAt="24"/>
                                </m:rPr>
                                <a:rPr lang="el-G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Ω</m:t>
                              </m:r>
                            </m:sub>
                            <m:sup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𝐹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f>
                                <m:fPr>
                                  <m:ctrlP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en-GB" sz="12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GB" sz="1200" i="1">
                                          <a:latin typeface="Cambria Math" panose="02040503050406030204" pitchFamily="18" charset="0"/>
                                        </a:rPr>
                                        <m:t>𝐿</m:t>
                                      </m:r>
                                    </m:e>
                                    <m:sub>
                                      <m:r>
                                        <a:rPr lang="en-GB" sz="12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d>
                                    <m:dPr>
                                      <m:ctrlPr>
                                        <a:rPr lang="en-GB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GB" sz="1200" i="1">
                                              <a:solidFill>
                                                <a:srgbClr val="836967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GB" sz="1200">
                                              <a:latin typeface="Cambria Math" panose="02040503050406030204" pitchFamily="18" charset="0"/>
                                            </a:rPr>
                                            <m:t>ω</m:t>
                                          </m:r>
                                        </m:e>
                                        <m:sub>
                                          <m:r>
                                            <a:rPr lang="pl-PL" sz="1200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r>
                                        <a:rPr lang="en-GB" sz="1200" i="1">
                                          <a:latin typeface="Cambria Math" panose="02040503050406030204" pitchFamily="18" charset="0"/>
                                        </a:rPr>
                                        <m:t>⋅</m:t>
                                      </m:r>
                                      <m:r>
                                        <a:rPr lang="en-GB" sz="1200" i="1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e>
                                  </m:d>
                                </m:num>
                                <m:den>
                                  <m:sSub>
                                    <m:sSubPr>
                                      <m:ctrlPr>
                                        <a:rPr lang="pl-PL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l-PL" sz="1200" i="1">
                                          <a:latin typeface="Cambria Math" panose="02040503050406030204" pitchFamily="18" charset="0"/>
                                        </a:rPr>
                                        <m:t>𝑅</m:t>
                                      </m:r>
                                    </m:e>
                                    <m:sub>
                                      <m:r>
                                        <a:rPr lang="pl-PL" sz="12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den>
                              </m:f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  <m:sSub>
                                <m:sSubPr>
                                  <m:ctrlPr>
                                    <a:rPr lang="en-US" sz="1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𝜔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nary>
                          <m:r>
                            <a:rPr lang="pl-PL" sz="12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nary>
                            <m:naryPr>
                              <m:limLoc m:val="undOvr"/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sty m:val="p"/>
                                  <m:brk m:alnAt="24"/>
                                </m:rPr>
                                <a:rPr lang="el-G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Ω</m:t>
                              </m:r>
                            </m:sub>
                            <m:sup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sup>
                            <m:e>
                              <m:d>
                                <m:d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1−</m:t>
                                  </m:r>
                                  <m:sSub>
                                    <m:sSub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𝐹</m:t>
                                      </m:r>
                                    </m:e>
                                    <m:sub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e>
                              </m:d>
                              <m:sSub>
                                <m:sSub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𝑃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f>
                                <m:fPr>
                                  <m:ctrlP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en-GB" sz="12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GB" sz="1200" i="1">
                                          <a:latin typeface="Cambria Math" panose="02040503050406030204" pitchFamily="18" charset="0"/>
                                        </a:rPr>
                                        <m:t>𝐿</m:t>
                                      </m:r>
                                    </m:e>
                                    <m:sub>
                                      <m:r>
                                        <a:rPr lang="en-GB" sz="12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d>
                                    <m:dPr>
                                      <m:ctrlPr>
                                        <a:rPr lang="en-GB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GB" sz="1200" i="1">
                                              <a:solidFill>
                                                <a:srgbClr val="836967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GB" sz="1200">
                                              <a:latin typeface="Cambria Math" panose="02040503050406030204" pitchFamily="18" charset="0"/>
                                            </a:rPr>
                                            <m:t>ω</m:t>
                                          </m:r>
                                        </m:e>
                                        <m:sub>
                                          <m:r>
                                            <a:rPr lang="pl-PL" sz="1200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r>
                                        <a:rPr lang="en-GB" sz="1200" i="1">
                                          <a:latin typeface="Cambria Math" panose="02040503050406030204" pitchFamily="18" charset="0"/>
                                        </a:rPr>
                                        <m:t>⋅</m:t>
                                      </m:r>
                                      <m:r>
                                        <a:rPr lang="en-GB" sz="1200" i="1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e>
                                  </m:d>
                                </m:num>
                                <m:den>
                                  <m:sSub>
                                    <m:sSubPr>
                                      <m:ctrlPr>
                                        <a:rPr lang="pl-PL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l-PL" sz="1200" i="1">
                                          <a:latin typeface="Cambria Math" panose="02040503050406030204" pitchFamily="18" charset="0"/>
                                        </a:rPr>
                                        <m:t>𝑅</m:t>
                                      </m:r>
                                    </m:e>
                                    <m:sub>
                                      <m:r>
                                        <a:rPr lang="pl-PL" sz="12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den>
                              </m:f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  <m:sSub>
                                <m:sSubPr>
                                  <m:ctrlPr>
                                    <a:rPr lang="en-US" sz="1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𝜔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nary>
                        </m:e>
                      </m:d>
                      <m:r>
                        <a:rPr lang="pl-PL" sz="1200" b="0" i="1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pl-PL" sz="120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pl-PL" sz="12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GB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𝛼</m:t>
                              </m:r>
                            </m:e>
                            <m:sup>
                              <m:r>
                                <a:rPr lang="pl-PL" sz="12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4</m:t>
                          </m:r>
                          <m:r>
                            <a:rPr lang="el-GR" sz="1200" i="1">
                              <a:latin typeface="Cambria Math" panose="02040503050406030204" pitchFamily="18" charset="0"/>
                            </a:rPr>
                            <m:t>𝜋</m:t>
                          </m:r>
                          <m:d>
                            <m:dPr>
                              <m:ctrlPr>
                                <a:rPr lang="pl-PL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d>
                                <m:dPr>
                                  <m:ctrlP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GB" sz="12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GB" sz="1200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</m:e>
                                    <m:sub>
                                      <m:r>
                                        <a:rPr lang="en-GB" sz="1200" i="1">
                                          <a:latin typeface="Cambria Math" panose="02040503050406030204" pitchFamily="18" charset="0"/>
                                        </a:rPr>
                                        <m:t>𝑜</m:t>
                                      </m:r>
                                    </m:sub>
                                  </m:sSub>
                                  <m:r>
                                    <a:rPr lang="en-GB" sz="1200">
                                      <a:latin typeface="Cambria Math" panose="02040503050406030204" pitchFamily="18" charset="0"/>
                                    </a:rPr>
                                    <m:t>∙</m:t>
                                  </m:r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d>
                              <m:d>
                                <m:dPr>
                                  <m:ctrlP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1−</m:t>
                                  </m:r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</m:d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</m:d>
                        </m:den>
                      </m:f>
                      <m:d>
                        <m:dPr>
                          <m:ctrlPr>
                            <a:rPr lang="en-GB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𝐹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nary>
                            <m:naryPr>
                              <m:limLoc m:val="undOvr"/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sty m:val="p"/>
                                  <m:brk m:alnAt="24"/>
                                </m:rPr>
                                <a:rPr lang="el-G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Ω</m:t>
                              </m:r>
                            </m:sub>
                            <m:sup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sup>
                            <m:e>
                              <m:f>
                                <m:fPr>
                                  <m:ctrlP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en-GB" sz="12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GB" sz="1200" i="1">
                                          <a:latin typeface="Cambria Math" panose="02040503050406030204" pitchFamily="18" charset="0"/>
                                        </a:rPr>
                                        <m:t>𝐿</m:t>
                                      </m:r>
                                    </m:e>
                                    <m:sub>
                                      <m:r>
                                        <a:rPr lang="en-GB" sz="12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d>
                                    <m:dPr>
                                      <m:ctrlPr>
                                        <a:rPr lang="en-GB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GB" sz="1200" i="1">
                                              <a:solidFill>
                                                <a:srgbClr val="836967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GB" sz="1200">
                                              <a:latin typeface="Cambria Math" panose="02040503050406030204" pitchFamily="18" charset="0"/>
                                            </a:rPr>
                                            <m:t>ω</m:t>
                                          </m:r>
                                        </m:e>
                                        <m:sub>
                                          <m:r>
                                            <a:rPr lang="pl-PL" sz="1200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r>
                                        <a:rPr lang="en-GB" sz="1200" i="1">
                                          <a:latin typeface="Cambria Math" panose="02040503050406030204" pitchFamily="18" charset="0"/>
                                        </a:rPr>
                                        <m:t>⋅</m:t>
                                      </m:r>
                                      <m:r>
                                        <a:rPr lang="en-GB" sz="1200" i="1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e>
                                  </m:d>
                                </m:num>
                                <m:den>
                                  <m:sSub>
                                    <m:sSubPr>
                                      <m:ctrlPr>
                                        <a:rPr lang="pl-PL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l-PL" sz="1200" i="1">
                                          <a:latin typeface="Cambria Math" panose="02040503050406030204" pitchFamily="18" charset="0"/>
                                        </a:rPr>
                                        <m:t>𝑅</m:t>
                                      </m:r>
                                    </m:e>
                                    <m:sub>
                                      <m:r>
                                        <a:rPr lang="pl-PL" sz="12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den>
                              </m:f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  <m:sSub>
                                <m:sSubPr>
                                  <m:ctrlPr>
                                    <a:rPr lang="en-US" sz="1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𝜔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nary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+</m:t>
                          </m:r>
                          <m:d>
                            <m:d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sSub>
                                <m:sSub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𝐹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</m:d>
                          <m:nary>
                            <m:naryPr>
                              <m:limLoc m:val="undOvr"/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sty m:val="p"/>
                                  <m:brk m:alnAt="24"/>
                                </m:rPr>
                                <a:rPr lang="el-G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Ω</m:t>
                              </m:r>
                            </m:sub>
                            <m:sup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𝑃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f>
                                <m:fPr>
                                  <m:ctrlP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en-GB" sz="12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GB" sz="1200" i="1">
                                          <a:latin typeface="Cambria Math" panose="02040503050406030204" pitchFamily="18" charset="0"/>
                                        </a:rPr>
                                        <m:t>𝐿</m:t>
                                      </m:r>
                                    </m:e>
                                    <m:sub>
                                      <m:r>
                                        <a:rPr lang="en-GB" sz="12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d>
                                    <m:dPr>
                                      <m:ctrlPr>
                                        <a:rPr lang="en-GB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GB" sz="1200" i="1">
                                              <a:solidFill>
                                                <a:srgbClr val="836967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GB" sz="1200">
                                              <a:latin typeface="Cambria Math" panose="02040503050406030204" pitchFamily="18" charset="0"/>
                                            </a:rPr>
                                            <m:t>ω</m:t>
                                          </m:r>
                                        </m:e>
                                        <m:sub>
                                          <m:r>
                                            <a:rPr lang="pl-PL" sz="1200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r>
                                        <a:rPr lang="en-GB" sz="1200" i="1">
                                          <a:latin typeface="Cambria Math" panose="02040503050406030204" pitchFamily="18" charset="0"/>
                                        </a:rPr>
                                        <m:t>⋅</m:t>
                                      </m:r>
                                      <m:r>
                                        <a:rPr lang="en-GB" sz="1200" i="1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e>
                                  </m:d>
                                </m:num>
                                <m:den>
                                  <m:sSub>
                                    <m:sSubPr>
                                      <m:ctrlPr>
                                        <a:rPr lang="pl-PL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l-PL" sz="1200" i="1">
                                          <a:latin typeface="Cambria Math" panose="02040503050406030204" pitchFamily="18" charset="0"/>
                                        </a:rPr>
                                        <m:t>𝑅</m:t>
                                      </m:r>
                                    </m:e>
                                    <m:sub>
                                      <m:r>
                                        <a:rPr lang="pl-PL" sz="12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den>
                              </m:f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  <m:sSub>
                                <m:sSubPr>
                                  <m:ctrlPr>
                                    <a:rPr lang="en-US" sz="1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𝜔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nary>
                        </m:e>
                      </m:d>
                    </m:oMath>
                  </m:oMathPara>
                </a14:m>
                <a:endParaRPr lang="pl-PL" sz="120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endParaRPr lang="pl-PL" sz="1200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4" name="TextBox 1">
                <a:extLst>
                  <a:ext uri="{FF2B5EF4-FFF2-40B4-BE49-F238E27FC236}">
                    <a16:creationId xmlns:a16="http://schemas.microsoft.com/office/drawing/2014/main" id="{48467EB4-BDAB-1B5E-3D1D-554A3121905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2647" y="610377"/>
                <a:ext cx="6848997" cy="6217343"/>
              </a:xfrm>
              <a:prstGeom prst="rect">
                <a:avLst/>
              </a:prstGeom>
              <a:blipFill>
                <a:blip r:embed="rId2"/>
                <a:stretch>
                  <a:fillRect l="-801" t="-1225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4">
                <a:extLst>
                  <a:ext uri="{FF2B5EF4-FFF2-40B4-BE49-F238E27FC236}">
                    <a16:creationId xmlns:a16="http://schemas.microsoft.com/office/drawing/2014/main" id="{671978D3-4CAD-02F1-258B-A30CA3FBCF0C}"/>
                  </a:ext>
                </a:extLst>
              </p:cNvPr>
              <p:cNvSpPr txBox="1"/>
              <p:nvPr/>
            </p:nvSpPr>
            <p:spPr>
              <a:xfrm>
                <a:off x="7650760" y="224229"/>
                <a:ext cx="4181020" cy="284424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200" dirty="0"/>
                  <a:t>Fresnel-</a:t>
                </a:r>
                <a:r>
                  <a:rPr lang="en-US" sz="1200" dirty="0" err="1"/>
                  <a:t>Schlick</a:t>
                </a:r>
                <a:r>
                  <a:rPr lang="en-US" sz="1200" b="0" i="0" dirty="0">
                    <a:solidFill>
                      <a:srgbClr val="111111"/>
                    </a:solidFill>
                    <a:effectLst/>
                    <a:latin typeface="Gudea"/>
                  </a:rPr>
                  <a:t> approximation:</a:t>
                </a:r>
                <a:endParaRPr lang="en-US" sz="1200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𝐹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+</m:t>
                      </m:r>
                      <m:d>
                        <m:dPr>
                          <m:ctrlPr>
                            <a:rPr lang="en-US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1−</m:t>
                          </m:r>
                          <m:sSub>
                            <m:sSubPr>
                              <m:ctrlP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𝐹</m:t>
                              </m:r>
                            </m:e>
                            <m:sub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d>
                      <m:sSup>
                        <m:sSupPr>
                          <m:ctrlPr>
                            <a:rPr lang="en-US" sz="12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sz="120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200" i="1" smtClean="0"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d>
                                <m:dPr>
                                  <m:ctrlPr>
                                    <a:rPr lang="en-US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h</m:t>
                                      </m:r>
                                    </m:e>
                                    <m:sub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US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∙</m:t>
                                  </m:r>
                                  <m:sSub>
                                    <m:sSubPr>
                                      <m:ctrlPr>
                                        <a:rPr lang="en-GB" sz="12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GB" sz="1200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</m:e>
                                    <m:sub>
                                      <m:r>
                                        <a:rPr lang="en-GB" sz="1200" i="1">
                                          <a:latin typeface="Cambria Math" panose="02040503050406030204" pitchFamily="18" charset="0"/>
                                        </a:rPr>
                                        <m:t>𝑜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</m:e>
                        <m:sup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p>
                      </m:sSup>
                    </m:oMath>
                    <m:oMath xmlns:m="http://schemas.openxmlformats.org/officeDocument/2006/math">
                      <m:sSub>
                        <m:sSubPr>
                          <m:ctrlPr>
                            <a:rPr lang="en-US" sz="1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120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120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12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sz="120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200" i="1" smtClean="0"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d>
                                <m:dPr>
                                  <m:ctrlPr>
                                    <a:rPr lang="en-US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h</m:t>
                                      </m:r>
                                    </m:e>
                                    <m:sub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US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∙</m:t>
                                  </m:r>
                                  <m:sSub>
                                    <m:sSubPr>
                                      <m:ctrlPr>
                                        <a:rPr lang="en-GB" sz="12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GB" sz="1200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</m:e>
                                    <m:sub>
                                      <m:r>
                                        <a:rPr lang="en-GB" sz="1200" i="1">
                                          <a:latin typeface="Cambria Math" panose="02040503050406030204" pitchFamily="18" charset="0"/>
                                        </a:rPr>
                                        <m:t>𝑜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</m:e>
                        <m:sup>
                          <m:r>
                            <a:rPr lang="en-US" sz="120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p>
                      </m:sSup>
                    </m:oMath>
                  </m:oMathPara>
                </a14:m>
                <a:endParaRPr lang="en-US" sz="1200" dirty="0"/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sz="120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r>
                        <a:rPr lang="en-US" sz="120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𝐹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+</m:t>
                      </m:r>
                      <m:d>
                        <m:dPr>
                          <m:ctrlPr>
                            <a:rPr lang="en-US" sz="12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200" i="1" smtClean="0">
                              <a:latin typeface="Cambria Math" panose="02040503050406030204" pitchFamily="18" charset="0"/>
                            </a:rPr>
                            <m:t>1−</m:t>
                          </m:r>
                          <m:sSub>
                            <m:sSubPr>
                              <m:ctrlPr>
                                <a:rPr lang="en-US" sz="12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 smtClean="0">
                                  <a:latin typeface="Cambria Math" panose="02040503050406030204" pitchFamily="18" charset="0"/>
                                </a:rPr>
                                <m:t>𝐹</m:t>
                              </m:r>
                            </m:e>
                            <m:sub>
                              <m:r>
                                <a:rPr lang="en-US" sz="120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d>
                      <m:sSub>
                        <m:sSubPr>
                          <m:ctrlPr>
                            <a:rPr lang="en-US" sz="1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120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pl-PL" sz="1200" b="0" dirty="0"/>
              </a:p>
              <a:p>
                <a:endParaRPr lang="pl-PL" sz="1200" dirty="0"/>
              </a:p>
              <a:p>
                <a:r>
                  <a:rPr lang="pl-PL" sz="1200" dirty="0" err="1"/>
                  <a:t>Smith's</a:t>
                </a:r>
                <a:r>
                  <a:rPr lang="pl-PL" sz="1200" dirty="0"/>
                  <a:t> </a:t>
                </a:r>
                <a:r>
                  <a:rPr lang="pl-PL" sz="1200" dirty="0" err="1"/>
                  <a:t>method</a:t>
                </a:r>
                <a:r>
                  <a:rPr lang="pl-PL" sz="1200" dirty="0"/>
                  <a:t> with Schlick-GGX: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pl-PL" sz="1200" b="0" i="1" smtClean="0">
                          <a:latin typeface="Cambria Math" panose="02040503050406030204" pitchFamily="18" charset="0"/>
                        </a:rPr>
                        <m:t>𝐺</m:t>
                      </m:r>
                      <m:r>
                        <a:rPr lang="pl-PL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GB" sz="12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l-PL" sz="12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GB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GB" sz="1200">
                                  <a:latin typeface="Cambria Math" panose="02040503050406030204" pitchFamily="18" charset="0"/>
                                </a:rPr>
                                <m:t>ω</m:t>
                              </m:r>
                            </m:e>
                            <m:sub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𝑜</m:t>
                              </m:r>
                            </m:sub>
                          </m:sSub>
                          <m:r>
                            <a:rPr lang="en-GB" sz="1200">
                              <a:latin typeface="Cambria Math" panose="02040503050406030204" pitchFamily="18" charset="0"/>
                            </a:rPr>
                            <m:t>∙</m:t>
                          </m:r>
                          <m:r>
                            <a:rPr lang="en-GB" sz="12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pl-PL" sz="12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  <m:r>
                            <a:rPr lang="en-GB" sz="12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</m:num>
                        <m:den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GB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GB" sz="1200">
                                  <a:latin typeface="Cambria Math" panose="02040503050406030204" pitchFamily="18" charset="0"/>
                                </a:rPr>
                                <m:t>ω</m:t>
                              </m:r>
                            </m:e>
                            <m:sub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𝑜</m:t>
                              </m:r>
                            </m:sub>
                          </m:sSub>
                          <m:r>
                            <a:rPr lang="en-GB" sz="1200">
                              <a:latin typeface="Cambria Math" panose="02040503050406030204" pitchFamily="18" charset="0"/>
                            </a:rPr>
                            <m:t>∙</m:t>
                          </m:r>
                          <m:r>
                            <a:rPr lang="en-GB" sz="12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)</m:t>
                          </m:r>
                          <m:r>
                            <a:rPr lang="en-GB" sz="1200" i="1">
                              <a:latin typeface="Cambria Math" panose="02040503050406030204" pitchFamily="18" charset="0"/>
                            </a:rPr>
                            <m:t>(1−</m:t>
                          </m:r>
                          <m:r>
                            <a:rPr lang="en-GB" sz="1200" i="1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GB" sz="1200" i="1">
                              <a:latin typeface="Cambria Math" panose="02040503050406030204" pitchFamily="18" charset="0"/>
                            </a:rPr>
                            <m:t>)+</m:t>
                          </m:r>
                          <m:r>
                            <a:rPr lang="en-GB" sz="1200" i="1">
                              <a:latin typeface="Cambria Math" panose="02040503050406030204" pitchFamily="18" charset="0"/>
                            </a:rPr>
                            <m:t>𝑘</m:t>
                          </m:r>
                        </m:den>
                      </m:f>
                      <m:r>
                        <a:rPr lang="en-GB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f>
                        <m:fPr>
                          <m:ctrlPr>
                            <a:rPr lang="en-GB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d>
                            <m:dPr>
                              <m:ctrlPr>
                                <a:rPr lang="en-GB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GB" sz="1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GB" sz="1200">
                                      <a:latin typeface="Cambria Math" panose="02040503050406030204" pitchFamily="18" charset="0"/>
                                    </a:rPr>
                                    <m:t>ω</m:t>
                                  </m:r>
                                </m:e>
                                <m:sub>
                                  <m: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⋅</m:t>
                              </m:r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</m:d>
                        </m:num>
                        <m:den>
                          <m:d>
                            <m:dPr>
                              <m:ctrlPr>
                                <a:rPr lang="en-GB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GB" sz="1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GB" sz="1200">
                                      <a:latin typeface="Cambria Math" panose="02040503050406030204" pitchFamily="18" charset="0"/>
                                    </a:rPr>
                                    <m:t>ω</m:t>
                                  </m:r>
                                </m:e>
                                <m:sub>
                                  <m: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⋅</m:t>
                              </m:r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</m:d>
                          <m:r>
                            <a:rPr lang="en-GB" sz="1200" i="1">
                              <a:latin typeface="Cambria Math" panose="02040503050406030204" pitchFamily="18" charset="0"/>
                            </a:rPr>
                            <m:t>(1−</m:t>
                          </m:r>
                          <m:r>
                            <a:rPr lang="en-GB" sz="1200" i="1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GB" sz="1200" i="1">
                              <a:latin typeface="Cambria Math" panose="02040503050406030204" pitchFamily="18" charset="0"/>
                            </a:rPr>
                            <m:t>)+</m:t>
                          </m:r>
                          <m:r>
                            <a:rPr lang="en-GB" sz="1200" i="1">
                              <a:latin typeface="Cambria Math" panose="02040503050406030204" pitchFamily="18" charset="0"/>
                            </a:rPr>
                            <m:t>𝑘</m:t>
                          </m:r>
                        </m:den>
                      </m:f>
                    </m:oMath>
                  </m:oMathPara>
                </a14:m>
                <a:endParaRPr lang="pl-PL" sz="1200" dirty="0"/>
              </a:p>
              <a:p>
                <a14:m>
                  <m:oMath xmlns:m="http://schemas.openxmlformats.org/officeDocument/2006/math">
                    <m:r>
                      <a:rPr lang="en-GB" sz="120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pl-PL" sz="12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pl-PL" sz="12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pl-PL" sz="12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pl-PL" sz="12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pl-PL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𝛼</m:t>
                                </m:r>
                                <m:r>
                                  <a:rPr lang="pl-PL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+1</m:t>
                                </m:r>
                              </m:e>
                            </m:d>
                          </m:e>
                          <m:sup>
                            <m:r>
                              <a:rPr lang="pl-PL" sz="12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a:rPr lang="pl-PL" sz="1200" b="0" i="1" smtClean="0">
                            <a:latin typeface="Cambria Math" panose="02040503050406030204" pitchFamily="18" charset="0"/>
                          </a:rPr>
                          <m:t>8</m:t>
                        </m:r>
                      </m:den>
                    </m:f>
                  </m:oMath>
                </a14:m>
                <a:r>
                  <a:rPr lang="pl-PL" sz="1200" dirty="0"/>
                  <a:t> or </a:t>
                </a:r>
                <a14:m>
                  <m:oMath xmlns:m="http://schemas.openxmlformats.org/officeDocument/2006/math">
                    <m:r>
                      <a:rPr lang="en-GB" sz="1200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pl-PL" sz="1200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pl-PL" sz="12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pl-PL" sz="12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l-PL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𝛼</m:t>
                            </m:r>
                          </m:e>
                          <m:sup>
                            <m:r>
                              <a:rPr lang="pl-PL" sz="12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a:rPr lang="pl-PL" sz="12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endParaRPr lang="pl-PL" sz="1200" dirty="0"/>
              </a:p>
              <a:p>
                <a:endParaRPr lang="pl-PL" sz="1200" dirty="0"/>
              </a:p>
              <a:p>
                <a:r>
                  <a:rPr lang="pl-PL" sz="1200" dirty="0" err="1"/>
                  <a:t>Trowbridge-Reitz</a:t>
                </a:r>
                <a:r>
                  <a:rPr lang="pl-PL" sz="1200" dirty="0"/>
                  <a:t> GGX: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GB" sz="1200" i="1" smtClean="0">
                          <a:latin typeface="Cambria Math" panose="02040503050406030204" pitchFamily="18" charset="0"/>
                        </a:rPr>
                        <m:t>𝐷</m:t>
                      </m:r>
                      <m:r>
                        <a:rPr lang="pl-PL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𝛼</m:t>
                              </m:r>
                            </m:e>
                            <m:sup>
                              <m:r>
                                <a:rPr lang="pl-PL" sz="12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el-GR" sz="1200" i="1">
                              <a:latin typeface="Cambria Math" panose="02040503050406030204" pitchFamily="18" charset="0"/>
                            </a:rPr>
                            <m:t>𝜋</m:t>
                          </m:r>
                          <m:sSup>
                            <m:sSupPr>
                              <m:ctrlPr>
                                <a:rPr lang="el-GR" sz="12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l-GR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el-GR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l-GR" sz="1200" i="1">
                                          <a:latin typeface="Cambria Math" panose="02040503050406030204" pitchFamily="18" charset="0"/>
                                        </a:rPr>
                                        <m:t>(</m:t>
                                      </m:r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⋅</m:t>
                                      </m:r>
                                      <m:sSub>
                                        <m:sSubPr>
                                          <m:ctrlP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h</m:t>
                                          </m:r>
                                        </m:e>
                                        <m:sub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)</m:t>
                                      </m:r>
                                    </m:e>
                                    <m:sup>
                                      <m:r>
                                        <a:rPr lang="pl-PL" sz="1200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sSup>
                                    <m:sSup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𝛼</m:t>
                                      </m:r>
                                    </m:e>
                                    <m:sup>
                                      <m:r>
                                        <a:rPr lang="pl-PL" sz="1200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  <m:r>
                                    <a:rPr lang="el-GR" sz="1200" i="1">
                                      <a:latin typeface="Cambria Math" panose="02040503050406030204" pitchFamily="18" charset="0"/>
                                    </a:rPr>
                                    <m:t>−1)+1</m:t>
                                  </m:r>
                                </m:e>
                              </m:d>
                            </m:e>
                            <m:sup>
                              <m:r>
                                <a:rPr lang="pl-PL" sz="12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pl-PL" sz="1200" dirty="0"/>
              </a:p>
            </p:txBody>
          </p:sp>
        </mc:Choice>
        <mc:Fallback xmlns="">
          <p:sp>
            <p:nvSpPr>
              <p:cNvPr id="7" name="TextBox 4">
                <a:extLst>
                  <a:ext uri="{FF2B5EF4-FFF2-40B4-BE49-F238E27FC236}">
                    <a16:creationId xmlns:a16="http://schemas.microsoft.com/office/drawing/2014/main" id="{B2030CB6-BCEF-E6CA-B4B4-B0086EF5027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50760" y="224229"/>
                <a:ext cx="4181020" cy="284424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pole tekstowe 1">
                <a:extLst>
                  <a:ext uri="{FF2B5EF4-FFF2-40B4-BE49-F238E27FC236}">
                    <a16:creationId xmlns:a16="http://schemas.microsoft.com/office/drawing/2014/main" id="{C8059106-DEE4-E83F-EFEE-57477C2BC673}"/>
                  </a:ext>
                </a:extLst>
              </p:cNvPr>
              <p:cNvSpPr txBox="1"/>
              <p:nvPr/>
            </p:nvSpPr>
            <p:spPr>
              <a:xfrm>
                <a:off x="7281644" y="4136910"/>
                <a:ext cx="4211987" cy="229287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pl-PL" sz="12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pl-PL" sz="12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𝑅</m:t>
                          </m:r>
                        </m:e>
                        <m:sub>
                          <m:r>
                            <a:rPr kumimoji="0" lang="pl-PL" sz="12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𝑖</m:t>
                          </m:r>
                        </m:sub>
                      </m:sSub>
                      <m:r>
                        <a:rPr kumimoji="0" lang="pl-PL" sz="12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=</m:t>
                      </m:r>
                      <m:sSup>
                        <m:sSupPr>
                          <m:ctrlPr>
                            <a:rPr kumimoji="0" lang="el-GR" sz="1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kumimoji="0" lang="el-GR" sz="1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kumimoji="0" lang="el-GR" sz="12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sSupPr>
                                <m:e>
                                  <m:r>
                                    <a:rPr kumimoji="0" lang="el-GR" sz="12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(</m:t>
                                  </m:r>
                                  <m:r>
                                    <a:rPr kumimoji="0" lang="en-US" sz="12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𝑛</m:t>
                                  </m:r>
                                  <m:r>
                                    <a:rPr kumimoji="0" lang="en-US" sz="12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⋅</m:t>
                                  </m:r>
                                  <m:sSub>
                                    <m:sSubPr>
                                      <m:ctrlPr>
                                        <a:rPr kumimoji="0" lang="en-US" sz="12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kumimoji="0" lang="en-US" sz="12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  <m:t>h</m:t>
                                      </m:r>
                                    </m:e>
                                    <m:sub>
                                      <m:r>
                                        <a:rPr kumimoji="0" lang="en-US" sz="12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kumimoji="0" lang="en-US" sz="12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)</m:t>
                                  </m:r>
                                </m:e>
                                <m:sup>
                                  <m:r>
                                    <a:rPr kumimoji="0" lang="pl-PL" sz="12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kumimoji="0" lang="en-US" sz="12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(</m:t>
                              </m:r>
                              <m:sSup>
                                <m:sSupPr>
                                  <m:ctrlPr>
                                    <a:rPr kumimoji="0" lang="en-US" sz="12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sSupPr>
                                <m:e>
                                  <m:r>
                                    <a:rPr kumimoji="0" lang="en-US" sz="12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+mn-cs"/>
                                    </a:rPr>
                                    <m:t>𝛼</m:t>
                                  </m:r>
                                </m:e>
                                <m:sup>
                                  <m:r>
                                    <a:rPr kumimoji="0" lang="pl-PL" sz="12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kumimoji="0" lang="el-GR" sz="12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−1)+1</m:t>
                              </m:r>
                            </m:e>
                          </m:d>
                        </m:e>
                        <m:sup>
                          <m:r>
                            <a:rPr kumimoji="0" lang="pl-PL" sz="1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2</m:t>
                          </m:r>
                        </m:sup>
                      </m:sSup>
                      <m:d>
                        <m:dPr>
                          <m:ctrlPr>
                            <a:rPr kumimoji="0" lang="pl-PL" sz="1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dPr>
                        <m:e>
                          <m:d>
                            <m:dPr>
                              <m:ctrlPr>
                                <a:rPr kumimoji="0" lang="en-GB" sz="12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kumimoji="0" lang="en-GB" sz="12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srgbClr val="836967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kumimoji="0" lang="en-GB" sz="1200" b="0" i="0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ω</m:t>
                                  </m:r>
                                </m:e>
                                <m:sub>
                                  <m:r>
                                    <a:rPr kumimoji="0" lang="pl-PL" sz="12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kumimoji="0" lang="en-GB" sz="12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⋅</m:t>
                              </m:r>
                              <m:r>
                                <a:rPr kumimoji="0" lang="en-GB" sz="12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𝑛</m:t>
                              </m:r>
                            </m:e>
                          </m:d>
                          <m:r>
                            <a:rPr kumimoji="0" lang="en-GB" sz="1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(1−</m:t>
                          </m:r>
                          <m:r>
                            <a:rPr kumimoji="0" lang="en-GB" sz="1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𝑘</m:t>
                          </m:r>
                          <m:r>
                            <a:rPr kumimoji="0" lang="en-GB" sz="1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)+</m:t>
                          </m:r>
                          <m:r>
                            <a:rPr kumimoji="0" lang="en-GB" sz="1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𝑘</m:t>
                          </m:r>
                        </m:e>
                      </m:d>
                    </m:oMath>
                  </m:oMathPara>
                </a14:m>
                <a:endParaRPr kumimoji="0" lang="pl-PL" sz="1200" b="0" i="1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mbria Math" panose="02040503050406030204" pitchFamily="18" charset="0"/>
                  <a:ea typeface="Cambria Math" panose="02040503050406030204" pitchFamily="18" charset="0"/>
                  <a:cs typeface="+mn-cs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pl-PL" sz="1200" b="0" i="1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mbria Math" panose="02040503050406030204" pitchFamily="18" charset="0"/>
                  <a:ea typeface="Cambria Math" panose="02040503050406030204" pitchFamily="18" charset="0"/>
                  <a:cs typeface="+mn-cs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pl-PL" sz="1200" b="0" i="1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mbria Math" panose="02040503050406030204" pitchFamily="18" charset="0"/>
                  <a:ea typeface="Cambria Math" panose="02040503050406030204" pitchFamily="18" charset="0"/>
                  <a:cs typeface="+mn-cs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pl-PL" sz="1200" b="0" i="1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mbria Math" panose="02040503050406030204" pitchFamily="18" charset="0"/>
                  <a:ea typeface="Cambria Math" panose="02040503050406030204" pitchFamily="18" charset="0"/>
                  <a:cs typeface="+mn-cs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US" sz="12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pl-PL" sz="12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𝐿</m:t>
                          </m:r>
                        </m:e>
                        <m:sub>
                          <m:sSub>
                            <m:sSubPr>
                              <m:ctrlPr>
                                <a:rPr kumimoji="0" lang="en-US" sz="1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sSubPr>
                            <m:e>
                              <m:r>
                                <a:rPr kumimoji="0" lang="pl-PL" sz="1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𝑠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kumimoji="0" lang="pl-PL" sz="12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sSubPr>
                                <m:e>
                                  <m:r>
                                    <a:rPr kumimoji="0" lang="pl-PL" sz="12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𝑔</m:t>
                                  </m:r>
                                </m:e>
                                <m:sub>
                                  <m:r>
                                    <a:rPr kumimoji="0" lang="pl-PL" sz="12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1</m:t>
                                  </m:r>
                                </m:sub>
                              </m:sSub>
                            </m:sub>
                          </m:sSub>
                        </m:sub>
                      </m:sSub>
                      <m:r>
                        <a:rPr kumimoji="0" lang="pl-PL" sz="12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=</m:t>
                      </m:r>
                      <m:nary>
                        <m:naryPr>
                          <m:limLoc m:val="undOvr"/>
                          <m:ctrlPr>
                            <a:rPr kumimoji="0" lang="en-US" sz="1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  <m:brk m:alnAt="24"/>
                            </m:rPr>
                            <a:rPr kumimoji="0" lang="el-GR" sz="1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+mn-cs"/>
                            </a:rPr>
                            <m:t>Ω</m:t>
                          </m:r>
                        </m:sub>
                        <m:sup>
                          <m:r>
                            <a:rPr kumimoji="0" lang="en-US" sz="1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 </m:t>
                          </m:r>
                        </m:sup>
                        <m:e>
                          <m:f>
                            <m:fPr>
                              <m:ctrlPr>
                                <a:rPr kumimoji="0" lang="en-US" sz="12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kumimoji="0" lang="en-GB" sz="12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srgbClr val="836967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sSubPr>
                                <m:e>
                                  <m:r>
                                    <a:rPr kumimoji="0" lang="en-GB" sz="12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𝐿</m:t>
                                  </m:r>
                                </m:e>
                                <m:sub>
                                  <m:r>
                                    <a:rPr kumimoji="0" lang="en-GB" sz="12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𝑖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kumimoji="0" lang="en-GB" sz="12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kumimoji="0" lang="en-GB" sz="12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srgbClr val="836967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kumimoji="0" lang="en-GB" sz="1200" b="0" i="0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  <m:t>ω</m:t>
                                      </m:r>
                                    </m:e>
                                    <m:sub>
                                      <m:r>
                                        <a:rPr kumimoji="0" lang="pl-PL" sz="12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kumimoji="0" lang="en-GB" sz="12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⋅</m:t>
                                  </m:r>
                                  <m:r>
                                    <a:rPr kumimoji="0" lang="en-GB" sz="12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𝑛</m:t>
                                  </m:r>
                                </m:e>
                              </m:d>
                            </m:num>
                            <m:den>
                              <m:sSub>
                                <m:sSubPr>
                                  <m:ctrlPr>
                                    <a:rPr kumimoji="0" lang="pl-PL" sz="12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sSubPr>
                                <m:e>
                                  <m:r>
                                    <a:rPr kumimoji="0" lang="pl-PL" sz="12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kumimoji="0" lang="pl-PL" sz="12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𝑖</m:t>
                                  </m:r>
                                </m:sub>
                              </m:sSub>
                            </m:den>
                          </m:f>
                          <m:r>
                            <a:rPr kumimoji="0" lang="pl-PL" sz="1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 </m:t>
                          </m:r>
                          <m:r>
                            <a:rPr kumimoji="0" lang="en-US" sz="1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𝑑</m:t>
                          </m:r>
                          <m:sSub>
                            <m:sSubPr>
                              <m:ctrlPr>
                                <a:rPr kumimoji="0" lang="en-US" sz="12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rgbClr val="836967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sSubPr>
                            <m:e>
                              <m:r>
                                <a:rPr kumimoji="0" lang="en-US" sz="12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𝜔</m:t>
                              </m:r>
                            </m:e>
                            <m:sub>
                              <m:r>
                                <a:rPr kumimoji="0" lang="en-US" sz="12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kumimoji="0" lang="pl-PL" sz="1200" b="0" i="1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mbria Math" panose="02040503050406030204" pitchFamily="18" charset="0"/>
                  <a:ea typeface="+mn-ea"/>
                  <a:cs typeface="+mn-cs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US" sz="12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pl-PL" sz="12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𝐿</m:t>
                          </m:r>
                        </m:e>
                        <m:sub>
                          <m:sSub>
                            <m:sSubPr>
                              <m:ctrlPr>
                                <a:rPr kumimoji="0" lang="en-US" sz="1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sSubPr>
                            <m:e>
                              <m:r>
                                <a:rPr kumimoji="0" lang="pl-PL" sz="1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𝑠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kumimoji="0" lang="pl-PL" sz="12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sSubPr>
                                <m:e>
                                  <m:r>
                                    <a:rPr kumimoji="0" lang="pl-PL" sz="12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𝑔</m:t>
                                  </m:r>
                                </m:e>
                                <m:sub>
                                  <m:r>
                                    <a:rPr kumimoji="0" lang="pl-PL" sz="12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2</m:t>
                                  </m:r>
                                </m:sub>
                              </m:sSub>
                            </m:sub>
                          </m:sSub>
                        </m:sub>
                      </m:sSub>
                      <m:r>
                        <a:rPr kumimoji="0" lang="pl-PL" sz="12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=</m:t>
                      </m:r>
                      <m:nary>
                        <m:naryPr>
                          <m:limLoc m:val="undOvr"/>
                          <m:ctrlPr>
                            <a:rPr kumimoji="0" lang="en-US" sz="12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  <m:brk m:alnAt="24"/>
                            </m:rPr>
                            <a:rPr kumimoji="0" lang="el-GR" sz="1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+mn-cs"/>
                            </a:rPr>
                            <m:t>Ω</m:t>
                          </m:r>
                        </m:sub>
                        <m:sup>
                          <m:r>
                            <a:rPr kumimoji="0" lang="en-US" sz="1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 </m:t>
                          </m:r>
                        </m:sup>
                        <m:e>
                          <m:f>
                            <m:fPr>
                              <m:ctrlPr>
                                <a:rPr kumimoji="0" lang="en-US" sz="12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kumimoji="0" lang="en-US" sz="12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sSubPr>
                                <m:e>
                                  <m:r>
                                    <a:rPr kumimoji="0" lang="en-US" sz="12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𝑃</m:t>
                                  </m:r>
                                </m:e>
                                <m:sub>
                                  <m:r>
                                    <a:rPr kumimoji="0" lang="en-US" sz="12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𝑖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kumimoji="0" lang="en-GB" sz="12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srgbClr val="836967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sSubPr>
                                <m:e>
                                  <m:r>
                                    <a:rPr kumimoji="0" lang="en-GB" sz="12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𝐿</m:t>
                                  </m:r>
                                </m:e>
                                <m:sub>
                                  <m:r>
                                    <a:rPr kumimoji="0" lang="en-GB" sz="12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𝑖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kumimoji="0" lang="en-GB" sz="12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kumimoji="0" lang="en-GB" sz="12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srgbClr val="836967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kumimoji="0" lang="en-GB" sz="1200" b="0" i="0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  <m:t>ω</m:t>
                                      </m:r>
                                    </m:e>
                                    <m:sub>
                                      <m:r>
                                        <a:rPr kumimoji="0" lang="pl-PL" sz="12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kumimoji="0" lang="en-GB" sz="12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⋅</m:t>
                                  </m:r>
                                  <m:r>
                                    <a:rPr kumimoji="0" lang="en-GB" sz="12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𝑛</m:t>
                                  </m:r>
                                </m:e>
                              </m:d>
                            </m:num>
                            <m:den>
                              <m:sSub>
                                <m:sSubPr>
                                  <m:ctrlPr>
                                    <a:rPr kumimoji="0" lang="pl-PL" sz="12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sSubPr>
                                <m:e>
                                  <m:r>
                                    <a:rPr kumimoji="0" lang="pl-PL" sz="12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kumimoji="0" lang="pl-PL" sz="12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𝑖</m:t>
                                  </m:r>
                                </m:sub>
                              </m:sSub>
                            </m:den>
                          </m:f>
                          <m:r>
                            <a:rPr kumimoji="0" lang="en-US" sz="1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𝑑</m:t>
                          </m:r>
                          <m:sSub>
                            <m:sSubPr>
                              <m:ctrlPr>
                                <a:rPr kumimoji="0" lang="en-US" sz="12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rgbClr val="836967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sSubPr>
                            <m:e>
                              <m:r>
                                <a:rPr kumimoji="0" lang="en-US" sz="12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𝜔</m:t>
                              </m:r>
                            </m:e>
                            <m:sub>
                              <m:r>
                                <a:rPr kumimoji="0" lang="en-US" sz="12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kumimoji="0" lang="pl-PL" sz="1200" b="0" i="1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mbria Math" panose="02040503050406030204" pitchFamily="18" charset="0"/>
                  <a:ea typeface="+mn-ea"/>
                  <a:cs typeface="+mn-cs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GB" sz="12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836967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kumimoji="0" lang="en-GB" sz="1200" b="0" i="0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L</m:t>
                          </m:r>
                        </m:e>
                        <m:sub>
                          <m:r>
                            <a:rPr kumimoji="0" lang="pl-PL" sz="1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𝑠</m:t>
                          </m:r>
                        </m:sub>
                      </m:sSub>
                      <m:d>
                        <m:dPr>
                          <m:ctrlPr>
                            <a:rPr kumimoji="0" lang="en-GB" sz="1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836967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kumimoji="0" lang="en-GB" sz="1200" b="0" i="0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p</m:t>
                          </m:r>
                          <m:r>
                            <a:rPr kumimoji="0" lang="en-GB" sz="1200" b="0" i="0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, </m:t>
                          </m:r>
                          <m:sSub>
                            <m:sSubPr>
                              <m:ctrlPr>
                                <a:rPr kumimoji="0" lang="en-GB" sz="12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rgbClr val="836967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kumimoji="0" lang="en-GB" sz="1200" b="0" i="0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ω</m:t>
                              </m:r>
                            </m:e>
                            <m:sub>
                              <m:r>
                                <a:rPr kumimoji="0" lang="en-GB" sz="12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𝑜</m:t>
                              </m:r>
                            </m:sub>
                          </m:sSub>
                        </m:e>
                      </m:d>
                      <m:r>
                        <a:rPr kumimoji="0" lang="pl-PL" sz="12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=</m:t>
                      </m:r>
                      <m:f>
                        <m:fPr>
                          <m:ctrlPr>
                            <a:rPr kumimoji="0" lang="en-GB" sz="1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kumimoji="0" lang="en-US" sz="12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sSupPr>
                            <m:e>
                              <m:r>
                                <a:rPr kumimoji="0" lang="en-US" sz="12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+mn-cs"/>
                                </a:rPr>
                                <m:t>𝛼</m:t>
                              </m:r>
                            </m:e>
                            <m:sup>
                              <m:r>
                                <a:rPr kumimoji="0" lang="pl-PL" sz="12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kumimoji="0" lang="pl-PL" sz="1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4</m:t>
                          </m:r>
                          <m:r>
                            <a:rPr kumimoji="0" lang="el-GR" sz="1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𝜋</m:t>
                          </m:r>
                          <m:d>
                            <m:dPr>
                              <m:ctrlPr>
                                <a:rPr kumimoji="0" lang="pl-PL" sz="12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dPr>
                            <m:e>
                              <m:d>
                                <m:dPr>
                                  <m:ctrlPr>
                                    <a:rPr kumimoji="0" lang="pl-PL" sz="12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kumimoji="0" lang="en-GB" sz="12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srgbClr val="836967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kumimoji="0" lang="en-GB" sz="1200" b="0" i="0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  <m:t>ω</m:t>
                                      </m:r>
                                    </m:e>
                                    <m:sub>
                                      <m:r>
                                        <a:rPr kumimoji="0" lang="en-GB" sz="12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  <m:t>𝑜</m:t>
                                      </m:r>
                                    </m:sub>
                                  </m:sSub>
                                  <m:r>
                                    <a:rPr kumimoji="0" lang="en-GB" sz="1200" b="0" i="0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∙</m:t>
                                  </m:r>
                                  <m:r>
                                    <a:rPr kumimoji="0" lang="en-GB" sz="12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𝑛</m:t>
                                  </m:r>
                                </m:e>
                              </m:d>
                              <m:d>
                                <m:dPr>
                                  <m:ctrlPr>
                                    <a:rPr kumimoji="0" lang="en-GB" sz="12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dPr>
                                <m:e>
                                  <m:r>
                                    <a:rPr kumimoji="0" lang="en-GB" sz="12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1−</m:t>
                                  </m:r>
                                  <m:r>
                                    <a:rPr kumimoji="0" lang="en-GB" sz="12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𝑘</m:t>
                                  </m:r>
                                </m:e>
                              </m:d>
                              <m:r>
                                <a:rPr kumimoji="0" lang="en-GB" sz="12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+</m:t>
                              </m:r>
                              <m:r>
                                <a:rPr kumimoji="0" lang="en-GB" sz="12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𝑘</m:t>
                              </m:r>
                            </m:e>
                          </m:d>
                        </m:den>
                      </m:f>
                      <m:d>
                        <m:dPr>
                          <m:ctrlPr>
                            <a:rPr kumimoji="0" lang="en-GB" sz="1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kumimoji="0" lang="en-US" sz="12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sSubPr>
                            <m:e>
                              <m:r>
                                <a:rPr kumimoji="0" lang="en-US" sz="12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𝐹</m:t>
                              </m:r>
                            </m:e>
                            <m:sub>
                              <m:r>
                                <a:rPr kumimoji="0" lang="en-US" sz="12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0</m:t>
                              </m:r>
                            </m:sub>
                          </m:sSub>
                          <m:sSub>
                            <m:sSubPr>
                              <m:ctrlPr>
                                <a:rPr kumimoji="0" lang="en-US" sz="12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sSubPr>
                            <m:e>
                              <m:r>
                                <a:rPr kumimoji="0" lang="pl-PL" sz="12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𝐿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kumimoji="0" lang="en-US" sz="12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sSubPr>
                                <m:e>
                                  <m:r>
                                    <a:rPr kumimoji="0" lang="pl-PL" sz="12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𝑠</m:t>
                                  </m:r>
                                </m:e>
                                <m:sub>
                                  <m:sSub>
                                    <m:sSubPr>
                                      <m:ctrlPr>
                                        <a:rPr kumimoji="0" lang="pl-PL" sz="12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kumimoji="0" lang="pl-PL" sz="12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  <m:t>𝑔</m:t>
                                      </m:r>
                                    </m:e>
                                    <m:sub>
                                      <m:r>
                                        <a:rPr kumimoji="0" lang="pl-PL" sz="12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  <m:t>1</m:t>
                                      </m:r>
                                    </m:sub>
                                  </m:sSub>
                                </m:sub>
                              </m:sSub>
                            </m:sub>
                          </m:sSub>
                          <m:r>
                            <a:rPr kumimoji="0" lang="pl-PL" sz="1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+</m:t>
                          </m:r>
                          <m:d>
                            <m:dPr>
                              <m:ctrlPr>
                                <a:rPr kumimoji="0" lang="en-US" sz="12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dPr>
                            <m:e>
                              <m:r>
                                <a:rPr kumimoji="0" lang="en-US" sz="12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1−</m:t>
                              </m:r>
                              <m:sSub>
                                <m:sSubPr>
                                  <m:ctrlPr>
                                    <a:rPr kumimoji="0" lang="en-US" sz="12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sSubPr>
                                <m:e>
                                  <m:r>
                                    <a:rPr kumimoji="0" lang="en-US" sz="12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𝐹</m:t>
                                  </m:r>
                                </m:e>
                                <m:sub>
                                  <m:r>
                                    <a:rPr kumimoji="0" lang="en-US" sz="12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</m:d>
                          <m:sSub>
                            <m:sSubPr>
                              <m:ctrlPr>
                                <a:rPr kumimoji="0" lang="en-US" sz="12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sSubPr>
                            <m:e>
                              <m:r>
                                <a:rPr kumimoji="0" lang="pl-PL" sz="12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𝐿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kumimoji="0" lang="en-US" sz="12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sSubPr>
                                <m:e>
                                  <m:r>
                                    <a:rPr kumimoji="0" lang="pl-PL" sz="12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𝑠</m:t>
                                  </m:r>
                                </m:e>
                                <m:sub>
                                  <m:sSub>
                                    <m:sSubPr>
                                      <m:ctrlPr>
                                        <a:rPr kumimoji="0" lang="pl-PL" sz="12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kumimoji="0" lang="pl-PL" sz="12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  <m:t>𝑔</m:t>
                                      </m:r>
                                    </m:e>
                                    <m:sub>
                                      <m:r>
                                        <a:rPr kumimoji="0" lang="pl-PL" sz="12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  <m:t>2</m:t>
                                      </m:r>
                                    </m:sub>
                                  </m:sSub>
                                </m:sub>
                              </m:sSub>
                            </m:sub>
                          </m:sSub>
                        </m:e>
                      </m:d>
                    </m:oMath>
                  </m:oMathPara>
                </a14:m>
                <a:endParaRPr kumimoji="0" lang="pl-PL" sz="1200" b="0" i="1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mbria Math" panose="02040503050406030204" pitchFamily="18" charset="0"/>
                  <a:ea typeface="+mn-ea"/>
                  <a:cs typeface="+mn-cs"/>
                </a:endParaRPr>
              </a:p>
            </p:txBody>
          </p:sp>
        </mc:Choice>
        <mc:Fallback xmlns="">
          <p:sp>
            <p:nvSpPr>
              <p:cNvPr id="2" name="pole tekstowe 1">
                <a:extLst>
                  <a:ext uri="{FF2B5EF4-FFF2-40B4-BE49-F238E27FC236}">
                    <a16:creationId xmlns:a16="http://schemas.microsoft.com/office/drawing/2014/main" id="{7FE5FE55-C83F-1B56-CBF7-B14F529F225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81644" y="4136910"/>
                <a:ext cx="4211987" cy="2292872"/>
              </a:xfrm>
              <a:prstGeom prst="rect">
                <a:avLst/>
              </a:prstGeom>
              <a:blipFill>
                <a:blip r:embed="rId4"/>
                <a:stretch>
                  <a:fillRect l="-2315" b="-2473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2735497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8C8BAF-B2A1-53CC-15A1-42E679249C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BE528F1E-560A-C9BB-74A9-E90D98EAA606}"/>
              </a:ext>
            </a:extLst>
          </p:cNvPr>
          <p:cNvSpPr txBox="1"/>
          <p:nvPr/>
        </p:nvSpPr>
        <p:spPr>
          <a:xfrm>
            <a:off x="550268" y="365087"/>
            <a:ext cx="32751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Recombination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03FC8C21-BD30-3102-7832-BCEC6508FAE4}"/>
                  </a:ext>
                </a:extLst>
              </p:cNvPr>
              <p:cNvSpPr txBox="1"/>
              <p:nvPr/>
            </p:nvSpPr>
            <p:spPr>
              <a:xfrm>
                <a:off x="521246" y="1156066"/>
                <a:ext cx="4689928" cy="417319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GB" sz="120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pl-PL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l-PL" sz="1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pl-PL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l-PL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𝛼</m:t>
                                  </m:r>
                                  <m:r>
                                    <a:rPr lang="pl-PL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+1</m:t>
                                  </m:r>
                                </m:e>
                              </m:d>
                            </m:e>
                            <m:sup>
                              <m:r>
                                <a:rPr lang="pl-PL" sz="12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pl-PL" sz="1200" b="0" i="1" smtClean="0">
                              <a:latin typeface="Cambria Math" panose="02040503050406030204" pitchFamily="18" charset="0"/>
                            </a:rPr>
                            <m:t>8</m:t>
                          </m:r>
                        </m:den>
                      </m:f>
                      <m:r>
                        <m:rPr>
                          <m:nor/>
                        </m:rPr>
                        <a:rPr lang="pl-PL" sz="1200" dirty="0"/>
                        <m:t>or</m:t>
                      </m:r>
                      <m:r>
                        <m:rPr>
                          <m:nor/>
                        </m:rPr>
                        <a:rPr lang="pl-PL" sz="1200" dirty="0"/>
                        <m:t> </m:t>
                      </m:r>
                      <m:r>
                        <a:rPr lang="en-GB" sz="1200" i="1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pl-PL" sz="12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l-PL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pl-PL" sz="12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l-PL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𝛼</m:t>
                              </m:r>
                            </m:e>
                            <m:sup>
                              <m:r>
                                <a:rPr lang="pl-PL" sz="12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</m:oMath>
                  </m:oMathPara>
                </a14:m>
                <a:endParaRPr lang="pl-PL" sz="1200" i="1" dirty="0">
                  <a:solidFill>
                    <a:srgbClr val="836967"/>
                  </a:solidFill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l-PL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pl-PL" sz="1200" i="1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l-GR" sz="12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l-GR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l-G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l-GR" sz="1200" i="1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⋅</m:t>
                                  </m:r>
                                  <m:sSub>
                                    <m:sSub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h</m:t>
                                      </m:r>
                                    </m:e>
                                    <m:sub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  <m:sup>
                                  <m: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p>
                                <m:sSup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𝛼</m:t>
                                  </m:r>
                                </m:e>
                                <m:sup>
                                  <m: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el-GR" sz="1200" i="1">
                                  <a:latin typeface="Cambria Math" panose="02040503050406030204" pitchFamily="18" charset="0"/>
                                </a:rPr>
                                <m:t>−1)+1</m:t>
                              </m:r>
                            </m:e>
                          </m:d>
                        </m:e>
                        <m:sup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d>
                        <m:dPr>
                          <m:ctrlPr>
                            <a:rPr lang="pl-PL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ctrlPr>
                                <a:rPr lang="en-GB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GB" sz="1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GB" sz="1200">
                                      <a:latin typeface="Cambria Math" panose="02040503050406030204" pitchFamily="18" charset="0"/>
                                    </a:rPr>
                                    <m:t>ω</m:t>
                                  </m:r>
                                </m:e>
                                <m:sub>
                                  <m: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⋅</m:t>
                              </m:r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</m:d>
                          <m:r>
                            <a:rPr lang="en-GB" sz="1200" i="1">
                              <a:latin typeface="Cambria Math" panose="02040503050406030204" pitchFamily="18" charset="0"/>
                            </a:rPr>
                            <m:t>(1−</m:t>
                          </m:r>
                          <m:r>
                            <a:rPr lang="en-GB" sz="1200" i="1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GB" sz="1200" i="1">
                              <a:latin typeface="Cambria Math" panose="02040503050406030204" pitchFamily="18" charset="0"/>
                            </a:rPr>
                            <m:t>)+</m:t>
                          </m:r>
                          <m:r>
                            <a:rPr lang="en-GB" sz="1200" i="1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</m:oMath>
                  </m:oMathPara>
                </a14:m>
                <a:endParaRPr lang="pl-PL" sz="1200" i="1" dirty="0">
                  <a:solidFill>
                    <a:srgbClr val="836967"/>
                  </a:solidFill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120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120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12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sz="120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200" i="1" smtClean="0"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d>
                                <m:dPr>
                                  <m:ctrlPr>
                                    <a:rPr lang="en-US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h</m:t>
                                      </m:r>
                                    </m:e>
                                    <m:sub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US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∙</m:t>
                                  </m:r>
                                  <m:sSub>
                                    <m:sSubPr>
                                      <m:ctrlPr>
                                        <a:rPr lang="en-GB" sz="12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GB" sz="1200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</m:e>
                                    <m:sub>
                                      <m:r>
                                        <a:rPr lang="en-GB" sz="1200" i="1">
                                          <a:latin typeface="Cambria Math" panose="02040503050406030204" pitchFamily="18" charset="0"/>
                                        </a:rPr>
                                        <m:t>𝑜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</m:e>
                        <m:sup>
                          <m:r>
                            <a:rPr lang="en-US" sz="120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p>
                      </m:sSup>
                    </m:oMath>
                  </m:oMathPara>
                </a14:m>
                <a:endParaRPr lang="pl-PL" sz="1200" i="1" dirty="0">
                  <a:solidFill>
                    <a:srgbClr val="836967"/>
                  </a:solidFill>
                  <a:latin typeface="Cambria Math" panose="02040503050406030204" pitchFamily="18" charset="0"/>
                </a:endParaRPr>
              </a:p>
              <a:p>
                <a:endParaRPr lang="pl-PL" sz="1200" i="1" dirty="0">
                  <a:solidFill>
                    <a:srgbClr val="836967"/>
                  </a:solidFill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2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200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sSub>
                            <m:sSub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e>
                            <m:sub>
                              <m:r>
                                <a:rPr lang="pl-PL" sz="1200" i="1">
                                  <a:latin typeface="Cambria Math" panose="02040503050406030204" pitchFamily="18" charset="0"/>
                                </a:rPr>
                                <m:t>𝑔</m:t>
                              </m:r>
                            </m:sub>
                          </m:sSub>
                        </m:sub>
                      </m:sSub>
                      <m:r>
                        <a:rPr lang="en-US" sz="12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limLoc m:val="undOvr"/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  <m:brk m:alnAt="24"/>
                            </m:rPr>
                            <a:rPr lang="el-G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Ω</m:t>
                          </m:r>
                        </m:sub>
                        <m:sup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</m:sup>
                        <m:e>
                          <m:d>
                            <m:dPr>
                              <m:ctrlPr>
                                <a:rPr lang="en-US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l-PL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sSub>
                                <m:sSubPr>
                                  <m:ctrlPr>
                                    <a:rPr lang="en-US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𝑃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∙</m:t>
                              </m:r>
                              <m:sSub>
                                <m:sSubPr>
                                  <m:ctrlPr>
                                    <a:rPr lang="en-US" sz="1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𝜔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</m:oMath>
                    <m:oMath xmlns:m="http://schemas.openxmlformats.org/officeDocument/2006/math">
                      <m:sSub>
                        <m:sSubPr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sSub>
                            <m:sSub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l-PL" sz="12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  <m:t>𝑔</m:t>
                                  </m:r>
                                </m:e>
                                <m:sub>
                                  <m: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sub>
                          </m:sSub>
                        </m:sub>
                      </m:sSub>
                      <m:r>
                        <a:rPr lang="pl-PL" sz="12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limLoc m:val="undOvr"/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  <m:brk m:alnAt="24"/>
                            </m:rPr>
                            <a:rPr lang="el-G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Ω</m:t>
                          </m:r>
                        </m:sub>
                        <m:sup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</m:sup>
                        <m:e>
                          <m:f>
                            <m:f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GB" sz="1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e>
                                <m:sub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GB" sz="12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GB" sz="1200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</m:e>
                                    <m:sub>
                                      <m:r>
                                        <a:rPr lang="pl-PL" sz="12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⋅</m:t>
                                  </m:r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d>
                            </m:num>
                            <m:den>
                              <m:sSub>
                                <m:sSubPr>
                                  <m:ctrlP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den>
                          </m:f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pl-PL" sz="120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sSub>
                            <m:sSub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l-PL" sz="12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  <m:t>𝑔</m:t>
                                  </m:r>
                                </m:e>
                                <m:sub>
                                  <m: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sub>
                          </m:sSub>
                        </m:sub>
                      </m:sSub>
                      <m:r>
                        <a:rPr lang="pl-PL" sz="12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limLoc m:val="undOvr"/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  <m:brk m:alnAt="24"/>
                            </m:rPr>
                            <a:rPr lang="el-G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Ω</m:t>
                          </m:r>
                        </m:sub>
                        <m:sup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</m:sup>
                        <m:e>
                          <m:f>
                            <m:f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𝑃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GB" sz="1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e>
                                <m:sub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GB" sz="12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GB" sz="1200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</m:e>
                                    <m:sub>
                                      <m:r>
                                        <a:rPr lang="pl-PL" sz="12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⋅</m:t>
                                  </m:r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d>
                            </m:num>
                            <m:den>
                              <m:sSub>
                                <m:sSubPr>
                                  <m:ctrlP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den>
                          </m:f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pl-PL" sz="1200" i="1" dirty="0">
                  <a:latin typeface="Cambria Math" panose="02040503050406030204" pitchFamily="18" charset="0"/>
                </a:endParaRPr>
              </a:p>
              <a:p>
                <a:endParaRPr lang="pl-PL" sz="1200" b="0" dirty="0"/>
              </a:p>
              <a:p>
                <a:endParaRPr lang="en-US" sz="120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200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𝑑</m:t>
                          </m:r>
                        </m:sub>
                      </m:sSub>
                      <m:d>
                        <m:dPr>
                          <m:ctrlPr>
                            <a:rPr lang="en-US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1200">
                              <a:latin typeface="Cambria Math" panose="02040503050406030204" pitchFamily="18" charset="0"/>
                            </a:rPr>
                            <m:t>p</m:t>
                          </m:r>
                          <m:r>
                            <a:rPr lang="en-US" sz="1200">
                              <a:latin typeface="Cambria Math" panose="02040503050406030204" pitchFamily="18" charset="0"/>
                            </a:rPr>
                            <m:t>, </m:t>
                          </m:r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1200">
                                  <a:latin typeface="Cambria Math" panose="02040503050406030204" pitchFamily="18" charset="0"/>
                                </a:rPr>
                                <m:t>ω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𝑜</m:t>
                              </m:r>
                            </m:sub>
                          </m:sSub>
                        </m:e>
                      </m:d>
                      <m:r>
                        <a:rPr lang="pl-PL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sz="12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2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1−</m:t>
                          </m:r>
                          <m:r>
                            <a:rPr lang="en-US" sz="12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</m:d>
                      <m:f>
                        <m:fPr>
                          <m:ctrlPr>
                            <a:rPr lang="en-US" sz="12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2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num>
                        <m:den>
                          <m:r>
                            <a:rPr lang="en-US" sz="12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</m:den>
                      </m:f>
                      <m:d>
                        <m:dPr>
                          <m:ctrlPr>
                            <a:rPr lang="en-US" sz="12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2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1−</m:t>
                          </m:r>
                          <m:sSub>
                            <m:sSubPr>
                              <m:ctrlPr>
                                <a:rPr lang="en-US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𝐹</m:t>
                              </m:r>
                            </m:e>
                            <m:sub>
                              <m:r>
                                <a:rPr lang="en-US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d>
                      <m:sSub>
                        <m:sSubPr>
                          <m:ctrlPr>
                            <a:rPr lang="en-US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200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sSub>
                            <m:sSub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e>
                            <m:sub>
                              <m:r>
                                <a:rPr lang="pl-PL" sz="1200" i="1">
                                  <a:latin typeface="Cambria Math" panose="02040503050406030204" pitchFamily="18" charset="0"/>
                                </a:rPr>
                                <m:t>𝑔</m:t>
                              </m:r>
                            </m:sub>
                          </m:sSub>
                        </m:sub>
                      </m:sSub>
                    </m:oMath>
                    <m:oMath xmlns:m="http://schemas.openxmlformats.org/officeDocument/2006/math">
                      <m:sSub>
                        <m:sSubPr>
                          <m:ctrlPr>
                            <a:rPr lang="en-GB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GB" sz="1200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d>
                        <m:dPr>
                          <m:ctrlPr>
                            <a:rPr lang="en-GB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GB" sz="1200">
                              <a:latin typeface="Cambria Math" panose="02040503050406030204" pitchFamily="18" charset="0"/>
                            </a:rPr>
                            <m:t>p</m:t>
                          </m:r>
                          <m:r>
                            <a:rPr lang="en-GB" sz="1200">
                              <a:latin typeface="Cambria Math" panose="02040503050406030204" pitchFamily="18" charset="0"/>
                            </a:rPr>
                            <m:t>, </m:t>
                          </m:r>
                          <m:sSub>
                            <m:sSubPr>
                              <m:ctrlPr>
                                <a:rPr lang="en-GB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GB" sz="1200">
                                  <a:latin typeface="Cambria Math" panose="02040503050406030204" pitchFamily="18" charset="0"/>
                                </a:rPr>
                                <m:t>ω</m:t>
                              </m:r>
                            </m:e>
                            <m:sub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𝑜</m:t>
                              </m:r>
                            </m:sub>
                          </m:sSub>
                        </m:e>
                      </m:d>
                      <m:r>
                        <a:rPr lang="pl-PL" sz="12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GB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𝛼</m:t>
                              </m:r>
                            </m:e>
                            <m:sup>
                              <m:r>
                                <a:rPr lang="pl-PL" sz="12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4</m:t>
                          </m:r>
                          <m:r>
                            <a:rPr lang="el-GR" sz="1200" i="1">
                              <a:latin typeface="Cambria Math" panose="02040503050406030204" pitchFamily="18" charset="0"/>
                            </a:rPr>
                            <m:t>𝜋</m:t>
                          </m:r>
                          <m:d>
                            <m:dPr>
                              <m:ctrlPr>
                                <a:rPr lang="pl-PL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d>
                                <m:dPr>
                                  <m:ctrlP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GB" sz="12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GB" sz="1200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</m:e>
                                    <m:sub>
                                      <m:r>
                                        <a:rPr lang="en-GB" sz="1200" i="1">
                                          <a:latin typeface="Cambria Math" panose="02040503050406030204" pitchFamily="18" charset="0"/>
                                        </a:rPr>
                                        <m:t>𝑜</m:t>
                                      </m:r>
                                    </m:sub>
                                  </m:sSub>
                                  <m:r>
                                    <a:rPr lang="en-GB" sz="1200">
                                      <a:latin typeface="Cambria Math" panose="02040503050406030204" pitchFamily="18" charset="0"/>
                                    </a:rPr>
                                    <m:t>∙</m:t>
                                  </m:r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d>
                              <m:d>
                                <m:dPr>
                                  <m:ctrlP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1−</m:t>
                                  </m:r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</m:d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</m:d>
                        </m:den>
                      </m:f>
                      <m:d>
                        <m:dPr>
                          <m:ctrlPr>
                            <a:rPr lang="en-GB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𝐹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l-PL" sz="12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b>
                                  <m:sSub>
                                    <m:sSubPr>
                                      <m:ctrlPr>
                                        <a:rPr lang="pl-PL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l-PL" sz="1200" i="1">
                                          <a:latin typeface="Cambria Math" panose="02040503050406030204" pitchFamily="18" charset="0"/>
                                        </a:rPr>
                                        <m:t>𝑔</m:t>
                                      </m:r>
                                    </m:e>
                                    <m:sub>
                                      <m:r>
                                        <a:rPr lang="pl-PL" sz="1200" i="1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</m:sub>
                              </m:sSub>
                            </m:sub>
                          </m:sSub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+</m:t>
                          </m:r>
                          <m:d>
                            <m:d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sSub>
                                <m:sSub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𝐹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</m:d>
                          <m:sSub>
                            <m:sSub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l-PL" sz="12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b>
                                  <m:sSub>
                                    <m:sSubPr>
                                      <m:ctrlPr>
                                        <a:rPr lang="pl-PL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l-PL" sz="1200" i="1">
                                          <a:latin typeface="Cambria Math" panose="02040503050406030204" pitchFamily="18" charset="0"/>
                                        </a:rPr>
                                        <m:t>𝑔</m:t>
                                      </m:r>
                                    </m:e>
                                    <m:sub>
                                      <m:r>
                                        <a:rPr lang="pl-PL" sz="1200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</m:sub>
                              </m:sSub>
                            </m:sub>
                          </m:sSub>
                        </m:e>
                      </m:d>
                    </m:oMath>
                  </m:oMathPara>
                </a14:m>
                <a:endParaRPr lang="en-US" sz="1200" i="1" dirty="0">
                  <a:solidFill>
                    <a:prstClr val="black"/>
                  </a:solidFill>
                  <a:latin typeface="Cambria Math" panose="02040503050406030204" pitchFamily="18" charset="0"/>
                </a:endParaRPr>
              </a:p>
              <a:p>
                <a:pPr/>
                <a:br>
                  <a:rPr lang="en-US" sz="1200" i="1" dirty="0">
                    <a:solidFill>
                      <a:prstClr val="black"/>
                    </a:solidFill>
                    <a:latin typeface="Cambria Math" panose="02040503050406030204" pitchFamily="18" charset="0"/>
                  </a:rPr>
                </a:b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200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𝑜</m:t>
                          </m:r>
                        </m:sub>
                      </m:sSub>
                      <m:d>
                        <m:dPr>
                          <m:ctrlPr>
                            <a:rPr lang="en-US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1200">
                              <a:latin typeface="Cambria Math" panose="02040503050406030204" pitchFamily="18" charset="0"/>
                            </a:rPr>
                            <m:t>p</m:t>
                          </m:r>
                          <m:r>
                            <a:rPr lang="en-US" sz="1200">
                              <a:latin typeface="Cambria Math" panose="02040503050406030204" pitchFamily="18" charset="0"/>
                            </a:rPr>
                            <m:t>, </m:t>
                          </m:r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1200">
                                  <a:latin typeface="Cambria Math" panose="02040503050406030204" pitchFamily="18" charset="0"/>
                                </a:rPr>
                                <m:t>ω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𝑜</m:t>
                              </m:r>
                            </m:sub>
                          </m:sSub>
                        </m:e>
                      </m:d>
                      <m:r>
                        <a:rPr lang="en-US" sz="120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𝑑</m:t>
                          </m:r>
                        </m:sub>
                      </m:sSub>
                      <m:d>
                        <m:dPr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1200">
                              <a:latin typeface="Cambria Math" panose="02040503050406030204" pitchFamily="18" charset="0"/>
                            </a:rPr>
                            <m:t>p</m:t>
                          </m:r>
                          <m:r>
                            <a:rPr lang="en-US" sz="1200">
                              <a:latin typeface="Cambria Math" panose="02040503050406030204" pitchFamily="18" charset="0"/>
                            </a:rPr>
                            <m:t>, </m:t>
                          </m:r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1200">
                                  <a:latin typeface="Cambria Math" panose="02040503050406030204" pitchFamily="18" charset="0"/>
                                </a:rPr>
                                <m:t>ω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𝑜</m:t>
                              </m:r>
                            </m:sub>
                          </m:sSub>
                        </m:e>
                      </m:d>
                      <m:r>
                        <a:rPr lang="en-US" sz="12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d>
                        <m:dPr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1200">
                              <a:latin typeface="Cambria Math" panose="02040503050406030204" pitchFamily="18" charset="0"/>
                            </a:rPr>
                            <m:t>p</m:t>
                          </m:r>
                          <m:r>
                            <a:rPr lang="en-US" sz="1200">
                              <a:latin typeface="Cambria Math" panose="02040503050406030204" pitchFamily="18" charset="0"/>
                            </a:rPr>
                            <m:t>, </m:t>
                          </m:r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1200">
                                  <a:latin typeface="Cambria Math" panose="02040503050406030204" pitchFamily="18" charset="0"/>
                                </a:rPr>
                                <m:t>ω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𝑜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1200" dirty="0"/>
              </a:p>
              <a:p>
                <a:endParaRPr lang="en-US" sz="1200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BAB72E16-8C64-443F-8DD8-34DB8C8F43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1246" y="1156066"/>
                <a:ext cx="4689928" cy="4173194"/>
              </a:xfrm>
              <a:prstGeom prst="rect">
                <a:avLst/>
              </a:prstGeom>
              <a:blipFill>
                <a:blip r:embed="rId2"/>
                <a:stretch>
                  <a:fillRect l="-4941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8A5F2D1C-D5C7-C375-6BA9-9810B1BE53CE}"/>
                  </a:ext>
                </a:extLst>
              </p:cNvPr>
              <p:cNvSpPr txBox="1"/>
              <p:nvPr/>
            </p:nvSpPr>
            <p:spPr>
              <a:xfrm>
                <a:off x="5274453" y="2056142"/>
                <a:ext cx="6396301" cy="1887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600" dirty="0"/>
                  <a:t>We are going to calculate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>
                            <a:solidFill>
                              <a:srgbClr val="836967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600">
                            <a:latin typeface="Cambria Math" panose="02040503050406030204" pitchFamily="18" charset="0"/>
                          </a:rPr>
                          <m:t>L</m:t>
                        </m:r>
                      </m:e>
                      <m:sub>
                        <m:sSub>
                          <m:sSubPr>
                            <m:ctrlPr>
                              <a:rPr lang="en-US" sz="1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𝑑</m:t>
                            </m:r>
                          </m:e>
                          <m:sub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𝑔</m:t>
                            </m:r>
                          </m:sub>
                        </m:sSub>
                      </m:sub>
                    </m:sSub>
                  </m:oMath>
                </a14:m>
                <a:r>
                  <a:rPr lang="en-US" sz="160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600" i="0">
                            <a:latin typeface="Cambria Math" panose="02040503050406030204" pitchFamily="18" charset="0"/>
                          </a:rPr>
                          <m:t>L</m:t>
                        </m:r>
                      </m:e>
                      <m:sub>
                        <m:sSub>
                          <m:sSubPr>
                            <m:ctrlPr>
                              <a:rPr lang="en-US" sz="1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sSub>
                              <m:sSubPr>
                                <m:ctrlPr>
                                  <a:rPr lang="en-US" sz="16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600" i="1">
                                    <a:latin typeface="Cambria Math" panose="02040503050406030204" pitchFamily="18" charset="0"/>
                                  </a:rPr>
                                  <m:t>𝑔</m:t>
                                </m:r>
                              </m:e>
                              <m:sub>
                                <m:r>
                                  <a:rPr lang="en-US" sz="16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sub>
                        </m:sSub>
                      </m:sub>
                    </m:sSub>
                  </m:oMath>
                </a14:m>
                <a:r>
                  <a:rPr lang="en-US" sz="1600" dirty="0"/>
                  <a:t>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600" i="0">
                            <a:latin typeface="Cambria Math" panose="02040503050406030204" pitchFamily="18" charset="0"/>
                          </a:rPr>
                          <m:t>L</m:t>
                        </m:r>
                      </m:e>
                      <m:sub>
                        <m:sSub>
                          <m:sSubPr>
                            <m:ctrlPr>
                              <a:rPr lang="en-US" sz="1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sSub>
                              <m:sSubPr>
                                <m:ctrlPr>
                                  <a:rPr lang="en-US" sz="16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600" i="1">
                                    <a:latin typeface="Cambria Math" panose="02040503050406030204" pitchFamily="18" charset="0"/>
                                  </a:rPr>
                                  <m:t>𝑔</m:t>
                                </m:r>
                              </m:e>
                              <m:sub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sub>
                        </m:sSub>
                      </m:sub>
                    </m:sSub>
                  </m:oMath>
                </a14:m>
                <a:r>
                  <a:rPr lang="en-US" sz="1600" dirty="0"/>
                  <a:t> first, looping through all illumination sources (lights / rays).</a:t>
                </a:r>
              </a:p>
              <a:p>
                <a:endParaRPr lang="en-US" sz="1600" dirty="0"/>
              </a:p>
              <a:p>
                <a:r>
                  <a:rPr lang="en-US" sz="1600" dirty="0"/>
                  <a:t>Then we are going to calculate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 smtClean="0">
                            <a:solidFill>
                              <a:srgbClr val="836967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600">
                            <a:latin typeface="Cambria Math" panose="02040503050406030204" pitchFamily="18" charset="0"/>
                          </a:rPr>
                          <m:t>L</m:t>
                        </m:r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𝑑</m:t>
                        </m:r>
                      </m:sub>
                    </m:sSub>
                  </m:oMath>
                </a14:m>
                <a:r>
                  <a:rPr lang="en-US" sz="1600" dirty="0"/>
                  <a:t>,</a:t>
                </a:r>
                <a:r>
                  <a:rPr lang="en-US" sz="1600" dirty="0">
                    <a:solidFill>
                      <a:srgbClr val="836967"/>
                    </a:solidFill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>
                            <a:solidFill>
                              <a:srgbClr val="836967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600">
                            <a:latin typeface="Cambria Math" panose="02040503050406030204" pitchFamily="18" charset="0"/>
                          </a:rPr>
                          <m:t>L</m:t>
                        </m:r>
                      </m:e>
                      <m:sub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</m:oMath>
                </a14:m>
                <a:r>
                  <a:rPr lang="en-US" sz="1600" dirty="0"/>
                  <a:t> and finally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>
                            <a:solidFill>
                              <a:srgbClr val="836967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600">
                            <a:latin typeface="Cambria Math" panose="02040503050406030204" pitchFamily="18" charset="0"/>
                          </a:rPr>
                          <m:t>L</m:t>
                        </m:r>
                      </m:e>
                      <m:sub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𝑜</m:t>
                        </m:r>
                      </m:sub>
                    </m:sSub>
                  </m:oMath>
                </a14:m>
                <a:r>
                  <a:rPr lang="en-US" sz="1600" dirty="0"/>
                  <a:t> outside the loop.</a:t>
                </a:r>
              </a:p>
              <a:p>
                <a:endParaRPr lang="en-US" sz="1600" dirty="0"/>
              </a:p>
              <a:p>
                <a:r>
                  <a:rPr lang="en-US" sz="1600" dirty="0"/>
                  <a:t>A portion of calculations is now pushed out of the loop and performed only once, instead of on a per illumination source basis.</a:t>
                </a:r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90A0461F-E854-417F-0750-02C90C1938F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74453" y="2056142"/>
                <a:ext cx="6396301" cy="1887055"/>
              </a:xfrm>
              <a:prstGeom prst="rect">
                <a:avLst/>
              </a:prstGeom>
              <a:blipFill>
                <a:blip r:embed="rId3"/>
                <a:stretch>
                  <a:fillRect l="-477" t="-645" r="-1144" b="-193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0038583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B82E73FA-0BF8-B02B-1114-21F68A2EEB4C}"/>
              </a:ext>
            </a:extLst>
          </p:cNvPr>
          <p:cNvSpPr txBox="1"/>
          <p:nvPr/>
        </p:nvSpPr>
        <p:spPr>
          <a:xfrm>
            <a:off x="550268" y="371911"/>
            <a:ext cx="33188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dirty="0" err="1"/>
              <a:t>Redeffered</a:t>
            </a:r>
            <a:r>
              <a:rPr lang="pl-PL" dirty="0"/>
              <a:t> rendering</a:t>
            </a:r>
            <a:endParaRPr lang="en-GB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BAB72E16-8C64-443F-8DD8-34DB8C8F43B3}"/>
                  </a:ext>
                </a:extLst>
              </p:cNvPr>
              <p:cNvSpPr txBox="1"/>
              <p:nvPr/>
            </p:nvSpPr>
            <p:spPr>
              <a:xfrm>
                <a:off x="348344" y="932784"/>
                <a:ext cx="6403682" cy="4137095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just"/>
                <a:r>
                  <a:rPr lang="en-US" sz="1400" dirty="0"/>
                  <a:t>Lets split shading into two stages.</a:t>
                </a:r>
              </a:p>
              <a:p>
                <a:pPr algn="just"/>
                <a:endParaRPr lang="en-US" sz="1400" dirty="0"/>
              </a:p>
              <a:p>
                <a:pPr algn="just"/>
                <a:r>
                  <a:rPr lang="en-US" sz="1400" dirty="0"/>
                  <a:t>First stage (Illumination pass) will produce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i="1">
                            <a:solidFill>
                              <a:srgbClr val="836967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400">
                            <a:latin typeface="Cambria Math" panose="02040503050406030204" pitchFamily="18" charset="0"/>
                          </a:rPr>
                          <m:t>L</m:t>
                        </m:r>
                      </m:e>
                      <m:sub>
                        <m:sSub>
                          <m:sSubPr>
                            <m:ctrlPr>
                              <a:rPr lang="en-US" sz="1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𝑑</m:t>
                            </m:r>
                          </m:e>
                          <m:sub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𝑔</m:t>
                            </m:r>
                          </m:sub>
                        </m:sSub>
                      </m:sub>
                    </m:sSub>
                  </m:oMath>
                </a14:m>
                <a:r>
                  <a:rPr lang="en-US" sz="140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400" smtClean="0">
                            <a:latin typeface="Cambria Math" panose="02040503050406030204" pitchFamily="18" charset="0"/>
                          </a:rPr>
                          <m:t>L</m:t>
                        </m:r>
                      </m:e>
                      <m:sub>
                        <m:sSub>
                          <m:sSubPr>
                            <m:ctrlPr>
                              <a:rPr lang="en-US" sz="1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sSub>
                              <m:sSubPr>
                                <m:ctrlPr>
                                  <a:rPr lang="en-US" sz="14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400" i="1" smtClean="0">
                                    <a:latin typeface="Cambria Math" panose="02040503050406030204" pitchFamily="18" charset="0"/>
                                  </a:rPr>
                                  <m:t>𝑔</m:t>
                                </m:r>
                              </m:e>
                              <m:sub>
                                <m:r>
                                  <a:rPr lang="en-US" sz="140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sub>
                        </m:sSub>
                      </m:sub>
                    </m:sSub>
                  </m:oMath>
                </a14:m>
                <a:r>
                  <a:rPr lang="en-US" sz="1400" dirty="0"/>
                  <a:t>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400" smtClean="0">
                            <a:latin typeface="Cambria Math" panose="02040503050406030204" pitchFamily="18" charset="0"/>
                          </a:rPr>
                          <m:t>L</m:t>
                        </m:r>
                      </m:e>
                      <m:sub>
                        <m:sSub>
                          <m:sSubPr>
                            <m:ctrlPr>
                              <a:rPr lang="en-US" sz="1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sSub>
                              <m:sSubPr>
                                <m:ctrlPr>
                                  <a:rPr lang="en-US" sz="14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400" i="1" smtClean="0">
                                    <a:latin typeface="Cambria Math" panose="02040503050406030204" pitchFamily="18" charset="0"/>
                                  </a:rPr>
                                  <m:t>𝑔</m:t>
                                </m:r>
                              </m:e>
                              <m:sub>
                                <m:r>
                                  <a:rPr lang="en-US" sz="140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sub>
                        </m:sSub>
                      </m:sub>
                    </m:sSub>
                  </m:oMath>
                </a14:m>
                <a:r>
                  <a:rPr lang="en-US" sz="1400" dirty="0"/>
                  <a:t> values and store them in a dedicated buffer, let’s call it I-buffer.</a:t>
                </a:r>
              </a:p>
              <a:p>
                <a:pPr algn="just"/>
                <a:r>
                  <a:rPr lang="en-US" sz="1400" dirty="0"/>
                  <a:t>Second stage (Material pass) will use those values to calculate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i="1" smtClean="0">
                            <a:solidFill>
                              <a:srgbClr val="836967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400" smtClean="0">
                            <a:latin typeface="Cambria Math" panose="02040503050406030204" pitchFamily="18" charset="0"/>
                          </a:rPr>
                          <m:t>L</m:t>
                        </m:r>
                      </m:e>
                      <m:sub>
                        <m:r>
                          <a:rPr lang="en-US" sz="1400" i="1" smtClean="0">
                            <a:latin typeface="Cambria Math" panose="02040503050406030204" pitchFamily="18" charset="0"/>
                          </a:rPr>
                          <m:t>𝑜</m:t>
                        </m:r>
                      </m:sub>
                    </m:sSub>
                  </m:oMath>
                </a14:m>
                <a:r>
                  <a:rPr lang="en-US" sz="1400" dirty="0"/>
                  <a:t>.</a:t>
                </a:r>
              </a:p>
              <a:p>
                <a:pPr algn="just"/>
                <a:endParaRPr lang="en-US" sz="1400" dirty="0"/>
              </a:p>
              <a:p>
                <a:pPr algn="just"/>
                <a:r>
                  <a:rPr lang="en-US" sz="1400" dirty="0"/>
                  <a:t>I-buffer retains fundamental characteristic of light to be cumulative. This allows first stage to be split into multiple passes using specialized shaders for different types of lights, shadows. </a:t>
                </a:r>
                <a:r>
                  <a:rPr lang="en-US" sz="1400" dirty="0" err="1"/>
                  <a:t>R</a:t>
                </a:r>
                <a:r>
                  <a:rPr lang="en-US" sz="1400" dirty="0" err="1">
                    <a:solidFill>
                      <a:prstClr val="black"/>
                    </a:solidFill>
                  </a:rPr>
                  <a:t>edeferred</a:t>
                </a:r>
                <a:r>
                  <a:rPr lang="en-US" sz="1400" dirty="0">
                    <a:solidFill>
                      <a:prstClr val="black"/>
                    </a:solidFill>
                  </a:rPr>
                  <a:t> </a:t>
                </a:r>
                <a:r>
                  <a:rPr kumimoji="0" lang="en-US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rendering can be used analogously with most of indirect illumination techniques too and their results can be accumulated to the same I-buffer with a common second stage to be applied.</a:t>
                </a:r>
              </a:p>
              <a:p>
                <a:pPr algn="just"/>
                <a:endParaRPr lang="en-US" sz="1400" dirty="0">
                  <a:solidFill>
                    <a:prstClr val="black"/>
                  </a:solidFill>
                  <a:latin typeface="Calibri" panose="020F0502020204030204"/>
                </a:endParaRPr>
              </a:p>
              <a:p>
                <a:pPr algn="just"/>
                <a:r>
                  <a:rPr kumimoji="0" lang="en-US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The first stage depends only on lights and geometry (from the PBR point of view roughness is a simplified representation of microscopic geometry). The variability of the </a:t>
                </a:r>
                <a:r>
                  <a:rPr lang="en-US" sz="1400" dirty="0">
                    <a:solidFill>
                      <a:prstClr val="black"/>
                    </a:solidFill>
                  </a:rPr>
                  <a:t>I-</a:t>
                </a:r>
                <a:r>
                  <a:rPr kumimoji="0" lang="en-US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buffer is expected to be low (imagine a white world with colorful lights). That makes this stage a good candidate for shading rate reducing techniques. We can safely apply a reduced shading rate everywhere unless there is an illumination discontinuity </a:t>
                </a:r>
                <a:r>
                  <a:rPr lang="en-US" sz="1400" dirty="0">
                    <a:solidFill>
                      <a:prstClr val="black"/>
                    </a:solidFill>
                  </a:rPr>
                  <a:t>(</a:t>
                </a:r>
                <a:r>
                  <a:rPr kumimoji="0" lang="en-US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hard shadow coming from an illumination </a:t>
                </a:r>
                <a:r>
                  <a:rPr kumimoji="0" lang="en-US" sz="1400" b="0" i="0" u="none" strike="noStrike" kern="1200" cap="none" spc="0" normalizeH="0" baseline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source considered by a particular shader) or </a:t>
                </a:r>
                <a:r>
                  <a:rPr kumimoji="0" lang="en-US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geometry edge – this will require tuning based on visual quality.</a:t>
                </a: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BAB72E16-8C64-443F-8DD8-34DB8C8F43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8344" y="932784"/>
                <a:ext cx="6403682" cy="4137095"/>
              </a:xfrm>
              <a:prstGeom prst="rect">
                <a:avLst/>
              </a:prstGeom>
              <a:blipFill>
                <a:blip r:embed="rId2"/>
                <a:stretch>
                  <a:fillRect l="-1713" t="-1325" r="-1618" b="-162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7D736D20-9BBD-2FC3-EC4F-2D7A4AE87D9F}"/>
                  </a:ext>
                </a:extLst>
              </p:cNvPr>
              <p:cNvSpPr txBox="1"/>
              <p:nvPr/>
            </p:nvSpPr>
            <p:spPr>
              <a:xfrm>
                <a:off x="6898514" y="487702"/>
                <a:ext cx="4945142" cy="474501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GB" sz="1400" i="1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pl-PL" sz="14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l-PL" sz="1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pl-PL" sz="1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pl-PL" sz="1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l-PL" sz="1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𝛼</m:t>
                                  </m:r>
                                  <m:r>
                                    <a:rPr lang="pl-PL" sz="1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+1</m:t>
                                  </m:r>
                                </m:e>
                              </m:d>
                            </m:e>
                            <m:sup>
                              <m:r>
                                <a:rPr lang="pl-PL" sz="1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pl-PL" sz="1400" i="1">
                              <a:latin typeface="Cambria Math" panose="02040503050406030204" pitchFamily="18" charset="0"/>
                            </a:rPr>
                            <m:t>8</m:t>
                          </m:r>
                        </m:den>
                      </m:f>
                      <m:r>
                        <m:rPr>
                          <m:nor/>
                        </m:rPr>
                        <a:rPr lang="pl-PL" sz="1400" dirty="0"/>
                        <m:t>or</m:t>
                      </m:r>
                      <m:r>
                        <m:rPr>
                          <m:nor/>
                        </m:rPr>
                        <a:rPr lang="pl-PL" sz="1400" dirty="0"/>
                        <m:t> </m:t>
                      </m:r>
                      <m:r>
                        <a:rPr lang="en-GB" sz="1400" i="1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pl-PL" sz="14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l-PL" sz="1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pl-PL" sz="1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l-PL" sz="1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𝛼</m:t>
                              </m:r>
                            </m:e>
                            <m:sup>
                              <m:r>
                                <a:rPr lang="pl-PL" sz="1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pl-PL" sz="1400" i="1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</m:oMath>
                  </m:oMathPara>
                </a14:m>
                <a:endParaRPr lang="pl-PL" sz="1400" i="1" dirty="0">
                  <a:solidFill>
                    <a:srgbClr val="836967"/>
                  </a:solidFill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l-PL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l-PL" sz="14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pl-PL" sz="14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pl-PL" sz="1400" i="1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l-GR" sz="14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l-GR" sz="1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l-GR" sz="14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l-GR" sz="1400" i="1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  <m:t>⋅</m:t>
                                  </m:r>
                                  <m:sSub>
                                    <m:sSubPr>
                                      <m:ctrlPr>
                                        <a:rPr lang="en-US" sz="1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400" i="1">
                                          <a:latin typeface="Cambria Math" panose="02040503050406030204" pitchFamily="18" charset="0"/>
                                        </a:rPr>
                                        <m:t>h</m:t>
                                      </m:r>
                                    </m:e>
                                    <m:sub>
                                      <m:r>
                                        <a:rPr lang="en-US" sz="14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  <m:sup>
                                  <m:r>
                                    <a:rPr lang="pl-PL" sz="14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p>
                                <m:sSupPr>
                                  <m:ctrlP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1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𝛼</m:t>
                                  </m:r>
                                </m:e>
                                <m:sup>
                                  <m:r>
                                    <a:rPr lang="pl-PL" sz="14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el-GR" sz="1400" i="1">
                                  <a:latin typeface="Cambria Math" panose="02040503050406030204" pitchFamily="18" charset="0"/>
                                </a:rPr>
                                <m:t>−1)+1</m:t>
                              </m:r>
                            </m:e>
                          </m:d>
                        </m:e>
                        <m:sup>
                          <m:r>
                            <a:rPr lang="pl-PL" sz="14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d>
                        <m:dPr>
                          <m:ctrlPr>
                            <a:rPr lang="pl-PL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ctrlPr>
                                <a:rPr lang="en-GB" sz="1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GB" sz="14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GB" sz="1400">
                                      <a:latin typeface="Cambria Math" panose="02040503050406030204" pitchFamily="18" charset="0"/>
                                    </a:rPr>
                                    <m:t>ω</m:t>
                                  </m:r>
                                </m:e>
                                <m:sub>
                                  <m:r>
                                    <a:rPr lang="pl-PL" sz="14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GB" sz="1400" i="1">
                                  <a:latin typeface="Cambria Math" panose="02040503050406030204" pitchFamily="18" charset="0"/>
                                </a:rPr>
                                <m:t>⋅</m:t>
                              </m:r>
                              <m:r>
                                <a:rPr lang="en-GB" sz="14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</m:d>
                          <m:r>
                            <a:rPr lang="en-GB" sz="1400" i="1">
                              <a:latin typeface="Cambria Math" panose="02040503050406030204" pitchFamily="18" charset="0"/>
                            </a:rPr>
                            <m:t>(1−</m:t>
                          </m:r>
                          <m:r>
                            <a:rPr lang="en-GB" sz="1400" i="1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GB" sz="1400" i="1">
                              <a:latin typeface="Cambria Math" panose="02040503050406030204" pitchFamily="18" charset="0"/>
                            </a:rPr>
                            <m:t>)+</m:t>
                          </m:r>
                          <m:r>
                            <a:rPr lang="en-GB" sz="1400" i="1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</m:oMath>
                  </m:oMathPara>
                </a14:m>
                <a:endParaRPr lang="pl-PL" sz="1400" i="1" dirty="0">
                  <a:solidFill>
                    <a:srgbClr val="836967"/>
                  </a:solidFill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140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140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14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sz="140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400" i="1" smtClean="0"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d>
                                <m:dPr>
                                  <m:ctrlPr>
                                    <a:rPr lang="en-US" sz="14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1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400" i="1">
                                          <a:latin typeface="Cambria Math" panose="02040503050406030204" pitchFamily="18" charset="0"/>
                                        </a:rPr>
                                        <m:t>h</m:t>
                                      </m:r>
                                    </m:e>
                                    <m:sub>
                                      <m:r>
                                        <a:rPr lang="en-US" sz="14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US" sz="14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∙</m:t>
                                  </m:r>
                                  <m:sSub>
                                    <m:sSubPr>
                                      <m:ctrlPr>
                                        <a:rPr lang="en-GB" sz="14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GB" sz="1400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</m:e>
                                    <m:sub>
                                      <m:r>
                                        <a:rPr lang="en-GB" sz="1400" i="1">
                                          <a:latin typeface="Cambria Math" panose="02040503050406030204" pitchFamily="18" charset="0"/>
                                        </a:rPr>
                                        <m:t>𝑜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</m:e>
                        <m:sup>
                          <m:r>
                            <a:rPr lang="en-US" sz="140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p>
                      </m:sSup>
                    </m:oMath>
                  </m:oMathPara>
                </a14:m>
                <a:endParaRPr lang="pl-PL" sz="1400" i="1" dirty="0">
                  <a:solidFill>
                    <a:srgbClr val="836967"/>
                  </a:solidFill>
                  <a:latin typeface="Cambria Math" panose="02040503050406030204" pitchFamily="18" charset="0"/>
                </a:endParaRPr>
              </a:p>
              <a:p>
                <a:endParaRPr lang="pl-PL" sz="1400" i="1" dirty="0">
                  <a:solidFill>
                    <a:srgbClr val="836967"/>
                  </a:solidFill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4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400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sSub>
                            <m:sSubPr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e>
                            <m:sub>
                              <m:r>
                                <a:rPr lang="pl-PL" sz="1400" i="1">
                                  <a:latin typeface="Cambria Math" panose="02040503050406030204" pitchFamily="18" charset="0"/>
                                </a:rPr>
                                <m:t>𝑔</m:t>
                              </m:r>
                            </m:sub>
                          </m:sSub>
                        </m:sub>
                      </m:sSub>
                      <m:r>
                        <a:rPr lang="en-US" sz="14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limLoc m:val="undOvr"/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  <m:brk m:alnAt="24"/>
                            </m:rPr>
                            <a:rPr lang="el-GR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Ω</m:t>
                          </m:r>
                        </m:sub>
                        <m:sup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 </m:t>
                          </m:r>
                        </m:sup>
                        <m:e>
                          <m:d>
                            <m:dPr>
                              <m:ctrlPr>
                                <a:rPr lang="en-US" sz="14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l-PL" sz="14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sSub>
                                <m:sSubPr>
                                  <m:ctrlPr>
                                    <a:rPr lang="en-US" sz="14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𝑃</m:t>
                                  </m:r>
                                </m:e>
                                <m:sub>
                                  <m:r>
                                    <a:rPr lang="en-US" sz="14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  <m:sSub>
                            <m:sSubPr>
                              <m:ctrlPr>
                                <a:rPr lang="en-US" sz="14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b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sz="1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∙</m:t>
                              </m:r>
                              <m:sSub>
                                <m:sSubPr>
                                  <m:ctrlPr>
                                    <a:rPr lang="en-US" sz="14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  <m:t>𝜔</m:t>
                                  </m:r>
                                </m:e>
                                <m:sub>
                                  <m: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en-US" sz="14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</m:oMath>
                    <m:oMath xmlns:m="http://schemas.openxmlformats.org/officeDocument/2006/math">
                      <m:sSub>
                        <m:sSub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l-PL" sz="1400" i="1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sSub>
                            <m:sSubPr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l-PL" sz="14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pl-PL" sz="1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l-PL" sz="1400" i="1">
                                      <a:latin typeface="Cambria Math" panose="02040503050406030204" pitchFamily="18" charset="0"/>
                                    </a:rPr>
                                    <m:t>𝑔</m:t>
                                  </m:r>
                                </m:e>
                                <m:sub>
                                  <m:r>
                                    <a:rPr lang="pl-PL" sz="14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sub>
                          </m:sSub>
                        </m:sub>
                      </m:sSub>
                      <m:r>
                        <a:rPr lang="pl-PL" sz="14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limLoc m:val="undOvr"/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  <m:brk m:alnAt="24"/>
                            </m:rPr>
                            <a:rPr lang="el-GR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Ω</m:t>
                          </m:r>
                        </m:sub>
                        <m:sup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 </m:t>
                          </m:r>
                        </m:sup>
                        <m:e>
                          <m:f>
                            <m:fPr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GB" sz="14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14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e>
                                <m:sub>
                                  <m:r>
                                    <a:rPr lang="en-GB" sz="14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GB" sz="1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GB" sz="14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GB" sz="1400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</m:e>
                                    <m:sub>
                                      <m:r>
                                        <a:rPr lang="pl-PL" sz="14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GB" sz="1400" i="1">
                                      <a:latin typeface="Cambria Math" panose="02040503050406030204" pitchFamily="18" charset="0"/>
                                    </a:rPr>
                                    <m:t>⋅</m:t>
                                  </m:r>
                                  <m:r>
                                    <a:rPr lang="en-GB" sz="14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d>
                            </m:num>
                            <m:den>
                              <m:sSub>
                                <m:sSubPr>
                                  <m:ctrlPr>
                                    <a:rPr lang="pl-PL" sz="1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l-PL" sz="1400" i="1"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pl-PL" sz="14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den>
                          </m:f>
                          <m:r>
                            <a:rPr lang="pl-PL" sz="14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en-US" sz="14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pl-PL" sz="140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l-PL" sz="1400" i="1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sSub>
                            <m:sSubPr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l-PL" sz="14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pl-PL" sz="1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l-PL" sz="1400" i="1">
                                      <a:latin typeface="Cambria Math" panose="02040503050406030204" pitchFamily="18" charset="0"/>
                                    </a:rPr>
                                    <m:t>𝑔</m:t>
                                  </m:r>
                                </m:e>
                                <m:sub>
                                  <m:r>
                                    <a:rPr lang="pl-PL" sz="14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sub>
                          </m:sSub>
                        </m:sub>
                      </m:sSub>
                      <m:r>
                        <a:rPr lang="pl-PL" sz="14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limLoc m:val="undOvr"/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  <m:brk m:alnAt="24"/>
                            </m:rPr>
                            <a:rPr lang="el-GR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Ω</m:t>
                          </m:r>
                        </m:sub>
                        <m:sup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 </m:t>
                          </m:r>
                        </m:sup>
                        <m:e>
                          <m:f>
                            <m:fPr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  <m:t>𝑃</m:t>
                                  </m:r>
                                </m:e>
                                <m:sub>
                                  <m: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GB" sz="14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14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e>
                                <m:sub>
                                  <m:r>
                                    <a:rPr lang="en-GB" sz="14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GB" sz="1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GB" sz="14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GB" sz="1400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</m:e>
                                    <m:sub>
                                      <m:r>
                                        <a:rPr lang="pl-PL" sz="14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GB" sz="1400" i="1">
                                      <a:latin typeface="Cambria Math" panose="02040503050406030204" pitchFamily="18" charset="0"/>
                                    </a:rPr>
                                    <m:t>⋅</m:t>
                                  </m:r>
                                  <m:r>
                                    <a:rPr lang="en-GB" sz="14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d>
                            </m:num>
                            <m:den>
                              <m:sSub>
                                <m:sSubPr>
                                  <m:ctrlPr>
                                    <a:rPr lang="pl-PL" sz="1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l-PL" sz="1400" i="1"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pl-PL" sz="14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den>
                          </m:f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en-US" sz="14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pl-PL" sz="1400" i="1" dirty="0">
                  <a:latin typeface="Cambria Math" panose="02040503050406030204" pitchFamily="18" charset="0"/>
                </a:endParaRPr>
              </a:p>
              <a:p>
                <a:endParaRPr lang="pl-PL" sz="1400" dirty="0"/>
              </a:p>
              <a:p>
                <a:endParaRPr lang="en-US" sz="140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4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400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𝑑</m:t>
                          </m:r>
                        </m:sub>
                      </m:sSub>
                      <m:d>
                        <m:dPr>
                          <m:ctrlPr>
                            <a:rPr lang="en-US" sz="14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1400">
                              <a:latin typeface="Cambria Math" panose="02040503050406030204" pitchFamily="18" charset="0"/>
                            </a:rPr>
                            <m:t>p</m:t>
                          </m:r>
                          <m:r>
                            <a:rPr lang="en-US" sz="1400">
                              <a:latin typeface="Cambria Math" panose="02040503050406030204" pitchFamily="18" charset="0"/>
                            </a:rPr>
                            <m:t>, </m:t>
                          </m:r>
                          <m:sSub>
                            <m:sSubPr>
                              <m:ctrlPr>
                                <a:rPr lang="en-US" sz="14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1400">
                                  <a:latin typeface="Cambria Math" panose="02040503050406030204" pitchFamily="18" charset="0"/>
                                </a:rPr>
                                <m:t>ω</m:t>
                              </m:r>
                            </m:e>
                            <m:sub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𝑜</m:t>
                              </m:r>
                            </m:sub>
                          </m:sSub>
                        </m:e>
                      </m:d>
                      <m:r>
                        <a:rPr lang="pl-PL" sz="1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sz="14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1−</m:t>
                          </m:r>
                          <m:r>
                            <a:rPr lang="en-US" sz="14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</m:d>
                      <m:f>
                        <m:fPr>
                          <m:ctrlPr>
                            <a:rPr lang="en-US" sz="14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4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num>
                        <m:den>
                          <m:r>
                            <a:rPr lang="en-US" sz="14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</m:den>
                      </m:f>
                      <m:d>
                        <m:dPr>
                          <m:ctrlPr>
                            <a:rPr lang="en-US" sz="14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1−</m:t>
                          </m:r>
                          <m:sSub>
                            <m:sSubPr>
                              <m:ctrlPr>
                                <a:rPr lang="en-US" sz="14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𝐹</m:t>
                              </m:r>
                            </m:e>
                            <m:sub>
                              <m:r>
                                <a:rPr lang="en-US" sz="14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d>
                      <m:sSub>
                        <m:sSubPr>
                          <m:ctrlPr>
                            <a:rPr lang="en-US" sz="14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400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sSub>
                            <m:sSubPr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e>
                            <m:sub>
                              <m:r>
                                <a:rPr lang="pl-PL" sz="1400" i="1">
                                  <a:latin typeface="Cambria Math" panose="02040503050406030204" pitchFamily="18" charset="0"/>
                                </a:rPr>
                                <m:t>𝑔</m:t>
                              </m:r>
                            </m:sub>
                          </m:sSub>
                        </m:sub>
                      </m:sSub>
                    </m:oMath>
                    <m:oMath xmlns:m="http://schemas.openxmlformats.org/officeDocument/2006/math">
                      <m:sSub>
                        <m:sSubPr>
                          <m:ctrlPr>
                            <a:rPr lang="en-GB" sz="14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GB" sz="1400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pl-PL" sz="1400" i="1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d>
                        <m:dPr>
                          <m:ctrlPr>
                            <a:rPr lang="en-GB" sz="14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GB" sz="1400">
                              <a:latin typeface="Cambria Math" panose="02040503050406030204" pitchFamily="18" charset="0"/>
                            </a:rPr>
                            <m:t>p</m:t>
                          </m:r>
                          <m:r>
                            <a:rPr lang="en-GB" sz="1400">
                              <a:latin typeface="Cambria Math" panose="02040503050406030204" pitchFamily="18" charset="0"/>
                            </a:rPr>
                            <m:t>, </m:t>
                          </m:r>
                          <m:sSub>
                            <m:sSubPr>
                              <m:ctrlPr>
                                <a:rPr lang="en-GB" sz="14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GB" sz="1400">
                                  <a:latin typeface="Cambria Math" panose="02040503050406030204" pitchFamily="18" charset="0"/>
                                </a:rPr>
                                <m:t>ω</m:t>
                              </m:r>
                            </m:e>
                            <m:sub>
                              <m:r>
                                <a:rPr lang="en-GB" sz="1400" i="1">
                                  <a:latin typeface="Cambria Math" panose="02040503050406030204" pitchFamily="18" charset="0"/>
                                </a:rPr>
                                <m:t>𝑜</m:t>
                              </m:r>
                            </m:sub>
                          </m:sSub>
                        </m:e>
                      </m:d>
                      <m:r>
                        <a:rPr lang="pl-PL" sz="14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GB" sz="1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𝛼</m:t>
                              </m:r>
                            </m:e>
                            <m:sup>
                              <m:r>
                                <a:rPr lang="pl-PL" sz="1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pl-PL" sz="1400" i="1">
                              <a:latin typeface="Cambria Math" panose="02040503050406030204" pitchFamily="18" charset="0"/>
                            </a:rPr>
                            <m:t>4</m:t>
                          </m:r>
                          <m:r>
                            <a:rPr lang="el-GR" sz="1400" i="1">
                              <a:latin typeface="Cambria Math" panose="02040503050406030204" pitchFamily="18" charset="0"/>
                            </a:rPr>
                            <m:t>𝜋</m:t>
                          </m:r>
                          <m:d>
                            <m:dPr>
                              <m:ctrlPr>
                                <a:rPr lang="pl-PL" sz="1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d>
                                <m:dPr>
                                  <m:ctrlPr>
                                    <a:rPr lang="pl-PL" sz="1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GB" sz="14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GB" sz="1400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</m:e>
                                    <m:sub>
                                      <m:r>
                                        <a:rPr lang="en-GB" sz="1400" i="1">
                                          <a:latin typeface="Cambria Math" panose="02040503050406030204" pitchFamily="18" charset="0"/>
                                        </a:rPr>
                                        <m:t>𝑜</m:t>
                                      </m:r>
                                    </m:sub>
                                  </m:sSub>
                                  <m:r>
                                    <a:rPr lang="en-GB" sz="1400">
                                      <a:latin typeface="Cambria Math" panose="02040503050406030204" pitchFamily="18" charset="0"/>
                                    </a:rPr>
                                    <m:t>∙</m:t>
                                  </m:r>
                                  <m:r>
                                    <a:rPr lang="en-GB" sz="14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d>
                              <m:d>
                                <m:dPr>
                                  <m:ctrlPr>
                                    <a:rPr lang="en-GB" sz="1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GB" sz="1400" i="1">
                                      <a:latin typeface="Cambria Math" panose="02040503050406030204" pitchFamily="18" charset="0"/>
                                    </a:rPr>
                                    <m:t>1−</m:t>
                                  </m:r>
                                  <m:r>
                                    <a:rPr lang="en-GB" sz="14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</m:d>
                              <m:r>
                                <a:rPr lang="en-GB" sz="1400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GB" sz="14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</m:d>
                        </m:den>
                      </m:f>
                      <m:d>
                        <m:dPr>
                          <m:ctrlPr>
                            <a:rPr lang="en-GB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𝐹</m:t>
                              </m:r>
                            </m:e>
                            <m:sub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l-PL" sz="14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l-PL" sz="1400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b>
                                  <m:sSub>
                                    <m:sSubPr>
                                      <m:ctrlPr>
                                        <a:rPr lang="pl-PL" sz="1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l-PL" sz="1400" i="1">
                                          <a:latin typeface="Cambria Math" panose="02040503050406030204" pitchFamily="18" charset="0"/>
                                        </a:rPr>
                                        <m:t>𝑔</m:t>
                                      </m:r>
                                    </m:e>
                                    <m:sub>
                                      <m:r>
                                        <a:rPr lang="pl-PL" sz="1400" i="1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</m:sub>
                              </m:sSub>
                            </m:sub>
                          </m:sSub>
                          <m:r>
                            <a:rPr lang="pl-PL" sz="1400" i="1">
                              <a:latin typeface="Cambria Math" panose="02040503050406030204" pitchFamily="18" charset="0"/>
                            </a:rPr>
                            <m:t>+</m:t>
                          </m:r>
                          <m:d>
                            <m:dPr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sSub>
                                <m:sSubPr>
                                  <m:ctrlP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  <m:t>𝐹</m:t>
                                  </m:r>
                                </m:e>
                                <m:sub>
                                  <m: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</m:d>
                          <m:sSub>
                            <m:sSubPr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l-PL" sz="14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l-PL" sz="1400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b>
                                  <m:sSub>
                                    <m:sSubPr>
                                      <m:ctrlPr>
                                        <a:rPr lang="pl-PL" sz="1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l-PL" sz="1400" i="1">
                                          <a:latin typeface="Cambria Math" panose="02040503050406030204" pitchFamily="18" charset="0"/>
                                        </a:rPr>
                                        <m:t>𝑔</m:t>
                                      </m:r>
                                    </m:e>
                                    <m:sub>
                                      <m:r>
                                        <a:rPr lang="pl-PL" sz="1400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</m:sub>
                              </m:sSub>
                            </m:sub>
                          </m:sSub>
                        </m:e>
                      </m:d>
                    </m:oMath>
                  </m:oMathPara>
                </a14:m>
                <a:endParaRPr lang="en-US" sz="1400" i="1" dirty="0">
                  <a:solidFill>
                    <a:prstClr val="black"/>
                  </a:solidFill>
                  <a:latin typeface="Cambria Math" panose="02040503050406030204" pitchFamily="18" charset="0"/>
                </a:endParaRPr>
              </a:p>
              <a:p>
                <a:pPr/>
                <a:br>
                  <a:rPr lang="en-US" sz="1400" i="1" dirty="0">
                    <a:solidFill>
                      <a:prstClr val="black"/>
                    </a:solidFill>
                    <a:latin typeface="Cambria Math" panose="02040503050406030204" pitchFamily="18" charset="0"/>
                  </a:rPr>
                </a:b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4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400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𝑜</m:t>
                          </m:r>
                        </m:sub>
                      </m:sSub>
                      <m:d>
                        <m:dPr>
                          <m:ctrlPr>
                            <a:rPr lang="en-US" sz="14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1400">
                              <a:latin typeface="Cambria Math" panose="02040503050406030204" pitchFamily="18" charset="0"/>
                            </a:rPr>
                            <m:t>p</m:t>
                          </m:r>
                          <m:r>
                            <a:rPr lang="en-US" sz="1400">
                              <a:latin typeface="Cambria Math" panose="02040503050406030204" pitchFamily="18" charset="0"/>
                            </a:rPr>
                            <m:t>, </m:t>
                          </m:r>
                          <m:sSub>
                            <m:sSubPr>
                              <m:ctrlPr>
                                <a:rPr lang="en-US" sz="14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1400">
                                  <a:latin typeface="Cambria Math" panose="02040503050406030204" pitchFamily="18" charset="0"/>
                                </a:rPr>
                                <m:t>ω</m:t>
                              </m:r>
                            </m:e>
                            <m:sub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𝑜</m:t>
                              </m:r>
                            </m:sub>
                          </m:sSub>
                        </m:e>
                      </m:d>
                      <m:r>
                        <a:rPr lang="en-US" sz="140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𝑑</m:t>
                          </m:r>
                        </m:sub>
                      </m:sSub>
                      <m:d>
                        <m:d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1400">
                              <a:latin typeface="Cambria Math" panose="02040503050406030204" pitchFamily="18" charset="0"/>
                            </a:rPr>
                            <m:t>p</m:t>
                          </m:r>
                          <m:r>
                            <a:rPr lang="en-US" sz="1400">
                              <a:latin typeface="Cambria Math" panose="02040503050406030204" pitchFamily="18" charset="0"/>
                            </a:rPr>
                            <m:t>, </m:t>
                          </m:r>
                          <m:sSub>
                            <m:sSubPr>
                              <m:ctrlPr>
                                <a:rPr lang="en-US" sz="14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1400">
                                  <a:latin typeface="Cambria Math" panose="02040503050406030204" pitchFamily="18" charset="0"/>
                                </a:rPr>
                                <m:t>ω</m:t>
                              </m:r>
                            </m:e>
                            <m:sub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𝑜</m:t>
                              </m:r>
                            </m:sub>
                          </m:sSub>
                        </m:e>
                      </m:d>
                      <m:r>
                        <a:rPr lang="en-US" sz="14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d>
                        <m:d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1400">
                              <a:latin typeface="Cambria Math" panose="02040503050406030204" pitchFamily="18" charset="0"/>
                            </a:rPr>
                            <m:t>p</m:t>
                          </m:r>
                          <m:r>
                            <a:rPr lang="en-US" sz="1400">
                              <a:latin typeface="Cambria Math" panose="02040503050406030204" pitchFamily="18" charset="0"/>
                            </a:rPr>
                            <m:t>, </m:t>
                          </m:r>
                          <m:sSub>
                            <m:sSubPr>
                              <m:ctrlPr>
                                <a:rPr lang="en-US" sz="14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1400">
                                  <a:latin typeface="Cambria Math" panose="02040503050406030204" pitchFamily="18" charset="0"/>
                                </a:rPr>
                                <m:t>ω</m:t>
                              </m:r>
                            </m:e>
                            <m:sub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𝑜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14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7D736D20-9BBD-2FC3-EC4F-2D7A4AE87D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98514" y="487702"/>
                <a:ext cx="4945142" cy="474501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extBox 7">
            <a:extLst>
              <a:ext uri="{FF2B5EF4-FFF2-40B4-BE49-F238E27FC236}">
                <a16:creationId xmlns:a16="http://schemas.microsoft.com/office/drawing/2014/main" id="{38C10A9E-81E2-D669-4827-7D0151479684}"/>
              </a:ext>
            </a:extLst>
          </p:cNvPr>
          <p:cNvSpPr txBox="1"/>
          <p:nvPr/>
        </p:nvSpPr>
        <p:spPr>
          <a:xfrm>
            <a:off x="263564" y="5510522"/>
            <a:ext cx="11490412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just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The second stage does not have to iterate over illumination sources, so it will be used to refine results by integrating them with materials at full resolution. </a:t>
            </a:r>
            <a:r>
              <a:rPr kumimoji="0" lang="pl-PL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We 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still</a:t>
            </a:r>
            <a:r>
              <a:rPr kumimoji="0" lang="pl-PL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 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111111"/>
                </a:solidFill>
                <a:effectLst/>
                <a:uLnTx/>
                <a:uFillTx/>
                <a:ea typeface="+mn-ea"/>
                <a:cs typeface="+mn-cs"/>
              </a:rPr>
              <a:t>consider </a:t>
            </a:r>
            <a:r>
              <a:rPr kumimoji="0" lang="pl-PL" sz="1400" b="0" i="0" u="none" strike="noStrike" kern="1200" cap="none" spc="0" normalizeH="0" baseline="0" noProof="0" dirty="0">
                <a:ln>
                  <a:noFill/>
                </a:ln>
                <a:solidFill>
                  <a:srgbClr val="111111"/>
                </a:solidFill>
                <a:effectLst/>
                <a:uLnTx/>
                <a:uFillTx/>
                <a:ea typeface="+mn-ea"/>
                <a:cs typeface="+mn-cs"/>
              </a:rPr>
              <a:t>geometry 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111111"/>
                </a:solidFill>
                <a:effectLst/>
                <a:uLnTx/>
                <a:uFillTx/>
                <a:ea typeface="+mn-ea"/>
                <a:cs typeface="+mn-cs"/>
              </a:rPr>
              <a:t>during the refining second stage, providing us with differentiation of pixels shaded together in the first pass.</a:t>
            </a:r>
            <a:r>
              <a:rPr kumimoji="0" lang="pl-PL" sz="1400" b="0" i="0" u="none" strike="noStrike" kern="1200" cap="none" spc="0" normalizeH="0" baseline="0" noProof="0" dirty="0">
                <a:ln>
                  <a:noFill/>
                </a:ln>
                <a:solidFill>
                  <a:srgbClr val="111111"/>
                </a:solidFill>
                <a:effectLst/>
                <a:uLnTx/>
                <a:uFillTx/>
                <a:ea typeface="+mn-ea"/>
                <a:cs typeface="+mn-cs"/>
              </a:rPr>
              <a:t> 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This fully covers artifacts of the reduced shading rate from the first stage, making them completely imperceptible. 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srgbClr val="111111"/>
              </a:solidFill>
              <a:effectLst/>
              <a:uLnTx/>
              <a:uFillTx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4527965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FDE06D69-D766-CE98-EAE1-6A2BB9B1129F}"/>
                  </a:ext>
                </a:extLst>
              </p:cNvPr>
              <p:cNvSpPr txBox="1"/>
              <p:nvPr/>
            </p:nvSpPr>
            <p:spPr>
              <a:xfrm>
                <a:off x="329716" y="971036"/>
                <a:ext cx="6464699" cy="547842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marR="0" lvl="0" indent="0" algn="just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sz="1400" dirty="0">
                    <a:solidFill>
                      <a:prstClr val="black"/>
                    </a:solidFill>
                    <a:latin typeface="Calibri" panose="020F0502020204030204"/>
                  </a:rPr>
                  <a:t>B</a:t>
                </a:r>
                <a:r>
                  <a:rPr kumimoji="0" lang="en-US" sz="1400" b="0" i="0" u="none" strike="noStrike" kern="1200" cap="none" spc="0" normalizeH="0" baseline="0" noProof="0" dirty="0" err="1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ottleneck</a:t>
                </a:r>
                <a:r>
                  <a:rPr kumimoji="0" lang="en-US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of memory throughput:</a:t>
                </a:r>
              </a:p>
              <a:p>
                <a:pPr marL="228600" lvl="0" indent="-228600" algn="just">
                  <a:buFontTx/>
                  <a:buAutoNum type="alphaUcPeriod"/>
                  <a:defRPr/>
                </a:pPr>
                <a:r>
                  <a:rPr kumimoji="0" lang="en-US" sz="1400" b="0" i="0" u="none" strike="noStrike" kern="1200" cap="none" spc="0" normalizeH="0" baseline="0" noProof="0" dirty="0" err="1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Precalculating</a:t>
                </a:r>
                <a:r>
                  <a:rPr kumimoji="0" lang="en-US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1400" i="1" smtClean="0">
                            <a:solidFill>
                              <a:srgbClr val="836967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400" i="1" smtClean="0">
                                <a:solidFill>
                                  <a:srgbClr val="836967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1400" smtClean="0">
                                <a:latin typeface="Cambria Math" panose="02040503050406030204" pitchFamily="18" charset="0"/>
                              </a:rPr>
                              <m:t>ω</m:t>
                            </m:r>
                          </m:e>
                          <m:sub>
                            <m:r>
                              <a:rPr lang="en-US" sz="1400" i="1" smtClean="0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  <m:r>
                          <a:rPr lang="en-US" sz="1400" smtClean="0">
                            <a:latin typeface="Cambria Math" panose="02040503050406030204" pitchFamily="18" charset="0"/>
                          </a:rPr>
                          <m:t>∙</m:t>
                        </m:r>
                        <m:r>
                          <a:rPr lang="en-US" sz="140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</m:oMath>
                </a14:m>
                <a:r>
                  <a:rPr kumimoji="0" lang="en-US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in geometry pass – no need</a:t>
                </a:r>
                <a:r>
                  <a:rPr kumimoji="0" lang="en-US" sz="1400" b="0" i="0" u="none" strike="noStrike" kern="1200" cap="none" spc="0" normalizeH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for fetching normal and depth in the second stage</a:t>
                </a:r>
              </a:p>
              <a:p>
                <a:pPr marL="228600" lvl="0" indent="-228600" algn="just">
                  <a:buFontTx/>
                  <a:buAutoNum type="alphaUcPeriod"/>
                  <a:defRPr/>
                </a:pPr>
                <a:r>
                  <a:rPr lang="en-US" sz="1400" dirty="0">
                    <a:solidFill>
                      <a:prstClr val="black"/>
                    </a:solidFill>
                    <a:latin typeface="Calibri" panose="020F0502020204030204"/>
                  </a:rPr>
                  <a:t>Smart packing of G-Buffer to separate values used only in the second stage from those used in both stages</a:t>
                </a:r>
              </a:p>
              <a:p>
                <a:pPr marL="228600" lvl="0" indent="-228600" algn="just">
                  <a:buFontTx/>
                  <a:buAutoNum type="alphaUcPeriod"/>
                  <a:defRPr/>
                </a:pPr>
                <a:endParaRPr lang="en-US" sz="1400" dirty="0">
                  <a:solidFill>
                    <a:prstClr val="black"/>
                  </a:solidFill>
                  <a:latin typeface="Calibri" panose="020F0502020204030204"/>
                </a:endParaRPr>
              </a:p>
              <a:p>
                <a:pPr lvl="0" algn="just">
                  <a:defRPr/>
                </a:pPr>
                <a:r>
                  <a:rPr kumimoji="0" lang="en-US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Light bleeding over geometry edges, aliased shadow edges and aliasing in strongly illuminated pixels due to greater aliasing in I-Buffer than in G-Buffer:</a:t>
                </a:r>
              </a:p>
              <a:p>
                <a:pPr marL="228600" indent="-228600" algn="just">
                  <a:buFont typeface="+mj-lt"/>
                  <a:buAutoNum type="alphaUcPeriod"/>
                  <a:defRPr/>
                </a:pPr>
                <a:r>
                  <a:rPr kumimoji="0" lang="en-US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VRCS with dedicated shading rate attachments per illumination source </a:t>
                </a:r>
                <a:r>
                  <a:rPr lang="en-US" sz="1400" dirty="0">
                    <a:solidFill>
                      <a:prstClr val="black"/>
                    </a:solidFill>
                    <a:latin typeface="Calibri" panose="020F0502020204030204"/>
                  </a:rPr>
                  <a:t>(direct, shadows, reflections, indirect diffuse, etc.) and shading into an intermediary render target (to have a base for producing attachment texture)</a:t>
                </a:r>
              </a:p>
              <a:p>
                <a:pPr marL="228600" indent="-228600" algn="just">
                  <a:buFont typeface="+mj-lt"/>
                  <a:buAutoNum type="alphaUcPeriod"/>
                  <a:defRPr/>
                </a:pPr>
                <a:r>
                  <a:rPr lang="en-US" sz="1400" dirty="0">
                    <a:solidFill>
                      <a:prstClr val="black"/>
                    </a:solidFill>
                    <a:latin typeface="Calibri" panose="020F0502020204030204"/>
                  </a:rPr>
                  <a:t>Separate, specialized upscaling for diffuse and specular</a:t>
                </a:r>
              </a:p>
              <a:p>
                <a:pPr marL="228600" indent="-228600" algn="just">
                  <a:buFont typeface="+mj-lt"/>
                  <a:buAutoNum type="alphaUcPeriod"/>
                  <a:defRPr/>
                </a:pPr>
                <a:r>
                  <a:rPr lang="en-US" sz="1400" dirty="0">
                    <a:solidFill>
                      <a:prstClr val="black"/>
                    </a:solidFill>
                    <a:latin typeface="Calibri" panose="020F0502020204030204"/>
                  </a:rPr>
                  <a:t>Using G-Buffer as additional information for upscaling (edge preservation)</a:t>
                </a:r>
              </a:p>
              <a:p>
                <a:pPr marL="228600" indent="-228600" algn="just">
                  <a:buFont typeface="+mj-lt"/>
                  <a:buAutoNum type="alphaUcPeriod"/>
                  <a:defRPr/>
                </a:pPr>
                <a:r>
                  <a:rPr lang="en-US" sz="1400" dirty="0">
                    <a:solidFill>
                      <a:prstClr val="black"/>
                    </a:solidFill>
                    <a:latin typeface="Calibri" panose="020F0502020204030204"/>
                  </a:rPr>
                  <a:t>Temporal upscaling</a:t>
                </a:r>
              </a:p>
              <a:p>
                <a:pPr marL="228600" lvl="0" indent="-228600" algn="just">
                  <a:buFont typeface="+mj-lt"/>
                  <a:buAutoNum type="alphaUcPeriod"/>
                  <a:defRPr/>
                </a:pPr>
                <a:endParaRPr kumimoji="0" 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  <a:p>
                <a:pPr lvl="0" algn="just">
                  <a:defRPr/>
                </a:pPr>
                <a:r>
                  <a:rPr kumimoji="0" lang="en-US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Separate diffuse and specular aspects of illumination </a:t>
                </a:r>
                <a:r>
                  <a:rPr lang="en-US" sz="1400" dirty="0">
                    <a:solidFill>
                      <a:prstClr val="black"/>
                    </a:solidFill>
                    <a:latin typeface="Calibri" panose="020F0502020204030204"/>
                  </a:rPr>
                  <a:t>when used with temporal techniques separately  improve quality (e.g. different types of reprojection: hit point and motion vector - </a:t>
                </a:r>
                <a:r>
                  <a:rPr lang="en-US" sz="1400" dirty="0">
                    <a:solidFill>
                      <a:prstClr val="black"/>
                    </a:solidFill>
                    <a:latin typeface="Calibri" panose="020F0502020204030204"/>
                    <a:hlinkClick r:id="rId2"/>
                  </a:rPr>
                  <a:t>Tomasz Stachowiak: Stochastic all the things: Raytracing in hybrid real-time rendering</a:t>
                </a:r>
                <a:r>
                  <a:rPr lang="en-US" sz="1400" dirty="0">
                    <a:solidFill>
                      <a:prstClr val="black"/>
                    </a:solidFill>
                    <a:latin typeface="Calibri" panose="020F0502020204030204"/>
                  </a:rPr>
                  <a:t>)</a:t>
                </a:r>
              </a:p>
              <a:p>
                <a:pPr marL="342900" lvl="0" indent="-342900" algn="just">
                  <a:buAutoNum type="alphaUcPeriod"/>
                  <a:defRPr/>
                </a:pPr>
                <a:endParaRPr lang="en-US" sz="1400" dirty="0">
                  <a:solidFill>
                    <a:prstClr val="black"/>
                  </a:solidFill>
                  <a:latin typeface="Calibri" panose="020F0502020204030204"/>
                </a:endParaRPr>
              </a:p>
              <a:p>
                <a:pPr lvl="0" algn="just">
                  <a:defRPr/>
                </a:pPr>
                <a:r>
                  <a:rPr lang="en-US" sz="1400" dirty="0">
                    <a:solidFill>
                      <a:prstClr val="black"/>
                    </a:solidFill>
                    <a:latin typeface="Calibri" panose="020F0502020204030204"/>
                  </a:rPr>
                  <a:t>Final frame still needs antialiasing</a:t>
                </a:r>
              </a:p>
              <a:p>
                <a:pPr lvl="0" algn="just">
                  <a:defRPr/>
                </a:pPr>
                <a:endParaRPr lang="en-US" sz="1400" dirty="0">
                  <a:solidFill>
                    <a:prstClr val="black"/>
                  </a:solidFill>
                  <a:latin typeface="Calibri" panose="020F0502020204030204"/>
                </a:endParaRPr>
              </a:p>
              <a:p>
                <a:pPr lvl="0" algn="just">
                  <a:defRPr/>
                </a:pPr>
                <a:r>
                  <a:rPr lang="en-US" sz="1400" dirty="0">
                    <a:solidFill>
                      <a:prstClr val="black"/>
                    </a:solidFill>
                    <a:latin typeface="Calibri" panose="020F0502020204030204"/>
                  </a:rPr>
                  <a:t>Other shading models may not be compatible with this technique!</a:t>
                </a:r>
              </a:p>
              <a:p>
                <a:pPr lvl="0" algn="just">
                  <a:defRPr/>
                </a:pPr>
                <a:endParaRPr lang="en-US" sz="1400" dirty="0">
                  <a:solidFill>
                    <a:prstClr val="black"/>
                  </a:solidFill>
                  <a:latin typeface="Calibri" panose="020F0502020204030204"/>
                </a:endParaRPr>
              </a:p>
              <a:p>
                <a:pPr lvl="0" algn="just">
                  <a:defRPr/>
                </a:pPr>
                <a:r>
                  <a:rPr lang="en-US" sz="1400" dirty="0">
                    <a:solidFill>
                      <a:prstClr val="black"/>
                    </a:solidFill>
                    <a:latin typeface="Calibri" panose="020F0502020204030204"/>
                  </a:rPr>
                  <a:t>Complete incompatibility with translucency.</a:t>
                </a: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FDE06D69-D766-CE98-EAE1-6A2BB9B112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9716" y="971036"/>
                <a:ext cx="6464699" cy="5478423"/>
              </a:xfrm>
              <a:prstGeom prst="rect">
                <a:avLst/>
              </a:prstGeom>
              <a:blipFill>
                <a:blip r:embed="rId3"/>
                <a:stretch>
                  <a:fillRect l="-283" t="-111" r="-189" b="-2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extBox 7">
            <a:extLst>
              <a:ext uri="{FF2B5EF4-FFF2-40B4-BE49-F238E27FC236}">
                <a16:creationId xmlns:a16="http://schemas.microsoft.com/office/drawing/2014/main" id="{8134750D-DF5D-F08F-03FB-6A28FAF1BFA2}"/>
              </a:ext>
            </a:extLst>
          </p:cNvPr>
          <p:cNvSpPr txBox="1"/>
          <p:nvPr/>
        </p:nvSpPr>
        <p:spPr>
          <a:xfrm>
            <a:off x="329716" y="293534"/>
            <a:ext cx="39914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Redeffered</a:t>
            </a:r>
            <a:r>
              <a:rPr lang="en-US" dirty="0"/>
              <a:t> rendering - considerations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89786625-9E20-7967-8C62-571578CEFC79}"/>
                  </a:ext>
                </a:extLst>
              </p:cNvPr>
              <p:cNvSpPr txBox="1"/>
              <p:nvPr/>
            </p:nvSpPr>
            <p:spPr>
              <a:xfrm>
                <a:off x="7072974" y="1232157"/>
                <a:ext cx="4928589" cy="474501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GB" sz="1400" i="1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pl-PL" sz="14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l-PL" sz="1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pl-PL" sz="1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pl-PL" sz="1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l-PL" sz="1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𝛼</m:t>
                                  </m:r>
                                  <m:r>
                                    <a:rPr lang="pl-PL" sz="1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+1</m:t>
                                  </m:r>
                                </m:e>
                              </m:d>
                            </m:e>
                            <m:sup>
                              <m:r>
                                <a:rPr lang="pl-PL" sz="1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pl-PL" sz="1400" i="1">
                              <a:latin typeface="Cambria Math" panose="02040503050406030204" pitchFamily="18" charset="0"/>
                            </a:rPr>
                            <m:t>8</m:t>
                          </m:r>
                        </m:den>
                      </m:f>
                      <m:r>
                        <m:rPr>
                          <m:nor/>
                        </m:rPr>
                        <a:rPr lang="pl-PL" sz="1400" dirty="0"/>
                        <m:t>or</m:t>
                      </m:r>
                      <m:r>
                        <m:rPr>
                          <m:nor/>
                        </m:rPr>
                        <a:rPr lang="pl-PL" sz="1400" dirty="0"/>
                        <m:t> </m:t>
                      </m:r>
                      <m:r>
                        <a:rPr lang="en-GB" sz="1400" i="1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pl-PL" sz="14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l-PL" sz="1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pl-PL" sz="1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l-PL" sz="1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𝛼</m:t>
                              </m:r>
                            </m:e>
                            <m:sup>
                              <m:r>
                                <a:rPr lang="pl-PL" sz="1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pl-PL" sz="1400" i="1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</m:oMath>
                  </m:oMathPara>
                </a14:m>
                <a:endParaRPr lang="pl-PL" sz="1400" i="1" dirty="0">
                  <a:solidFill>
                    <a:srgbClr val="836967"/>
                  </a:solidFill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l-PL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l-PL" sz="14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pl-PL" sz="14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pl-PL" sz="1400" i="1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l-GR" sz="14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l-GR" sz="1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l-GR" sz="14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l-GR" sz="1400" i="1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  <m:t>⋅</m:t>
                                  </m:r>
                                  <m:sSub>
                                    <m:sSubPr>
                                      <m:ctrlPr>
                                        <a:rPr lang="en-US" sz="1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400" i="1">
                                          <a:latin typeface="Cambria Math" panose="02040503050406030204" pitchFamily="18" charset="0"/>
                                        </a:rPr>
                                        <m:t>h</m:t>
                                      </m:r>
                                    </m:e>
                                    <m:sub>
                                      <m:r>
                                        <a:rPr lang="en-US" sz="14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  <m:sup>
                                  <m:r>
                                    <a:rPr lang="pl-PL" sz="14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p>
                                <m:sSupPr>
                                  <m:ctrlP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1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𝛼</m:t>
                                  </m:r>
                                </m:e>
                                <m:sup>
                                  <m:r>
                                    <a:rPr lang="pl-PL" sz="14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el-GR" sz="1400" i="1">
                                  <a:latin typeface="Cambria Math" panose="02040503050406030204" pitchFamily="18" charset="0"/>
                                </a:rPr>
                                <m:t>−1)+1</m:t>
                              </m:r>
                            </m:e>
                          </m:d>
                        </m:e>
                        <m:sup>
                          <m:r>
                            <a:rPr lang="pl-PL" sz="14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d>
                        <m:dPr>
                          <m:ctrlPr>
                            <a:rPr lang="pl-PL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ctrlPr>
                                <a:rPr lang="en-GB" sz="1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GB" sz="14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GB" sz="1400">
                                      <a:latin typeface="Cambria Math" panose="02040503050406030204" pitchFamily="18" charset="0"/>
                                    </a:rPr>
                                    <m:t>ω</m:t>
                                  </m:r>
                                </m:e>
                                <m:sub>
                                  <m:r>
                                    <a:rPr lang="pl-PL" sz="14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GB" sz="1400" i="1">
                                  <a:latin typeface="Cambria Math" panose="02040503050406030204" pitchFamily="18" charset="0"/>
                                </a:rPr>
                                <m:t>⋅</m:t>
                              </m:r>
                              <m:r>
                                <a:rPr lang="en-GB" sz="14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</m:d>
                          <m:r>
                            <a:rPr lang="en-GB" sz="1400" i="1">
                              <a:latin typeface="Cambria Math" panose="02040503050406030204" pitchFamily="18" charset="0"/>
                            </a:rPr>
                            <m:t>(1−</m:t>
                          </m:r>
                          <m:r>
                            <a:rPr lang="en-GB" sz="1400" i="1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GB" sz="1400" i="1">
                              <a:latin typeface="Cambria Math" panose="02040503050406030204" pitchFamily="18" charset="0"/>
                            </a:rPr>
                            <m:t>)+</m:t>
                          </m:r>
                          <m:r>
                            <a:rPr lang="en-GB" sz="1400" i="1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</m:oMath>
                  </m:oMathPara>
                </a14:m>
                <a:endParaRPr lang="pl-PL" sz="1400" i="1" dirty="0">
                  <a:solidFill>
                    <a:srgbClr val="836967"/>
                  </a:solidFill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140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140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14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sz="140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400" i="1" smtClean="0"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d>
                                <m:dPr>
                                  <m:ctrlPr>
                                    <a:rPr lang="en-US" sz="14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1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400" i="1">
                                          <a:latin typeface="Cambria Math" panose="02040503050406030204" pitchFamily="18" charset="0"/>
                                        </a:rPr>
                                        <m:t>h</m:t>
                                      </m:r>
                                    </m:e>
                                    <m:sub>
                                      <m:r>
                                        <a:rPr lang="en-US" sz="14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US" sz="14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∙</m:t>
                                  </m:r>
                                  <m:sSub>
                                    <m:sSubPr>
                                      <m:ctrlPr>
                                        <a:rPr lang="en-GB" sz="14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GB" sz="1400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</m:e>
                                    <m:sub>
                                      <m:r>
                                        <a:rPr lang="en-GB" sz="1400" i="1">
                                          <a:latin typeface="Cambria Math" panose="02040503050406030204" pitchFamily="18" charset="0"/>
                                        </a:rPr>
                                        <m:t>𝑜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</m:e>
                        <m:sup>
                          <m:r>
                            <a:rPr lang="en-US" sz="140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p>
                      </m:sSup>
                    </m:oMath>
                  </m:oMathPara>
                </a14:m>
                <a:endParaRPr lang="pl-PL" sz="1400" i="1" dirty="0">
                  <a:solidFill>
                    <a:srgbClr val="836967"/>
                  </a:solidFill>
                  <a:latin typeface="Cambria Math" panose="02040503050406030204" pitchFamily="18" charset="0"/>
                </a:endParaRPr>
              </a:p>
              <a:p>
                <a:endParaRPr lang="pl-PL" sz="1400" i="1" dirty="0">
                  <a:solidFill>
                    <a:srgbClr val="836967"/>
                  </a:solidFill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4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400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sSub>
                            <m:sSubPr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e>
                            <m:sub>
                              <m:r>
                                <a:rPr lang="pl-PL" sz="1400" i="1">
                                  <a:latin typeface="Cambria Math" panose="02040503050406030204" pitchFamily="18" charset="0"/>
                                </a:rPr>
                                <m:t>𝑔</m:t>
                              </m:r>
                            </m:sub>
                          </m:sSub>
                        </m:sub>
                      </m:sSub>
                      <m:r>
                        <a:rPr lang="en-US" sz="14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limLoc m:val="undOvr"/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  <m:brk m:alnAt="24"/>
                            </m:rPr>
                            <a:rPr lang="el-GR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Ω</m:t>
                          </m:r>
                        </m:sub>
                        <m:sup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 </m:t>
                          </m:r>
                        </m:sup>
                        <m:e>
                          <m:d>
                            <m:dPr>
                              <m:ctrlPr>
                                <a:rPr lang="en-US" sz="14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l-PL" sz="14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sSub>
                                <m:sSubPr>
                                  <m:ctrlPr>
                                    <a:rPr lang="en-US" sz="14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𝑃</m:t>
                                  </m:r>
                                </m:e>
                                <m:sub>
                                  <m:r>
                                    <a:rPr lang="en-US" sz="14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  <m:sSub>
                            <m:sSubPr>
                              <m:ctrlPr>
                                <a:rPr lang="en-US" sz="14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b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sz="1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∙</m:t>
                              </m:r>
                              <m:sSub>
                                <m:sSubPr>
                                  <m:ctrlPr>
                                    <a:rPr lang="en-US" sz="14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  <m:t>𝜔</m:t>
                                  </m:r>
                                </m:e>
                                <m:sub>
                                  <m: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en-US" sz="14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</m:oMath>
                    <m:oMath xmlns:m="http://schemas.openxmlformats.org/officeDocument/2006/math">
                      <m:sSub>
                        <m:sSub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l-PL" sz="1400" i="1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sSub>
                            <m:sSubPr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l-PL" sz="14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pl-PL" sz="1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l-PL" sz="1400" i="1">
                                      <a:latin typeface="Cambria Math" panose="02040503050406030204" pitchFamily="18" charset="0"/>
                                    </a:rPr>
                                    <m:t>𝑔</m:t>
                                  </m:r>
                                </m:e>
                                <m:sub>
                                  <m:r>
                                    <a:rPr lang="pl-PL" sz="14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sub>
                          </m:sSub>
                        </m:sub>
                      </m:sSub>
                      <m:r>
                        <a:rPr lang="pl-PL" sz="14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limLoc m:val="undOvr"/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  <m:brk m:alnAt="24"/>
                            </m:rPr>
                            <a:rPr lang="el-GR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Ω</m:t>
                          </m:r>
                        </m:sub>
                        <m:sup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 </m:t>
                          </m:r>
                        </m:sup>
                        <m:e>
                          <m:f>
                            <m:fPr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GB" sz="14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14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e>
                                <m:sub>
                                  <m:r>
                                    <a:rPr lang="en-GB" sz="14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GB" sz="1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GB" sz="14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GB" sz="1400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</m:e>
                                    <m:sub>
                                      <m:r>
                                        <a:rPr lang="pl-PL" sz="14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GB" sz="1400" i="1">
                                      <a:latin typeface="Cambria Math" panose="02040503050406030204" pitchFamily="18" charset="0"/>
                                    </a:rPr>
                                    <m:t>⋅</m:t>
                                  </m:r>
                                  <m:r>
                                    <a:rPr lang="en-GB" sz="14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d>
                            </m:num>
                            <m:den>
                              <m:sSub>
                                <m:sSubPr>
                                  <m:ctrlPr>
                                    <a:rPr lang="pl-PL" sz="1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l-PL" sz="1400" i="1"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pl-PL" sz="14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den>
                          </m:f>
                          <m:r>
                            <a:rPr lang="pl-PL" sz="14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en-US" sz="14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pl-PL" sz="140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l-PL" sz="1400" i="1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sSub>
                            <m:sSubPr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l-PL" sz="14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pl-PL" sz="1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l-PL" sz="1400" i="1">
                                      <a:latin typeface="Cambria Math" panose="02040503050406030204" pitchFamily="18" charset="0"/>
                                    </a:rPr>
                                    <m:t>𝑔</m:t>
                                  </m:r>
                                </m:e>
                                <m:sub>
                                  <m:r>
                                    <a:rPr lang="pl-PL" sz="14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sub>
                          </m:sSub>
                        </m:sub>
                      </m:sSub>
                      <m:r>
                        <a:rPr lang="pl-PL" sz="14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limLoc m:val="undOvr"/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  <m:brk m:alnAt="24"/>
                            </m:rPr>
                            <a:rPr lang="el-GR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Ω</m:t>
                          </m:r>
                        </m:sub>
                        <m:sup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 </m:t>
                          </m:r>
                        </m:sup>
                        <m:e>
                          <m:f>
                            <m:fPr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  <m:t>𝑃</m:t>
                                  </m:r>
                                </m:e>
                                <m:sub>
                                  <m: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GB" sz="14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14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e>
                                <m:sub>
                                  <m:r>
                                    <a:rPr lang="en-GB" sz="14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GB" sz="1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GB" sz="14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GB" sz="1400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</m:e>
                                    <m:sub>
                                      <m:r>
                                        <a:rPr lang="pl-PL" sz="14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GB" sz="1400" i="1">
                                      <a:latin typeface="Cambria Math" panose="02040503050406030204" pitchFamily="18" charset="0"/>
                                    </a:rPr>
                                    <m:t>⋅</m:t>
                                  </m:r>
                                  <m:r>
                                    <a:rPr lang="en-GB" sz="14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d>
                            </m:num>
                            <m:den>
                              <m:sSub>
                                <m:sSubPr>
                                  <m:ctrlPr>
                                    <a:rPr lang="pl-PL" sz="1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l-PL" sz="1400" i="1"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pl-PL" sz="14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den>
                          </m:f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en-US" sz="14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pl-PL" sz="1400" i="1" dirty="0">
                  <a:latin typeface="Cambria Math" panose="02040503050406030204" pitchFamily="18" charset="0"/>
                </a:endParaRPr>
              </a:p>
              <a:p>
                <a:endParaRPr lang="pl-PL" sz="1400" dirty="0"/>
              </a:p>
              <a:p>
                <a:endParaRPr lang="en-US" sz="140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4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400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𝑑</m:t>
                          </m:r>
                        </m:sub>
                      </m:sSub>
                      <m:d>
                        <m:dPr>
                          <m:ctrlPr>
                            <a:rPr lang="en-US" sz="14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1400">
                              <a:latin typeface="Cambria Math" panose="02040503050406030204" pitchFamily="18" charset="0"/>
                            </a:rPr>
                            <m:t>p</m:t>
                          </m:r>
                          <m:r>
                            <a:rPr lang="en-US" sz="1400">
                              <a:latin typeface="Cambria Math" panose="02040503050406030204" pitchFamily="18" charset="0"/>
                            </a:rPr>
                            <m:t>, </m:t>
                          </m:r>
                          <m:sSub>
                            <m:sSubPr>
                              <m:ctrlPr>
                                <a:rPr lang="en-US" sz="14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1400">
                                  <a:latin typeface="Cambria Math" panose="02040503050406030204" pitchFamily="18" charset="0"/>
                                </a:rPr>
                                <m:t>ω</m:t>
                              </m:r>
                            </m:e>
                            <m:sub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𝑜</m:t>
                              </m:r>
                            </m:sub>
                          </m:sSub>
                        </m:e>
                      </m:d>
                      <m:r>
                        <a:rPr lang="pl-PL" sz="1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sz="14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1−</m:t>
                          </m:r>
                          <m:r>
                            <a:rPr lang="en-US" sz="14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</m:d>
                      <m:f>
                        <m:fPr>
                          <m:ctrlPr>
                            <a:rPr lang="en-US" sz="14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4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num>
                        <m:den>
                          <m:r>
                            <a:rPr lang="en-US" sz="14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</m:den>
                      </m:f>
                      <m:d>
                        <m:dPr>
                          <m:ctrlPr>
                            <a:rPr lang="en-US" sz="14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1−</m:t>
                          </m:r>
                          <m:sSub>
                            <m:sSubPr>
                              <m:ctrlPr>
                                <a:rPr lang="en-US" sz="14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𝐹</m:t>
                              </m:r>
                            </m:e>
                            <m:sub>
                              <m:r>
                                <a:rPr lang="en-US" sz="14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d>
                      <m:sSub>
                        <m:sSubPr>
                          <m:ctrlPr>
                            <a:rPr lang="en-US" sz="14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400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sSub>
                            <m:sSubPr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e>
                            <m:sub>
                              <m:r>
                                <a:rPr lang="pl-PL" sz="1400" i="1">
                                  <a:latin typeface="Cambria Math" panose="02040503050406030204" pitchFamily="18" charset="0"/>
                                </a:rPr>
                                <m:t>𝑔</m:t>
                              </m:r>
                            </m:sub>
                          </m:sSub>
                        </m:sub>
                      </m:sSub>
                    </m:oMath>
                    <m:oMath xmlns:m="http://schemas.openxmlformats.org/officeDocument/2006/math">
                      <m:sSub>
                        <m:sSubPr>
                          <m:ctrlPr>
                            <a:rPr lang="en-GB" sz="14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GB" sz="1400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pl-PL" sz="1400" i="1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d>
                        <m:dPr>
                          <m:ctrlPr>
                            <a:rPr lang="en-GB" sz="14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GB" sz="1400">
                              <a:latin typeface="Cambria Math" panose="02040503050406030204" pitchFamily="18" charset="0"/>
                            </a:rPr>
                            <m:t>p</m:t>
                          </m:r>
                          <m:r>
                            <a:rPr lang="en-GB" sz="1400">
                              <a:latin typeface="Cambria Math" panose="02040503050406030204" pitchFamily="18" charset="0"/>
                            </a:rPr>
                            <m:t>, </m:t>
                          </m:r>
                          <m:sSub>
                            <m:sSubPr>
                              <m:ctrlPr>
                                <a:rPr lang="en-GB" sz="14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GB" sz="1400">
                                  <a:latin typeface="Cambria Math" panose="02040503050406030204" pitchFamily="18" charset="0"/>
                                </a:rPr>
                                <m:t>ω</m:t>
                              </m:r>
                            </m:e>
                            <m:sub>
                              <m:r>
                                <a:rPr lang="en-GB" sz="1400" i="1">
                                  <a:latin typeface="Cambria Math" panose="02040503050406030204" pitchFamily="18" charset="0"/>
                                </a:rPr>
                                <m:t>𝑜</m:t>
                              </m:r>
                            </m:sub>
                          </m:sSub>
                        </m:e>
                      </m:d>
                      <m:r>
                        <a:rPr lang="pl-PL" sz="14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GB" sz="1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𝛼</m:t>
                              </m:r>
                            </m:e>
                            <m:sup>
                              <m:r>
                                <a:rPr lang="pl-PL" sz="1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pl-PL" sz="1400" i="1">
                              <a:latin typeface="Cambria Math" panose="02040503050406030204" pitchFamily="18" charset="0"/>
                            </a:rPr>
                            <m:t>4</m:t>
                          </m:r>
                          <m:r>
                            <a:rPr lang="el-GR" sz="1400" i="1">
                              <a:latin typeface="Cambria Math" panose="02040503050406030204" pitchFamily="18" charset="0"/>
                            </a:rPr>
                            <m:t>𝜋</m:t>
                          </m:r>
                          <m:d>
                            <m:dPr>
                              <m:ctrlPr>
                                <a:rPr lang="pl-PL" sz="1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d>
                                <m:dPr>
                                  <m:ctrlPr>
                                    <a:rPr lang="pl-PL" sz="1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GB" sz="14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GB" sz="1400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</m:e>
                                    <m:sub>
                                      <m:r>
                                        <a:rPr lang="en-GB" sz="1400" i="1">
                                          <a:latin typeface="Cambria Math" panose="02040503050406030204" pitchFamily="18" charset="0"/>
                                        </a:rPr>
                                        <m:t>𝑜</m:t>
                                      </m:r>
                                    </m:sub>
                                  </m:sSub>
                                  <m:r>
                                    <a:rPr lang="en-GB" sz="1400">
                                      <a:latin typeface="Cambria Math" panose="02040503050406030204" pitchFamily="18" charset="0"/>
                                    </a:rPr>
                                    <m:t>∙</m:t>
                                  </m:r>
                                  <m:r>
                                    <a:rPr lang="en-GB" sz="14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d>
                              <m:d>
                                <m:dPr>
                                  <m:ctrlPr>
                                    <a:rPr lang="en-GB" sz="1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GB" sz="1400" i="1">
                                      <a:latin typeface="Cambria Math" panose="02040503050406030204" pitchFamily="18" charset="0"/>
                                    </a:rPr>
                                    <m:t>1−</m:t>
                                  </m:r>
                                  <m:r>
                                    <a:rPr lang="en-GB" sz="14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</m:d>
                              <m:r>
                                <a:rPr lang="en-GB" sz="1400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GB" sz="14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</m:d>
                        </m:den>
                      </m:f>
                      <m:d>
                        <m:dPr>
                          <m:ctrlPr>
                            <a:rPr lang="en-GB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𝐹</m:t>
                              </m:r>
                            </m:e>
                            <m:sub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l-PL" sz="14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l-PL" sz="1400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b>
                                  <m:sSub>
                                    <m:sSubPr>
                                      <m:ctrlPr>
                                        <a:rPr lang="pl-PL" sz="1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l-PL" sz="1400" i="1">
                                          <a:latin typeface="Cambria Math" panose="02040503050406030204" pitchFamily="18" charset="0"/>
                                        </a:rPr>
                                        <m:t>𝑔</m:t>
                                      </m:r>
                                    </m:e>
                                    <m:sub>
                                      <m:r>
                                        <a:rPr lang="pl-PL" sz="1400" i="1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</m:sub>
                              </m:sSub>
                            </m:sub>
                          </m:sSub>
                          <m:r>
                            <a:rPr lang="pl-PL" sz="1400" i="1">
                              <a:latin typeface="Cambria Math" panose="02040503050406030204" pitchFamily="18" charset="0"/>
                            </a:rPr>
                            <m:t>+</m:t>
                          </m:r>
                          <m:d>
                            <m:dPr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sSub>
                                <m:sSubPr>
                                  <m:ctrlP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  <m:t>𝐹</m:t>
                                  </m:r>
                                </m:e>
                                <m:sub>
                                  <m: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</m:d>
                          <m:sSub>
                            <m:sSubPr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l-PL" sz="14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l-PL" sz="1400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b>
                                  <m:sSub>
                                    <m:sSubPr>
                                      <m:ctrlPr>
                                        <a:rPr lang="pl-PL" sz="1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l-PL" sz="1400" i="1">
                                          <a:latin typeface="Cambria Math" panose="02040503050406030204" pitchFamily="18" charset="0"/>
                                        </a:rPr>
                                        <m:t>𝑔</m:t>
                                      </m:r>
                                    </m:e>
                                    <m:sub>
                                      <m:r>
                                        <a:rPr lang="pl-PL" sz="1400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</m:sub>
                              </m:sSub>
                            </m:sub>
                          </m:sSub>
                        </m:e>
                      </m:d>
                    </m:oMath>
                  </m:oMathPara>
                </a14:m>
                <a:endParaRPr lang="en-US" sz="1400" i="1" dirty="0">
                  <a:solidFill>
                    <a:prstClr val="black"/>
                  </a:solidFill>
                  <a:latin typeface="Cambria Math" panose="02040503050406030204" pitchFamily="18" charset="0"/>
                </a:endParaRPr>
              </a:p>
              <a:p>
                <a:pPr/>
                <a:br>
                  <a:rPr lang="en-US" sz="1400" i="1" dirty="0">
                    <a:solidFill>
                      <a:prstClr val="black"/>
                    </a:solidFill>
                    <a:latin typeface="Cambria Math" panose="02040503050406030204" pitchFamily="18" charset="0"/>
                  </a:rPr>
                </a:b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4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400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𝑜</m:t>
                          </m:r>
                        </m:sub>
                      </m:sSub>
                      <m:d>
                        <m:dPr>
                          <m:ctrlPr>
                            <a:rPr lang="en-US" sz="14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1400">
                              <a:latin typeface="Cambria Math" panose="02040503050406030204" pitchFamily="18" charset="0"/>
                            </a:rPr>
                            <m:t>p</m:t>
                          </m:r>
                          <m:r>
                            <a:rPr lang="en-US" sz="1400">
                              <a:latin typeface="Cambria Math" panose="02040503050406030204" pitchFamily="18" charset="0"/>
                            </a:rPr>
                            <m:t>, </m:t>
                          </m:r>
                          <m:sSub>
                            <m:sSubPr>
                              <m:ctrlPr>
                                <a:rPr lang="en-US" sz="14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1400">
                                  <a:latin typeface="Cambria Math" panose="02040503050406030204" pitchFamily="18" charset="0"/>
                                </a:rPr>
                                <m:t>ω</m:t>
                              </m:r>
                            </m:e>
                            <m:sub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𝑜</m:t>
                              </m:r>
                            </m:sub>
                          </m:sSub>
                        </m:e>
                      </m:d>
                      <m:r>
                        <a:rPr lang="en-US" sz="140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𝑑</m:t>
                          </m:r>
                        </m:sub>
                      </m:sSub>
                      <m:d>
                        <m:d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1400">
                              <a:latin typeface="Cambria Math" panose="02040503050406030204" pitchFamily="18" charset="0"/>
                            </a:rPr>
                            <m:t>p</m:t>
                          </m:r>
                          <m:r>
                            <a:rPr lang="en-US" sz="1400">
                              <a:latin typeface="Cambria Math" panose="02040503050406030204" pitchFamily="18" charset="0"/>
                            </a:rPr>
                            <m:t>, </m:t>
                          </m:r>
                          <m:sSub>
                            <m:sSubPr>
                              <m:ctrlPr>
                                <a:rPr lang="en-US" sz="14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1400">
                                  <a:latin typeface="Cambria Math" panose="02040503050406030204" pitchFamily="18" charset="0"/>
                                </a:rPr>
                                <m:t>ω</m:t>
                              </m:r>
                            </m:e>
                            <m:sub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𝑜</m:t>
                              </m:r>
                            </m:sub>
                          </m:sSub>
                        </m:e>
                      </m:d>
                      <m:r>
                        <a:rPr lang="en-US" sz="14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d>
                        <m:d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1400">
                              <a:latin typeface="Cambria Math" panose="02040503050406030204" pitchFamily="18" charset="0"/>
                            </a:rPr>
                            <m:t>p</m:t>
                          </m:r>
                          <m:r>
                            <a:rPr lang="en-US" sz="1400">
                              <a:latin typeface="Cambria Math" panose="02040503050406030204" pitchFamily="18" charset="0"/>
                            </a:rPr>
                            <m:t>, </m:t>
                          </m:r>
                          <m:sSub>
                            <m:sSubPr>
                              <m:ctrlPr>
                                <a:rPr lang="en-US" sz="14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1400">
                                  <a:latin typeface="Cambria Math" panose="02040503050406030204" pitchFamily="18" charset="0"/>
                                </a:rPr>
                                <m:t>ω</m:t>
                              </m:r>
                            </m:e>
                            <m:sub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𝑜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1400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89786625-9E20-7967-8C62-571578CEFC7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72974" y="1232157"/>
                <a:ext cx="4928589" cy="474501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2720461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B82E73FA-0BF8-B02B-1114-21F68A2EEB4C}"/>
              </a:ext>
            </a:extLst>
          </p:cNvPr>
          <p:cNvSpPr txBox="1"/>
          <p:nvPr/>
        </p:nvSpPr>
        <p:spPr>
          <a:xfrm>
            <a:off x="550268" y="365087"/>
            <a:ext cx="32751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noProof="0" dirty="0"/>
              <a:t>Specular importance sampling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BAB72E16-8C64-443F-8DD8-34DB8C8F43B3}"/>
                  </a:ext>
                </a:extLst>
              </p:cNvPr>
              <p:cNvSpPr txBox="1"/>
              <p:nvPr/>
            </p:nvSpPr>
            <p:spPr>
              <a:xfrm>
                <a:off x="437356" y="854062"/>
                <a:ext cx="10703224" cy="489133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GB" sz="120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pl-PL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l-PL" sz="1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pl-PL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l-PL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𝛼</m:t>
                                  </m:r>
                                  <m:r>
                                    <a:rPr lang="pl-PL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+1</m:t>
                                  </m:r>
                                </m:e>
                              </m:d>
                            </m:e>
                            <m:sup>
                              <m:r>
                                <a:rPr lang="pl-PL" sz="12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pl-PL" sz="1200" b="0" i="1" smtClean="0">
                              <a:latin typeface="Cambria Math" panose="02040503050406030204" pitchFamily="18" charset="0"/>
                            </a:rPr>
                            <m:t>8</m:t>
                          </m:r>
                        </m:den>
                      </m:f>
                      <m:r>
                        <m:rPr>
                          <m:nor/>
                        </m:rPr>
                        <a:rPr lang="pl-PL" sz="1200" dirty="0"/>
                        <m:t>or</m:t>
                      </m:r>
                      <m:r>
                        <m:rPr>
                          <m:nor/>
                        </m:rPr>
                        <a:rPr lang="pl-PL" sz="1200" dirty="0"/>
                        <m:t> </m:t>
                      </m:r>
                      <m:r>
                        <a:rPr lang="en-GB" sz="1200" i="1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pl-PL" sz="12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l-PL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pl-PL" sz="12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l-PL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𝛼</m:t>
                              </m:r>
                            </m:e>
                            <m:sup>
                              <m:r>
                                <a:rPr lang="pl-PL" sz="12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</m:oMath>
                  </m:oMathPara>
                </a14:m>
                <a:endParaRPr lang="pl-PL" sz="1200" i="1" dirty="0">
                  <a:solidFill>
                    <a:srgbClr val="836967"/>
                  </a:solidFill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l-PL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pl-PL" sz="1200" i="1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l-GR" sz="12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l-GR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l-G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l-GR" sz="1200" i="1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⋅</m:t>
                                  </m:r>
                                  <m:sSub>
                                    <m:sSub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h</m:t>
                                      </m:r>
                                    </m:e>
                                    <m:sub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  <m:sup>
                                  <m: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p>
                                <m:sSup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𝛼</m:t>
                                  </m:r>
                                </m:e>
                                <m:sup>
                                  <m: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el-GR" sz="1200" i="1">
                                  <a:latin typeface="Cambria Math" panose="02040503050406030204" pitchFamily="18" charset="0"/>
                                </a:rPr>
                                <m:t>−1)+1</m:t>
                              </m:r>
                            </m:e>
                          </m:d>
                        </m:e>
                        <m:sup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d>
                        <m:dPr>
                          <m:ctrlPr>
                            <a:rPr lang="pl-PL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ctrlPr>
                                <a:rPr lang="en-GB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GB" sz="1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GB" sz="1200">
                                      <a:latin typeface="Cambria Math" panose="02040503050406030204" pitchFamily="18" charset="0"/>
                                    </a:rPr>
                                    <m:t>ω</m:t>
                                  </m:r>
                                </m:e>
                                <m:sub>
                                  <m: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⋅</m:t>
                              </m:r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</m:d>
                          <m:r>
                            <a:rPr lang="en-GB" sz="1200" i="1">
                              <a:latin typeface="Cambria Math" panose="02040503050406030204" pitchFamily="18" charset="0"/>
                            </a:rPr>
                            <m:t>(1−</m:t>
                          </m:r>
                          <m:r>
                            <a:rPr lang="en-GB" sz="1200" i="1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GB" sz="1200" i="1">
                              <a:latin typeface="Cambria Math" panose="02040503050406030204" pitchFamily="18" charset="0"/>
                            </a:rPr>
                            <m:t>)+</m:t>
                          </m:r>
                          <m:r>
                            <a:rPr lang="en-GB" sz="1200" i="1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</m:oMath>
                  </m:oMathPara>
                </a14:m>
                <a:endParaRPr lang="pl-PL" sz="1200" i="1" dirty="0">
                  <a:solidFill>
                    <a:srgbClr val="836967"/>
                  </a:solidFill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120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120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12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sz="120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200" i="1" smtClean="0"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d>
                                <m:dPr>
                                  <m:ctrlPr>
                                    <a:rPr lang="en-US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h</m:t>
                                      </m:r>
                                    </m:e>
                                    <m:sub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US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∙</m:t>
                                  </m:r>
                                  <m:sSub>
                                    <m:sSubPr>
                                      <m:ctrlPr>
                                        <a:rPr lang="en-GB" sz="12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GB" sz="1200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</m:e>
                                    <m:sub>
                                      <m:r>
                                        <a:rPr lang="en-GB" sz="1200" i="1">
                                          <a:latin typeface="Cambria Math" panose="02040503050406030204" pitchFamily="18" charset="0"/>
                                        </a:rPr>
                                        <m:t>𝑜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</m:e>
                        <m:sup>
                          <m:r>
                            <a:rPr lang="en-US" sz="120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p>
                      </m:sSup>
                    </m:oMath>
                  </m:oMathPara>
                </a14:m>
                <a:endParaRPr lang="pl-PL" sz="1200" i="1" dirty="0">
                  <a:solidFill>
                    <a:srgbClr val="836967"/>
                  </a:solidFill>
                  <a:latin typeface="Cambria Math" panose="02040503050406030204" pitchFamily="18" charset="0"/>
                </a:endParaRPr>
              </a:p>
              <a:p>
                <a:endParaRPr lang="pl-PL" sz="1200" i="1" dirty="0">
                  <a:solidFill>
                    <a:srgbClr val="836967"/>
                  </a:solidFill>
                  <a:latin typeface="Cambria Math" panose="02040503050406030204" pitchFamily="18" charset="0"/>
                </a:endParaRPr>
              </a:p>
              <a:p>
                <a:pPr/>
                <a:br>
                  <a:rPr lang="en-US" sz="1200" i="1" dirty="0">
                    <a:latin typeface="Cambria Math" panose="02040503050406030204" pitchFamily="18" charset="0"/>
                  </a:rPr>
                </a:b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sSub>
                            <m:sSub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l-PL" sz="12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  <m:t>𝑔</m:t>
                                  </m:r>
                                </m:e>
                                <m:sub>
                                  <m: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sub>
                          </m:sSub>
                        </m:sub>
                      </m:sSub>
                      <m:r>
                        <a:rPr lang="pl-PL" sz="12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limLoc m:val="undOvr"/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  <m:brk m:alnAt="24"/>
                            </m:rPr>
                            <a:rPr lang="el-G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Ω</m:t>
                          </m:r>
                        </m:sub>
                        <m:sup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</m:sup>
                        <m:e>
                          <m:f>
                            <m:f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GB" sz="1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e>
                                <m:sub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GB" sz="12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GB" sz="1200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</m:e>
                                    <m:sub>
                                      <m:r>
                                        <a:rPr lang="pl-PL" sz="12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⋅</m:t>
                                  </m:r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d>
                            </m:num>
                            <m:den>
                              <m:sSub>
                                <m:sSubPr>
                                  <m:ctrlP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den>
                          </m:f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lang="pl-PL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limLoc m:val="undOvr"/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  <m:brk m:alnAt="24"/>
                            </m:rPr>
                            <a:rPr lang="el-G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Ω</m:t>
                          </m:r>
                        </m:sub>
                        <m:sup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</m:sup>
                        <m:e>
                          <m:f>
                            <m:f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GB" sz="1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e>
                                <m:sub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GB" sz="12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GB" sz="1200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</m:e>
                                    <m:sub>
                                      <m:r>
                                        <a:rPr lang="pl-PL" sz="12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⋅</m:t>
                                  </m:r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d>
                            </m:num>
                            <m:den>
                              <m:sSub>
                                <m:sSubPr>
                                  <m:ctrlP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den>
                          </m:f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4</m:t>
                          </m:r>
                          <m:d>
                            <m:dPr>
                              <m:ctrlPr>
                                <a:rPr lang="pl-PL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GB" sz="1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GB" sz="1200">
                                      <a:latin typeface="Cambria Math" panose="02040503050406030204" pitchFamily="18" charset="0"/>
                                    </a:rPr>
                                    <m:t>ω</m:t>
                                  </m:r>
                                </m:e>
                                <m:sub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𝑜</m:t>
                                  </m:r>
                                </m:sub>
                              </m:sSub>
                              <m:r>
                                <a:rPr lang="en-GB" sz="1200">
                                  <a:latin typeface="Cambria Math" panose="02040503050406030204" pitchFamily="18" charset="0"/>
                                </a:rPr>
                                <m:t>∙</m:t>
                              </m:r>
                              <m:sSub>
                                <m:sSub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  <m:r>
                            <a:rPr lang="pl-PL" sz="12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lang="pl-PL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limLoc m:val="undOvr"/>
                          <m:ctrlPr>
                            <a:rPr lang="pl-PL" sz="12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4"/>
                            </m:rPr>
                            <a:rPr lang="pl-PL" sz="12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pl-PL" sz="12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pl-PL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</m:sup>
                        <m:e>
                          <m:nary>
                            <m:naryPr>
                              <m:limLoc m:val="undOvr"/>
                              <m:ctrlPr>
                                <a:rPr lang="pl-PL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4"/>
                                </m:rPr>
                                <a:rPr lang="pl-PL" sz="12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  <m:sup>
                              <m:f>
                                <m:fPr>
                                  <m:ctrlPr>
                                    <a:rPr lang="pl-PL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pl-PL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pl-PL" sz="12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</m:sup>
                            <m:e>
                              <m:f>
                                <m:f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en-GB" sz="12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GB" sz="1200" i="1">
                                          <a:latin typeface="Cambria Math" panose="02040503050406030204" pitchFamily="18" charset="0"/>
                                        </a:rPr>
                                        <m:t>𝐿</m:t>
                                      </m:r>
                                    </m:e>
                                    <m:sub>
                                      <m:r>
                                        <a:rPr lang="en-GB" sz="12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d>
                                    <m:dPr>
                                      <m:ctrlPr>
                                        <a:rPr lang="en-GB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GB" sz="1200" i="1">
                                              <a:solidFill>
                                                <a:srgbClr val="836967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GB" sz="1200">
                                              <a:latin typeface="Cambria Math" panose="02040503050406030204" pitchFamily="18" charset="0"/>
                                            </a:rPr>
                                            <m:t>ω</m:t>
                                          </m:r>
                                        </m:e>
                                        <m:sub>
                                          <m:r>
                                            <a:rPr lang="pl-PL" sz="1200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r>
                                        <a:rPr lang="en-GB" sz="1200" i="1">
                                          <a:latin typeface="Cambria Math" panose="02040503050406030204" pitchFamily="18" charset="0"/>
                                        </a:rPr>
                                        <m:t>⋅</m:t>
                                      </m:r>
                                      <m:r>
                                        <a:rPr lang="en-GB" sz="1200" i="1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e>
                                  </m:d>
                                </m:num>
                                <m:den>
                                  <m:sSub>
                                    <m:sSubPr>
                                      <m:ctrlPr>
                                        <a:rPr lang="pl-PL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l-PL" sz="1200" i="1">
                                          <a:latin typeface="Cambria Math" panose="02040503050406030204" pitchFamily="18" charset="0"/>
                                        </a:rPr>
                                        <m:t>𝑅</m:t>
                                      </m:r>
                                    </m:e>
                                    <m:sub>
                                      <m:r>
                                        <a:rPr lang="pl-PL" sz="12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den>
                              </m:f>
                              <m:r>
                                <a:rPr lang="pl-PL" sz="1200" i="1"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  <m:d>
                                <m:dPr>
                                  <m:ctrlP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GB" sz="12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GB" sz="1200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</m:e>
                                    <m:sub>
                                      <m:r>
                                        <a:rPr lang="en-GB" sz="1200" i="1">
                                          <a:latin typeface="Cambria Math" panose="02040503050406030204" pitchFamily="18" charset="0"/>
                                        </a:rPr>
                                        <m:t>𝑜</m:t>
                                      </m:r>
                                    </m:sub>
                                  </m:sSub>
                                  <m:r>
                                    <a:rPr lang="en-GB" sz="1200">
                                      <a:latin typeface="Cambria Math" panose="02040503050406030204" pitchFamily="18" charset="0"/>
                                    </a:rPr>
                                    <m:t>∙</m:t>
                                  </m:r>
                                  <m:sSub>
                                    <m:sSub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h</m:t>
                                      </m:r>
                                    </m:e>
                                    <m:sub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d>
                              <m:func>
                                <m:funcPr>
                                  <m:ctrlPr>
                                    <a:rPr lang="en-US" sz="12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 sz="1200" i="0" smtClean="0">
                                      <a:latin typeface="Cambria Math" panose="02040503050406030204" pitchFamily="18" charset="0"/>
                                    </a:rPr>
                                    <m:t>sin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en-US" sz="120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sz="120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20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𝜃</m:t>
                                          </m:r>
                                        </m:e>
                                        <m:sub>
                                          <m:sSub>
                                            <m:sSubPr>
                                              <m:ctrlP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  <m:t>h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</m:sub>
                                      </m:sSub>
                                    </m:e>
                                  </m:d>
                                </m:e>
                              </m:func>
                              <m:r>
                                <a:rPr lang="pl-PL" sz="1200" i="1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  <m:sSub>
                                <m:sSub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  <m:sub>
                                  <m:sSub>
                                    <m:sSub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h</m:t>
                                      </m:r>
                                    </m:e>
                                    <m:sub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sub>
                              </m:sSub>
                            </m:e>
                          </m:nary>
                          <m:r>
                            <a:rPr lang="pl-PL" sz="1200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pl-PL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l-PL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𝜙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sub>
                          </m:sSub>
                        </m:e>
                      </m:nary>
                      <m:r>
                        <a:rPr lang="pl-PL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≈</m:t>
                      </m:r>
                    </m:oMath>
                  </m:oMathPara>
                </a14:m>
                <a:endParaRPr lang="pl-PL" sz="1200" b="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pl-PL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≈</m:t>
                      </m:r>
                      <m:f>
                        <m:fPr>
                          <m:ctrlPr>
                            <a:rPr lang="pl-PL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l-PL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l-PL" sz="12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f>
                            <m:f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GB" sz="1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e>
                                <m:sub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GB" sz="12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GB" sz="1200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</m:e>
                                    <m:sub>
                                      <m:r>
                                        <a:rPr lang="pl-PL" sz="12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⋅</m:t>
                                  </m:r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d>
                            </m:num>
                            <m:den>
                              <m:sSub>
                                <m:sSubPr>
                                  <m:ctrlP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den>
                          </m:f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4</m:t>
                          </m:r>
                          <m:d>
                            <m:dPr>
                              <m:ctrlPr>
                                <a:rPr lang="pl-PL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GB" sz="1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GB" sz="1200">
                                      <a:latin typeface="Cambria Math" panose="02040503050406030204" pitchFamily="18" charset="0"/>
                                    </a:rPr>
                                    <m:t>ω</m:t>
                                  </m:r>
                                </m:e>
                                <m:sub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𝑜</m:t>
                                  </m:r>
                                </m:sub>
                              </m:sSub>
                              <m:r>
                                <a:rPr lang="en-GB" sz="1200">
                                  <a:latin typeface="Cambria Math" panose="02040503050406030204" pitchFamily="18" charset="0"/>
                                </a:rPr>
                                <m:t>∙</m:t>
                              </m:r>
                              <m:sSub>
                                <m:sSub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  <m:func>
                            <m:func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sz="120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𝜃</m:t>
                                      </m:r>
                                    </m:e>
                                    <m:sub>
                                      <m:sSub>
                                        <m:sSubPr>
                                          <m:ctrlP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h</m:t>
                                          </m:r>
                                        </m:e>
                                        <m:sub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sub>
                                  </m:sSub>
                                </m:e>
                              </m:d>
                            </m:e>
                          </m:func>
                          <m:f>
                            <m:f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pl-PL" sz="12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pl-PL" sz="1200" i="1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  <m:func>
                                <m:funcPr>
                                  <m:ctrlPr>
                                    <a:rPr lang="pl-PL" sz="12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pl-PL" sz="1200" i="0" smtClean="0">
                                      <a:latin typeface="Cambria Math" panose="02040503050406030204" pitchFamily="18" charset="0"/>
                                    </a:rPr>
                                    <m:t>cos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pl-PL" sz="120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𝜃</m:t>
                                          </m:r>
                                        </m:e>
                                        <m:sub>
                                          <m:sSub>
                                            <m:sSubPr>
                                              <m:ctrlP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  <m:t>h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</m:sub>
                                      </m:sSub>
                                    </m:e>
                                  </m:d>
                                </m:e>
                              </m:func>
                              <m:func>
                                <m:funcPr>
                                  <m:ctrlPr>
                                    <a:rPr lang="pl-PL" sz="12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pl-PL" sz="1200" i="0" smtClean="0">
                                      <a:latin typeface="Cambria Math" panose="02040503050406030204" pitchFamily="18" charset="0"/>
                                    </a:rPr>
                                    <m:t>sin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pl-PL" sz="120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𝜃</m:t>
                                          </m:r>
                                        </m:e>
                                        <m:sub>
                                          <m:sSub>
                                            <m:sSubPr>
                                              <m:ctrlP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  <m:t>h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</m:sub>
                                      </m:sSub>
                                    </m:e>
                                  </m:d>
                                </m:e>
                              </m:func>
                            </m:den>
                          </m:f>
                        </m:e>
                      </m:nary>
                      <m:r>
                        <a:rPr lang="pl-PL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l-PL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l-PL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l-PL" sz="12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f>
                            <m:f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GB" sz="1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e>
                                <m:sub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GB" sz="12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GB" sz="1200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</m:e>
                                    <m:sub>
                                      <m:r>
                                        <a:rPr lang="pl-PL" sz="12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⋅</m:t>
                                  </m:r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d>
                            </m:num>
                            <m:den>
                              <m:sSub>
                                <m:sSubPr>
                                  <m:ctrlP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den>
                          </m:f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4</m:t>
                          </m:r>
                          <m:d>
                            <m:dPr>
                              <m:ctrlPr>
                                <a:rPr lang="pl-PL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GB" sz="1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GB" sz="1200">
                                      <a:latin typeface="Cambria Math" panose="02040503050406030204" pitchFamily="18" charset="0"/>
                                    </a:rPr>
                                    <m:t>ω</m:t>
                                  </m:r>
                                </m:e>
                                <m:sub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𝑜</m:t>
                                  </m:r>
                                </m:sub>
                              </m:sSub>
                              <m:r>
                                <a:rPr lang="en-GB" sz="1200">
                                  <a:latin typeface="Cambria Math" panose="02040503050406030204" pitchFamily="18" charset="0"/>
                                </a:rPr>
                                <m:t>∙</m:t>
                              </m:r>
                              <m:sSub>
                                <m:sSub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  <m:f>
                            <m:f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pl-PL" sz="12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pl-PL" sz="1200" i="1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  <m:r>
                                <a:rPr lang="el-GR" sz="120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⋅</m:t>
                              </m:r>
                              <m:sSub>
                                <m:sSub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den>
                          </m:f>
                        </m:e>
                      </m:nary>
                      <m:r>
                        <a:rPr lang="pl-PL" sz="1200" b="0" i="1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pl-PL" sz="1200" b="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pl-PL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l-PL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l-PL" sz="12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num>
                        <m:den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l-PL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l-PL" sz="12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f>
                            <m:f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GB" sz="1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e>
                                <m:sub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GB" sz="12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GB" sz="1200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</m:e>
                                    <m:sub>
                                      <m:r>
                                        <a:rPr lang="pl-PL" sz="12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⋅</m:t>
                                  </m:r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d>
                              <m:d>
                                <m:dPr>
                                  <m:ctrlP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GB" sz="12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GB" sz="1200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</m:e>
                                    <m:sub>
                                      <m:r>
                                        <a:rPr lang="en-GB" sz="1200" i="1">
                                          <a:latin typeface="Cambria Math" panose="02040503050406030204" pitchFamily="18" charset="0"/>
                                        </a:rPr>
                                        <m:t>𝑜</m:t>
                                      </m:r>
                                    </m:sub>
                                  </m:sSub>
                                  <m:r>
                                    <a:rPr lang="en-GB" sz="1200">
                                      <a:latin typeface="Cambria Math" panose="02040503050406030204" pitchFamily="18" charset="0"/>
                                    </a:rPr>
                                    <m:t>∙</m:t>
                                  </m:r>
                                  <m:sSub>
                                    <m:sSub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h</m:t>
                                      </m:r>
                                    </m:e>
                                    <m:sub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d>
                            </m:num>
                            <m:den>
                              <m:sSub>
                                <m:sSubPr>
                                  <m:ctrlP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l-GR" sz="120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⋅</m:t>
                              </m:r>
                              <m:sSub>
                                <m:sSub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den>
                          </m:f>
                          <m:r>
                            <a:rPr lang="pl-PL" sz="12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×</m:t>
                          </m:r>
                          <m:f>
                            <m:f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pl-PL" sz="12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pl-PL" sz="1200" i="1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</m:den>
                          </m:f>
                        </m:e>
                      </m:nary>
                      <m:r>
                        <a:rPr lang="pl-PL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l-PL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4</m:t>
                          </m:r>
                        </m:num>
                        <m:den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l-PL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l-PL" sz="12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f>
                            <m:f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GB" sz="1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e>
                                <m:sub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GB" sz="12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GB" sz="1200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</m:e>
                                    <m:sub>
                                      <m:r>
                                        <a:rPr lang="pl-PL" sz="12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⋅</m:t>
                                  </m:r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d>
                              <m:d>
                                <m:dPr>
                                  <m:ctrlP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GB" sz="12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GB" sz="1200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</m:e>
                                    <m:sub>
                                      <m:r>
                                        <a:rPr lang="en-GB" sz="1200" i="1">
                                          <a:latin typeface="Cambria Math" panose="02040503050406030204" pitchFamily="18" charset="0"/>
                                        </a:rPr>
                                        <m:t>𝑜</m:t>
                                      </m:r>
                                    </m:sub>
                                  </m:sSub>
                                  <m:r>
                                    <a:rPr lang="en-GB" sz="1200">
                                      <a:latin typeface="Cambria Math" panose="02040503050406030204" pitchFamily="18" charset="0"/>
                                    </a:rPr>
                                    <m:t>∙</m:t>
                                  </m:r>
                                  <m:sSub>
                                    <m:sSub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h</m:t>
                                      </m:r>
                                    </m:e>
                                    <m:sub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d>
                            </m:num>
                            <m:den>
                              <m:sSub>
                                <m:sSubPr>
                                  <m:ctrlP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l-GR" sz="120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⋅</m:t>
                              </m:r>
                              <m:sSub>
                                <m:sSub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den>
                          </m:f>
                          <m:r>
                            <a:rPr lang="pl-PL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×</m:t>
                          </m:r>
                          <m:f>
                            <m:fPr>
                              <m:ctrlPr>
                                <a:rPr lang="en-US" sz="120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l-GR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  <m:sSup>
                                <m:sSupPr>
                                  <m:ctrlPr>
                                    <a:rPr lang="el-GR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el-GR" sz="1200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p>
                                        <m:sSupPr>
                                          <m:ctrlPr>
                                            <a:rPr lang="el-GR" sz="1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el-GR" sz="1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(</m:t>
                                          </m:r>
                                          <m:r>
                                            <a:rPr lang="en-US" sz="1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𝑛</m:t>
                                          </m:r>
                                          <m:r>
                                            <a:rPr lang="en-US" sz="1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⋅</m:t>
                                          </m:r>
                                          <m:sSub>
                                            <m:sSubPr>
                                              <m:ctrlPr>
                                                <a:rPr lang="en-US" sz="1200" i="1">
                                                  <a:solidFill>
                                                    <a:prstClr val="black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sz="1200" i="1">
                                                  <a:solidFill>
                                                    <a:prstClr val="black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h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sz="1200" i="1">
                                                  <a:solidFill>
                                                    <a:prstClr val="black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  <m:r>
                                            <a:rPr lang="en-US" sz="1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)</m:t>
                                          </m:r>
                                        </m:e>
                                        <m:sup>
                                          <m:r>
                                            <a:rPr lang="pl-PL" sz="1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p>
                                      <m:r>
                                        <a:rPr lang="en-US" sz="1200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(</m:t>
                                      </m:r>
                                      <m:sSup>
                                        <m:sSupPr>
                                          <m:ctrlPr>
                                            <a:rPr lang="en-US" sz="1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en-US" sz="1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𝛼</m:t>
                                          </m:r>
                                        </m:e>
                                        <m:sup>
                                          <m:r>
                                            <a:rPr lang="pl-PL" sz="1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p>
                                      <m:r>
                                        <a:rPr lang="el-GR" sz="1200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−1)+1</m:t>
                                      </m:r>
                                    </m:e>
                                  </m:d>
                                </m:e>
                                <m:sup>
                                  <m:r>
                                    <a:rPr lang="pl-PL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num>
                            <m:den>
                              <m:sSup>
                                <m:sSupPr>
                                  <m:ctrlPr>
                                    <a:rPr lang="en-US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𝛼</m:t>
                                  </m:r>
                                </m:e>
                                <m:sup>
                                  <m:r>
                                    <a:rPr lang="pl-PL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den>
                          </m:f>
                        </m:e>
                      </m:nary>
                      <m:r>
                        <a:rPr lang="pl-PL" sz="1200" b="0" i="1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pl-PL" sz="1200" b="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pl-PL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l-PL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4</m:t>
                          </m:r>
                          <m:r>
                            <a:rPr lang="el-GR" sz="12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𝜋</m:t>
                          </m:r>
                        </m:num>
                        <m:den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𝑁</m:t>
                          </m:r>
                          <m:sSup>
                            <m:sSupPr>
                              <m:ctrlPr>
                                <a:rPr lang="en-US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𝛼</m:t>
                              </m:r>
                            </m:e>
                            <m:sup>
                              <m:r>
                                <a:rPr lang="pl-PL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nary>
                        <m:naryPr>
                          <m:chr m:val="∑"/>
                          <m:ctrlPr>
                            <a:rPr lang="pl-PL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l-PL" sz="12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f>
                            <m:f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GB" sz="1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e>
                                <m:sub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GB" sz="12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GB" sz="1200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</m:e>
                                    <m:sub>
                                      <m:r>
                                        <a:rPr lang="pl-PL" sz="12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⋅</m:t>
                                  </m:r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d>
                              <m:d>
                                <m:dPr>
                                  <m:ctrlP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GB" sz="12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GB" sz="1200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</m:e>
                                    <m:sub>
                                      <m:r>
                                        <a:rPr lang="en-GB" sz="1200" i="1">
                                          <a:latin typeface="Cambria Math" panose="02040503050406030204" pitchFamily="18" charset="0"/>
                                        </a:rPr>
                                        <m:t>𝑜</m:t>
                                      </m:r>
                                    </m:sub>
                                  </m:sSub>
                                  <m:r>
                                    <a:rPr lang="en-GB" sz="1200">
                                      <a:latin typeface="Cambria Math" panose="02040503050406030204" pitchFamily="18" charset="0"/>
                                    </a:rPr>
                                    <m:t>∙</m:t>
                                  </m:r>
                                  <m:sSub>
                                    <m:sSub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h</m:t>
                                      </m:r>
                                    </m:e>
                                    <m:sub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d>
                              <m:sSup>
                                <m:sSupPr>
                                  <m:ctrlPr>
                                    <a:rPr lang="el-GR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el-GR" sz="1200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p>
                                        <m:sSupPr>
                                          <m:ctrlPr>
                                            <a:rPr lang="el-GR" sz="1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el-GR" sz="1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(</m:t>
                                          </m:r>
                                          <m:r>
                                            <a:rPr lang="en-US" sz="1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𝑛</m:t>
                                          </m:r>
                                          <m:r>
                                            <a:rPr lang="en-US" sz="1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⋅</m:t>
                                          </m:r>
                                          <m:sSub>
                                            <m:sSubPr>
                                              <m:ctrlPr>
                                                <a:rPr lang="en-US" sz="1200" i="1">
                                                  <a:solidFill>
                                                    <a:prstClr val="black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sz="1200" i="1">
                                                  <a:solidFill>
                                                    <a:prstClr val="black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h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sz="1200" i="1">
                                                  <a:solidFill>
                                                    <a:prstClr val="black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  <m:r>
                                            <a:rPr lang="en-US" sz="1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)</m:t>
                                          </m:r>
                                        </m:e>
                                        <m:sup>
                                          <m:r>
                                            <a:rPr lang="pl-PL" sz="1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p>
                                      <m:r>
                                        <a:rPr lang="en-US" sz="1200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(</m:t>
                                      </m:r>
                                      <m:sSup>
                                        <m:sSupPr>
                                          <m:ctrlPr>
                                            <a:rPr lang="en-US" sz="1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en-US" sz="1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𝛼</m:t>
                                          </m:r>
                                        </m:e>
                                        <m:sup>
                                          <m:r>
                                            <a:rPr lang="pl-PL" sz="1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p>
                                      <m:r>
                                        <a:rPr lang="el-GR" sz="1200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−1)+1</m:t>
                                      </m:r>
                                    </m:e>
                                  </m:d>
                                </m:e>
                                <m:sup>
                                  <m:r>
                                    <a:rPr lang="pl-PL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num>
                            <m:den>
                              <m:sSup>
                                <m:sSupPr>
                                  <m:ctrlPr>
                                    <a:rPr lang="el-G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el-GR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p>
                                        <m:sSupPr>
                                          <m:ctrlPr>
                                            <a:rPr lang="el-GR" sz="1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el-GR" sz="1200" i="1">
                                              <a:latin typeface="Cambria Math" panose="02040503050406030204" pitchFamily="18" charset="0"/>
                                            </a:rPr>
                                            <m:t>(</m:t>
                                          </m:r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𝑛</m:t>
                                          </m:r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⋅</m:t>
                                          </m:r>
                                          <m:sSub>
                                            <m:sSubPr>
                                              <m:ctrlP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  <m:t>h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)</m:t>
                                          </m:r>
                                        </m:e>
                                        <m:sup>
                                          <m:r>
                                            <a:rPr lang="pl-PL" sz="1200" i="1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p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(</m:t>
                                      </m:r>
                                      <m:sSup>
                                        <m:sSupPr>
                                          <m:ctrlP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𝛼</m:t>
                                          </m:r>
                                        </m:e>
                                        <m:sup>
                                          <m:r>
                                            <a:rPr lang="pl-PL" sz="1200" i="1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p>
                                      <m:r>
                                        <a:rPr lang="el-GR" sz="1200" i="1">
                                          <a:latin typeface="Cambria Math" panose="02040503050406030204" pitchFamily="18" charset="0"/>
                                        </a:rPr>
                                        <m:t>−1)+1</m:t>
                                      </m:r>
                                    </m:e>
                                  </m:d>
                                </m:e>
                                <m:sup>
                                  <m: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d>
                                <m:dPr>
                                  <m:ctrlP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d>
                                    <m:dPr>
                                      <m:ctrlPr>
                                        <a:rPr lang="en-GB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GB" sz="1200" i="1">
                                              <a:solidFill>
                                                <a:srgbClr val="836967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GB" sz="1200">
                                              <a:latin typeface="Cambria Math" panose="02040503050406030204" pitchFamily="18" charset="0"/>
                                            </a:rPr>
                                            <m:t>ω</m:t>
                                          </m:r>
                                        </m:e>
                                        <m:sub>
                                          <m:r>
                                            <a:rPr lang="pl-PL" sz="1200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r>
                                        <a:rPr lang="en-GB" sz="1200" i="1">
                                          <a:latin typeface="Cambria Math" panose="02040503050406030204" pitchFamily="18" charset="0"/>
                                        </a:rPr>
                                        <m:t>⋅</m:t>
                                      </m:r>
                                      <m:r>
                                        <a:rPr lang="en-GB" sz="1200" i="1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e>
                                  </m:d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(1−</m:t>
                                  </m:r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)+</m:t>
                                  </m:r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</m:d>
                              <m:r>
                                <a:rPr lang="el-GR" sz="120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⋅</m:t>
                              </m:r>
                              <m:sSub>
                                <m:sSub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  <m:r>
                                <a:rPr lang="en-US" sz="120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den>
                          </m:f>
                        </m:e>
                      </m:nary>
                      <m:r>
                        <a:rPr lang="pl-PL" sz="1200" b="0" i="1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l-PL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4</m:t>
                          </m:r>
                          <m:r>
                            <a:rPr lang="el-GR" sz="12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𝜋</m:t>
                          </m:r>
                        </m:num>
                        <m:den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𝑁</m:t>
                          </m:r>
                          <m:sSup>
                            <m:sSupPr>
                              <m:ctrlPr>
                                <a:rPr lang="en-US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𝛼</m:t>
                              </m:r>
                            </m:e>
                            <m:sup>
                              <m:r>
                                <a:rPr lang="pl-PL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nary>
                        <m:naryPr>
                          <m:chr m:val="∑"/>
                          <m:ctrlPr>
                            <a:rPr lang="pl-PL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l-PL" sz="12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f>
                            <m:f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GB" sz="1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e>
                                <m:sub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GB" sz="12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GB" sz="1200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</m:e>
                                    <m:sub>
                                      <m:r>
                                        <a:rPr lang="pl-PL" sz="12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⋅</m:t>
                                  </m:r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d>
                              <m:d>
                                <m:dPr>
                                  <m:ctrlP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GB" sz="12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GB" sz="1200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</m:e>
                                    <m:sub>
                                      <m:r>
                                        <a:rPr lang="en-GB" sz="1200" i="1">
                                          <a:latin typeface="Cambria Math" panose="02040503050406030204" pitchFamily="18" charset="0"/>
                                        </a:rPr>
                                        <m:t>𝑜</m:t>
                                      </m:r>
                                    </m:sub>
                                  </m:sSub>
                                  <m:r>
                                    <a:rPr lang="en-GB" sz="1200">
                                      <a:latin typeface="Cambria Math" panose="02040503050406030204" pitchFamily="18" charset="0"/>
                                    </a:rPr>
                                    <m:t>∙</m:t>
                                  </m:r>
                                  <m:sSub>
                                    <m:sSub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h</m:t>
                                      </m:r>
                                    </m:e>
                                    <m:sub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d>
                            </m:num>
                            <m:den>
                              <m:d>
                                <m:dPr>
                                  <m:ctrlP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d>
                                    <m:dPr>
                                      <m:ctrlPr>
                                        <a:rPr lang="en-GB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GB" sz="1200" i="1">
                                              <a:solidFill>
                                                <a:srgbClr val="836967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GB" sz="1200">
                                              <a:latin typeface="Cambria Math" panose="02040503050406030204" pitchFamily="18" charset="0"/>
                                            </a:rPr>
                                            <m:t>ω</m:t>
                                          </m:r>
                                        </m:e>
                                        <m:sub>
                                          <m:r>
                                            <a:rPr lang="pl-PL" sz="1200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r>
                                        <a:rPr lang="en-GB" sz="1200" i="1">
                                          <a:latin typeface="Cambria Math" panose="02040503050406030204" pitchFamily="18" charset="0"/>
                                        </a:rPr>
                                        <m:t>⋅</m:t>
                                      </m:r>
                                      <m:r>
                                        <a:rPr lang="en-GB" sz="1200" i="1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e>
                                  </m:d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(1−</m:t>
                                  </m:r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)+</m:t>
                                  </m:r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</m:d>
                              <m:r>
                                <a:rPr lang="el-GR" sz="120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⋅</m:t>
                              </m:r>
                              <m:sSub>
                                <m:sSub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  <m:r>
                                <a:rPr lang="en-US" sz="120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den>
                          </m:f>
                        </m:e>
                      </m:nary>
                    </m:oMath>
                  </m:oMathPara>
                </a14:m>
                <a:endParaRPr lang="en-US" sz="1200" i="1" dirty="0">
                  <a:latin typeface="Cambria Math" panose="02040503050406030204" pitchFamily="18" charset="0"/>
                </a:endParaRPr>
              </a:p>
              <a:p>
                <a:endParaRPr lang="pl-PL" sz="120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sSub>
                            <m:sSub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l-PL" sz="12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  <m:t>𝑔</m:t>
                                  </m:r>
                                </m:e>
                                <m:sub>
                                  <m: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sub>
                          </m:sSub>
                        </m:sub>
                      </m:sSub>
                      <m:r>
                        <a:rPr lang="pl-PL" sz="12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limLoc m:val="undOvr"/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  <m:brk m:alnAt="24"/>
                            </m:rPr>
                            <a:rPr lang="el-G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Ω</m:t>
                          </m:r>
                        </m:sub>
                        <m:sup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</m:sup>
                        <m:e>
                          <m:f>
                            <m:f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𝑃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GB" sz="1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e>
                                <m:sub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GB" sz="12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GB" sz="1200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</m:e>
                                    <m:sub>
                                      <m:r>
                                        <a:rPr lang="pl-PL" sz="12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⋅</m:t>
                                  </m:r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d>
                            </m:num>
                            <m:den>
                              <m:sSub>
                                <m:sSubPr>
                                  <m:ctrlP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den>
                          </m:f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lang="pl-PL" sz="1200" i="1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l-PL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4</m:t>
                          </m:r>
                          <m:r>
                            <a:rPr lang="el-GR" sz="12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𝜋</m:t>
                          </m:r>
                        </m:num>
                        <m:den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𝑁</m:t>
                          </m:r>
                          <m:sSup>
                            <m:sSupPr>
                              <m:ctrlPr>
                                <a:rPr lang="en-US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𝛼</m:t>
                              </m:r>
                            </m:e>
                            <m:sup>
                              <m:r>
                                <a:rPr lang="pl-PL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nary>
                        <m:naryPr>
                          <m:chr m:val="∑"/>
                          <m:ctrlPr>
                            <a:rPr lang="pl-PL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l-PL" sz="12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f>
                            <m:f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𝑃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GB" sz="1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e>
                                <m:sub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GB" sz="12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GB" sz="1200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</m:e>
                                    <m:sub>
                                      <m:r>
                                        <a:rPr lang="pl-PL" sz="12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⋅</m:t>
                                  </m:r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d>
                              <m:d>
                                <m:dPr>
                                  <m:ctrlP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GB" sz="12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GB" sz="1200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</m:e>
                                    <m:sub>
                                      <m:r>
                                        <a:rPr lang="en-GB" sz="1200" i="1">
                                          <a:latin typeface="Cambria Math" panose="02040503050406030204" pitchFamily="18" charset="0"/>
                                        </a:rPr>
                                        <m:t>𝑜</m:t>
                                      </m:r>
                                    </m:sub>
                                  </m:sSub>
                                  <m:r>
                                    <a:rPr lang="en-GB" sz="1200">
                                      <a:latin typeface="Cambria Math" panose="02040503050406030204" pitchFamily="18" charset="0"/>
                                    </a:rPr>
                                    <m:t>∙</m:t>
                                  </m:r>
                                  <m:sSub>
                                    <m:sSub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h</m:t>
                                      </m:r>
                                    </m:e>
                                    <m:sub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d>
                            </m:num>
                            <m:den>
                              <m:d>
                                <m:dPr>
                                  <m:ctrlP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d>
                                    <m:dPr>
                                      <m:ctrlPr>
                                        <a:rPr lang="en-GB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GB" sz="1200" i="1">
                                              <a:solidFill>
                                                <a:srgbClr val="836967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GB" sz="1200">
                                              <a:latin typeface="Cambria Math" panose="02040503050406030204" pitchFamily="18" charset="0"/>
                                            </a:rPr>
                                            <m:t>ω</m:t>
                                          </m:r>
                                        </m:e>
                                        <m:sub>
                                          <m:r>
                                            <a:rPr lang="pl-PL" sz="1200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r>
                                        <a:rPr lang="en-GB" sz="1200" i="1">
                                          <a:latin typeface="Cambria Math" panose="02040503050406030204" pitchFamily="18" charset="0"/>
                                        </a:rPr>
                                        <m:t>⋅</m:t>
                                      </m:r>
                                      <m:r>
                                        <a:rPr lang="en-GB" sz="1200" i="1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e>
                                  </m:d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(1−</m:t>
                                  </m:r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)+</m:t>
                                  </m:r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</m:d>
                              <m:r>
                                <a:rPr lang="el-GR" sz="120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⋅</m:t>
                              </m:r>
                              <m:sSub>
                                <m:sSub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  <m:r>
                                <a:rPr lang="en-US" sz="120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den>
                          </m:f>
                        </m:e>
                      </m:nary>
                    </m:oMath>
                  </m:oMathPara>
                </a14:m>
                <a:endParaRPr lang="pl-PL" sz="1200" i="1" dirty="0">
                  <a:latin typeface="Cambria Math" panose="02040503050406030204" pitchFamily="18" charset="0"/>
                </a:endParaRPr>
              </a:p>
              <a:p>
                <a:endParaRPr lang="pl-PL" sz="1200" b="0" dirty="0"/>
              </a:p>
              <a:p>
                <a:endParaRPr lang="en-US" sz="1200" i="1" dirty="0">
                  <a:latin typeface="Cambria Math" panose="02040503050406030204" pitchFamily="18" charset="0"/>
                </a:endParaRPr>
              </a:p>
              <a:p>
                <a:endParaRPr lang="en-US" sz="1200" dirty="0"/>
              </a:p>
              <a:p>
                <a:endParaRPr lang="en-US" sz="1200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BAB72E16-8C64-443F-8DD8-34DB8C8F43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7356" y="854062"/>
                <a:ext cx="10703224" cy="4891339"/>
              </a:xfrm>
              <a:prstGeom prst="rect">
                <a:avLst/>
              </a:prstGeom>
              <a:blipFill>
                <a:blip r:embed="rId2"/>
                <a:stretch>
                  <a:fillRect l="-5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pole tekstowe 9">
                <a:extLst>
                  <a:ext uri="{FF2B5EF4-FFF2-40B4-BE49-F238E27FC236}">
                    <a16:creationId xmlns:a16="http://schemas.microsoft.com/office/drawing/2014/main" id="{4FDC9C4F-EFD7-6003-EEAB-9F44C796B972}"/>
                  </a:ext>
                </a:extLst>
              </p:cNvPr>
              <p:cNvSpPr txBox="1"/>
              <p:nvPr/>
            </p:nvSpPr>
            <p:spPr>
              <a:xfrm>
                <a:off x="8279935" y="599333"/>
                <a:ext cx="3179428" cy="310341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pl-PL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Trowbridge-Reitz GGX:</a:t>
                </a: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kumimoji="0" lang="en-GB" sz="12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𝐷</m:t>
                      </m:r>
                      <m:r>
                        <a:rPr kumimoji="0" lang="pl-PL" sz="12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=</m:t>
                      </m:r>
                      <m:f>
                        <m:fPr>
                          <m:ctrlPr>
                            <a:rPr kumimoji="0" lang="en-US" sz="1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kumimoji="0" lang="en-US" sz="12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sSupPr>
                            <m:e>
                              <m:r>
                                <a:rPr kumimoji="0" lang="en-US" sz="12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+mn-cs"/>
                                </a:rPr>
                                <m:t>𝛼</m:t>
                              </m:r>
                            </m:e>
                            <m:sup>
                              <m:r>
                                <a:rPr kumimoji="0" lang="pl-PL" sz="12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kumimoji="0" lang="el-GR" sz="1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𝜋</m:t>
                          </m:r>
                          <m:sSup>
                            <m:sSupPr>
                              <m:ctrlPr>
                                <a:rPr kumimoji="0" lang="el-GR" sz="12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kumimoji="0" lang="el-GR" sz="12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kumimoji="0" lang="el-GR" sz="12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kumimoji="0" lang="el-GR" sz="12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  <m:t>(</m:t>
                                      </m:r>
                                      <m:r>
                                        <a:rPr kumimoji="0" lang="en-US" sz="12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  <m:t>𝑛</m:t>
                                      </m:r>
                                      <m:r>
                                        <a:rPr kumimoji="0" lang="en-US" sz="12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  <m:t>⋅</m:t>
                                      </m:r>
                                      <m:sSub>
                                        <m:sSubPr>
                                          <m:ctrlPr>
                                            <a:rPr kumimoji="0" lang="en-US" sz="1200" b="0" i="1" u="none" strike="noStrike" kern="1200" cap="none" spc="0" normalizeH="0" baseline="0" noProof="0">
                                              <a:ln>
                                                <a:noFill/>
                                              </a:ln>
                                              <a:solidFill>
                                                <a:prstClr val="black"/>
                                              </a:solidFill>
                                              <a:effectLst/>
                                              <a:uLnTx/>
                                              <a:uFillTx/>
                                              <a:latin typeface="Cambria Math" panose="02040503050406030204" pitchFamily="18" charset="0"/>
                                              <a:ea typeface="+mn-ea"/>
                                              <a:cs typeface="+mn-cs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kumimoji="0" lang="en-US" sz="1200" b="0" i="1" u="none" strike="noStrike" kern="1200" cap="none" spc="0" normalizeH="0" baseline="0" noProof="0">
                                              <a:ln>
                                                <a:noFill/>
                                              </a:ln>
                                              <a:solidFill>
                                                <a:prstClr val="black"/>
                                              </a:solidFill>
                                              <a:effectLst/>
                                              <a:uLnTx/>
                                              <a:uFillTx/>
                                              <a:latin typeface="Cambria Math" panose="02040503050406030204" pitchFamily="18" charset="0"/>
                                              <a:ea typeface="+mn-ea"/>
                                              <a:cs typeface="+mn-cs"/>
                                            </a:rPr>
                                            <m:t>h</m:t>
                                          </m:r>
                                        </m:e>
                                        <m:sub>
                                          <m:r>
                                            <a:rPr kumimoji="0" lang="en-US" sz="1200" b="0" i="1" u="none" strike="noStrike" kern="1200" cap="none" spc="0" normalizeH="0" baseline="0" noProof="0">
                                              <a:ln>
                                                <a:noFill/>
                                              </a:ln>
                                              <a:solidFill>
                                                <a:prstClr val="black"/>
                                              </a:solidFill>
                                              <a:effectLst/>
                                              <a:uLnTx/>
                                              <a:uFillTx/>
                                              <a:latin typeface="Cambria Math" panose="02040503050406030204" pitchFamily="18" charset="0"/>
                                              <a:ea typeface="+mn-ea"/>
                                              <a:cs typeface="+mn-cs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r>
                                        <a:rPr kumimoji="0" lang="en-US" sz="12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  <m:t>)</m:t>
                                      </m:r>
                                    </m:e>
                                    <m:sup>
                                      <m:r>
                                        <a:rPr kumimoji="0" lang="pl-PL" sz="12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  <m:t>2</m:t>
                                      </m:r>
                                    </m:sup>
                                  </m:sSup>
                                  <m:r>
                                    <a:rPr kumimoji="0" lang="en-US" sz="12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(</m:t>
                                  </m:r>
                                  <m:sSup>
                                    <m:sSupPr>
                                      <m:ctrlPr>
                                        <a:rPr kumimoji="0" lang="en-US" sz="12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kumimoji="0" lang="en-US" sz="12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+mn-cs"/>
                                        </a:rPr>
                                        <m:t>𝛼</m:t>
                                      </m:r>
                                    </m:e>
                                    <m:sup>
                                      <m:r>
                                        <a:rPr kumimoji="0" lang="pl-PL" sz="12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  <m:t>2</m:t>
                                      </m:r>
                                    </m:sup>
                                  </m:sSup>
                                  <m:r>
                                    <a:rPr kumimoji="0" lang="el-GR" sz="12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−1)+1</m:t>
                                  </m:r>
                                </m:e>
                              </m:d>
                            </m:e>
                            <m:sup>
                              <m:r>
                                <a:rPr kumimoji="0" lang="pl-PL" sz="12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pl-PL" dirty="0"/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lang="pl-PL" dirty="0"/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l-PL" sz="1100" dirty="0"/>
                  <a:t>For </a:t>
                </a:r>
                <a:r>
                  <a:rPr lang="en-US" sz="1100" dirty="0"/>
                  <a:t>low discrepancy</a:t>
                </a:r>
                <a:r>
                  <a:rPr lang="pl-PL" sz="1100" dirty="0"/>
                  <a:t> </a:t>
                </a:r>
                <a:r>
                  <a:rPr lang="pl-PL" sz="1100" dirty="0" err="1"/>
                  <a:t>sampled</a:t>
                </a:r>
                <a:r>
                  <a:rPr lang="pl-PL" sz="1100" dirty="0"/>
                  <a:t> </a:t>
                </a:r>
                <a:r>
                  <a:rPr lang="pl-PL" sz="1100" dirty="0" err="1"/>
                  <a:t>random</a:t>
                </a:r>
                <a:r>
                  <a:rPr lang="pl-PL" sz="1100" dirty="0"/>
                  <a:t> A and B:</a:t>
                </a:r>
              </a:p>
              <a:p>
                <a:pPr lvl="0">
                  <a:defRPr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1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1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sSub>
                            <m:sSubPr>
                              <m:ctrlPr>
                                <a:rPr lang="en-US" sz="11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100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lang="en-US" sz="11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sub>
                      </m:sSub>
                      <m:r>
                        <a:rPr kumimoji="0" lang="pl-PL" sz="11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=</m:t>
                      </m:r>
                      <m:func>
                        <m:funcPr>
                          <m:ctrlPr>
                            <a:rPr kumimoji="0" lang="pl-PL" sz="11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funcPr>
                        <m:fName>
                          <m:r>
                            <a:rPr kumimoji="0" lang="pl-PL" sz="11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𝑎𝑟𝑐</m:t>
                          </m:r>
                          <m:r>
                            <m:rPr>
                              <m:sty m:val="p"/>
                            </m:rPr>
                            <a:rPr kumimoji="0" lang="pl-PL" sz="1100" b="0" i="0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cos</m:t>
                          </m:r>
                        </m:fName>
                        <m:e>
                          <m:d>
                            <m:dPr>
                              <m:ctrlPr>
                                <a:rPr kumimoji="0" lang="pl-PL" sz="11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dPr>
                            <m:e>
                              <m:rad>
                                <m:radPr>
                                  <m:degHide m:val="on"/>
                                  <m:ctrlPr>
                                    <a:rPr kumimoji="0" lang="pl-PL" sz="11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radPr>
                                <m:deg/>
                                <m:e>
                                  <m:f>
                                    <m:fPr>
                                      <m:ctrlPr>
                                        <a:rPr kumimoji="0" lang="pl-PL" sz="1100" b="0" i="1" u="none" strike="noStrike" kern="1200" cap="none" spc="0" normalizeH="0" baseline="0" noProof="0" smtClean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kumimoji="0" lang="pl-PL" sz="1100" b="0" i="1" u="none" strike="noStrike" kern="1200" cap="none" spc="0" normalizeH="0" baseline="0" noProof="0" smtClean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  <m:t>1−</m:t>
                                      </m:r>
                                      <m:r>
                                        <a:rPr kumimoji="0" lang="pl-PL" sz="1100" b="0" i="1" u="none" strike="noStrike" kern="1200" cap="none" spc="0" normalizeH="0" baseline="0" noProof="0" smtClean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  <m:t>𝐴</m:t>
                                      </m:r>
                                    </m:num>
                                    <m:den>
                                      <m:r>
                                        <a:rPr kumimoji="0" lang="pl-PL" sz="1100" b="0" i="1" u="none" strike="noStrike" kern="1200" cap="none" spc="0" normalizeH="0" baseline="0" noProof="0" smtClean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  <m:t>𝐴</m:t>
                                      </m:r>
                                      <m:d>
                                        <m:dPr>
                                          <m:ctrlPr>
                                            <a:rPr kumimoji="0" lang="pl-PL" sz="1100" b="0" i="1" u="none" strike="noStrike" kern="1200" cap="none" spc="0" normalizeH="0" baseline="0" noProof="0" smtClean="0">
                                              <a:ln>
                                                <a:noFill/>
                                              </a:ln>
                                              <a:solidFill>
                                                <a:prstClr val="black"/>
                                              </a:solidFill>
                                              <a:effectLst/>
                                              <a:uLnTx/>
                                              <a:uFillTx/>
                                              <a:latin typeface="Cambria Math" panose="02040503050406030204" pitchFamily="18" charset="0"/>
                                              <a:ea typeface="+mn-ea"/>
                                              <a:cs typeface="+mn-cs"/>
                                            </a:rPr>
                                          </m:ctrlPr>
                                        </m:dPr>
                                        <m:e>
                                          <m:sSup>
                                            <m:sSupPr>
                                              <m:ctrlPr>
                                                <a:rPr lang="en-US" sz="1100" i="1">
                                                  <a:solidFill>
                                                    <a:prstClr val="black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pPr>
                                            <m:e>
                                              <m:r>
                                                <a:rPr lang="en-US" sz="1100" i="1">
                                                  <a:solidFill>
                                                    <a:prstClr val="black"/>
                                                  </a:solidFill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𝛼</m:t>
                                              </m:r>
                                            </m:e>
                                            <m:sup>
                                              <m:r>
                                                <a:rPr lang="pl-PL" sz="1100" i="1">
                                                  <a:solidFill>
                                                    <a:prstClr val="black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2</m:t>
                                              </m:r>
                                            </m:sup>
                                          </m:sSup>
                                          <m:r>
                                            <a:rPr lang="el-GR" sz="11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−1</m:t>
                                          </m:r>
                                        </m:e>
                                      </m:d>
                                      <m:r>
                                        <a:rPr kumimoji="0" lang="pl-PL" sz="1100" b="0" i="1" u="none" strike="noStrike" kern="1200" cap="none" spc="0" normalizeH="0" baseline="0" noProof="0" smtClean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  <m:t>+1</m:t>
                                      </m:r>
                                    </m:den>
                                  </m:f>
                                </m:e>
                              </m:rad>
                            </m:e>
                          </m:d>
                        </m:e>
                      </m:func>
                    </m:oMath>
                  </m:oMathPara>
                </a14:m>
                <a:endParaRPr kumimoji="0" lang="pl-PL" sz="1100" b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  <a:p>
                <a:pPr lvl="0">
                  <a:defRPr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l-PL" sz="11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l-PL" sz="11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𝜙</m:t>
                          </m:r>
                        </m:e>
                        <m:sub>
                          <m:sSub>
                            <m:sSubPr>
                              <m:ctrlPr>
                                <a:rPr lang="en-US" sz="11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100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lang="en-US" sz="11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sub>
                      </m:sSub>
                      <m:r>
                        <a:rPr lang="pl-PL" sz="1100" b="0" i="1" smtClean="0">
                          <a:latin typeface="Cambria Math" panose="02040503050406030204" pitchFamily="18" charset="0"/>
                        </a:rPr>
                        <m:t>=2</m:t>
                      </m:r>
                      <m:r>
                        <a:rPr lang="el-GR" sz="1100" i="1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𝜋</m:t>
                      </m:r>
                      <m:r>
                        <a:rPr lang="pl-PL" sz="1100" b="0" i="1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</m:oMath>
                  </m:oMathPara>
                </a14:m>
                <a:endParaRPr lang="pl-PL" sz="1100" dirty="0"/>
              </a:p>
              <a:p>
                <a:pPr lvl="0">
                  <a:defRPr/>
                </a:pPr>
                <a:endParaRPr lang="pl-PL" sz="1100" dirty="0"/>
              </a:p>
              <a:p>
                <a:pPr>
                  <a:defRPr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1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100" i="1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sz="11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pl-PL" sz="11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pl-PL" sz="11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pl-PL" sz="1100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func>
                                  <m:funcPr>
                                    <m:ctrlPr>
                                      <a:rPr lang="en-US" sz="1100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sz="1100">
                                        <a:latin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d>
                                      <m:dPr>
                                        <m:ctrlPr>
                                          <a:rPr lang="en-US" sz="11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sSub>
                                          <m:sSubPr>
                                            <m:ctrlPr>
                                              <a:rPr lang="en-US" sz="11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sz="11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𝜃</m:t>
                                            </m:r>
                                          </m:e>
                                          <m:sub>
                                            <m:sSub>
                                              <m:sSubPr>
                                                <m:ctrlPr>
                                                  <a:rPr lang="en-US" sz="1100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lang="en-US" sz="1100" i="1">
                                                    <a:latin typeface="Cambria Math" panose="02040503050406030204" pitchFamily="18" charset="0"/>
                                                  </a:rPr>
                                                  <m:t>h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en-US" sz="1100" i="1">
                                                    <a:latin typeface="Cambria Math" panose="02040503050406030204" pitchFamily="18" charset="0"/>
                                                  </a:rPr>
                                                  <m:t>𝑖</m:t>
                                                </m:r>
                                              </m:sub>
                                            </m:sSub>
                                          </m:sub>
                                        </m:sSub>
                                      </m:e>
                                    </m:d>
                                  </m:e>
                                </m:func>
                                <m:func>
                                  <m:funcPr>
                                    <m:ctrlPr>
                                      <a:rPr lang="pl-PL" sz="1100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pl-PL" sz="1100">
                                        <a:latin typeface="Cambria Math" panose="02040503050406030204" pitchFamily="18" charset="0"/>
                                      </a:rPr>
                                      <m:t>cos</m:t>
                                    </m:r>
                                  </m:fName>
                                  <m:e>
                                    <m:d>
                                      <m:dPr>
                                        <m:ctrlPr>
                                          <a:rPr lang="pl-PL" sz="11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sSub>
                                          <m:sSubPr>
                                            <m:ctrlPr>
                                              <a:rPr lang="pl-PL" sz="11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pl-PL" sz="11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𝜙</m:t>
                                            </m:r>
                                          </m:e>
                                          <m:sub>
                                            <m:sSub>
                                              <m:sSubPr>
                                                <m:ctrlPr>
                                                  <a:rPr lang="en-US" sz="1100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lang="en-US" sz="1100" i="1">
                                                    <a:latin typeface="Cambria Math" panose="02040503050406030204" pitchFamily="18" charset="0"/>
                                                  </a:rPr>
                                                  <m:t>h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en-US" sz="1100" i="1">
                                                    <a:latin typeface="Cambria Math" panose="02040503050406030204" pitchFamily="18" charset="0"/>
                                                  </a:rPr>
                                                  <m:t>𝑖</m:t>
                                                </m:r>
                                              </m:sub>
                                            </m:sSub>
                                          </m:sub>
                                        </m:sSub>
                                      </m:e>
                                    </m:d>
                                  </m:e>
                                </m:func>
                              </m:e>
                            </m:mr>
                            <m:mr>
                              <m:e>
                                <m:func>
                                  <m:funcPr>
                                    <m:ctrlPr>
                                      <a:rPr lang="en-US" sz="1100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sz="1100">
                                        <a:latin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d>
                                      <m:dPr>
                                        <m:ctrlPr>
                                          <a:rPr lang="en-US" sz="11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sSub>
                                          <m:sSubPr>
                                            <m:ctrlPr>
                                              <a:rPr lang="en-US" sz="11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sz="11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𝜃</m:t>
                                            </m:r>
                                          </m:e>
                                          <m:sub>
                                            <m:sSub>
                                              <m:sSubPr>
                                                <m:ctrlPr>
                                                  <a:rPr lang="en-US" sz="1100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lang="en-US" sz="1100" i="1">
                                                    <a:latin typeface="Cambria Math" panose="02040503050406030204" pitchFamily="18" charset="0"/>
                                                  </a:rPr>
                                                  <m:t>h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en-US" sz="1100" i="1">
                                                    <a:latin typeface="Cambria Math" panose="02040503050406030204" pitchFamily="18" charset="0"/>
                                                  </a:rPr>
                                                  <m:t>𝑖</m:t>
                                                </m:r>
                                              </m:sub>
                                            </m:sSub>
                                          </m:sub>
                                        </m:sSub>
                                      </m:e>
                                    </m:d>
                                  </m:e>
                                </m:func>
                                <m:func>
                                  <m:funcPr>
                                    <m:ctrlPr>
                                      <a:rPr lang="pl-PL" sz="1100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pl-PL" sz="1100" b="0" i="0" smtClean="0">
                                        <a:latin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d>
                                      <m:dPr>
                                        <m:ctrlPr>
                                          <a:rPr lang="pl-PL" sz="11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sSub>
                                          <m:sSubPr>
                                            <m:ctrlPr>
                                              <a:rPr lang="pl-PL" sz="11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pl-PL" sz="11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𝜙</m:t>
                                            </m:r>
                                          </m:e>
                                          <m:sub>
                                            <m:sSub>
                                              <m:sSubPr>
                                                <m:ctrlPr>
                                                  <a:rPr lang="en-US" sz="1100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lang="en-US" sz="1100" i="1">
                                                    <a:latin typeface="Cambria Math" panose="02040503050406030204" pitchFamily="18" charset="0"/>
                                                  </a:rPr>
                                                  <m:t>h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en-US" sz="1100" i="1">
                                                    <a:latin typeface="Cambria Math" panose="02040503050406030204" pitchFamily="18" charset="0"/>
                                                  </a:rPr>
                                                  <m:t>𝑖</m:t>
                                                </m:r>
                                              </m:sub>
                                            </m:sSub>
                                          </m:sub>
                                        </m:sSub>
                                      </m:e>
                                    </m:d>
                                  </m:e>
                                </m:func>
                              </m:e>
                            </m:mr>
                            <m:mr>
                              <m:e>
                                <m:func>
                                  <m:funcPr>
                                    <m:ctrlPr>
                                      <a:rPr lang="en-US" sz="1100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pl-PL" sz="1100" b="0" i="0" smtClean="0">
                                        <a:latin typeface="Cambria Math" panose="02040503050406030204" pitchFamily="18" charset="0"/>
                                      </a:rPr>
                                      <m:t>cos</m:t>
                                    </m:r>
                                  </m:fName>
                                  <m:e>
                                    <m:d>
                                      <m:dPr>
                                        <m:ctrlPr>
                                          <a:rPr lang="en-US" sz="11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sSub>
                                          <m:sSubPr>
                                            <m:ctrlPr>
                                              <a:rPr lang="en-US" sz="11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sz="11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𝜃</m:t>
                                            </m:r>
                                          </m:e>
                                          <m:sub>
                                            <m:sSub>
                                              <m:sSubPr>
                                                <m:ctrlPr>
                                                  <a:rPr lang="en-US" sz="1100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lang="en-US" sz="1100" i="1">
                                                    <a:latin typeface="Cambria Math" panose="02040503050406030204" pitchFamily="18" charset="0"/>
                                                  </a:rPr>
                                                  <m:t>h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en-US" sz="1100" i="1">
                                                    <a:latin typeface="Cambria Math" panose="02040503050406030204" pitchFamily="18" charset="0"/>
                                                  </a:rPr>
                                                  <m:t>𝑖</m:t>
                                                </m:r>
                                              </m:sub>
                                            </m:sSub>
                                          </m:sub>
                                        </m:sSub>
                                      </m:e>
                                    </m:d>
                                  </m:e>
                                </m:func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pl-PL" sz="1100" dirty="0"/>
              </a:p>
              <a:p>
                <a:pPr>
                  <a:defRPr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GB" sz="1100" i="1">
                            <a:solidFill>
                              <a:srgbClr val="836967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GB" sz="1100">
                            <a:latin typeface="Cambria Math" panose="02040503050406030204" pitchFamily="18" charset="0"/>
                          </a:rPr>
                          <m:t>ω</m:t>
                        </m:r>
                      </m:e>
                      <m:sub>
                        <m:r>
                          <a:rPr lang="pl-PL" sz="11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pl-PL" sz="1100" b="0" i="1" smtClean="0">
                        <a:latin typeface="Cambria Math" panose="02040503050406030204" pitchFamily="18" charset="0"/>
                      </a:rPr>
                      <m:t>=2</m:t>
                    </m:r>
                    <m:d>
                      <m:dPr>
                        <m:ctrlPr>
                          <a:rPr lang="pl-PL" sz="11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GB" sz="1100" i="1">
                                <a:solidFill>
                                  <a:srgbClr val="836967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GB" sz="1100">
                                <a:latin typeface="Cambria Math" panose="02040503050406030204" pitchFamily="18" charset="0"/>
                              </a:rPr>
                              <m:t>ω</m:t>
                            </m:r>
                          </m:e>
                          <m:sub>
                            <m:r>
                              <a:rPr lang="en-GB" sz="1100" i="1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  <m:r>
                          <a:rPr lang="en-GB" sz="1100">
                            <a:latin typeface="Cambria Math" panose="02040503050406030204" pitchFamily="18" charset="0"/>
                          </a:rPr>
                          <m:t>∙</m:t>
                        </m:r>
                        <m:sSub>
                          <m:sSubPr>
                            <m:ctrlPr>
                              <a:rPr lang="en-US" sz="11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100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en-US" sz="11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sz="11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1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100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sz="11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pl-PL" sz="1100" dirty="0"/>
                  <a:t>-</a:t>
                </a:r>
                <a:r>
                  <a:rPr lang="en-GB" sz="1100" dirty="0">
                    <a:solidFill>
                      <a:srgbClr val="836967"/>
                    </a:solidFill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1100" i="1">
                            <a:solidFill>
                              <a:srgbClr val="836967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GB" sz="1100">
                            <a:latin typeface="Cambria Math" panose="02040503050406030204" pitchFamily="18" charset="0"/>
                          </a:rPr>
                          <m:t>ω</m:t>
                        </m:r>
                      </m:e>
                      <m:sub>
                        <m:r>
                          <a:rPr lang="en-GB" sz="1100" i="1">
                            <a:latin typeface="Cambria Math" panose="02040503050406030204" pitchFamily="18" charset="0"/>
                          </a:rPr>
                          <m:t>𝑜</m:t>
                        </m:r>
                      </m:sub>
                    </m:sSub>
                  </m:oMath>
                </a14:m>
                <a:endParaRPr lang="pl-PL" sz="1100" dirty="0"/>
              </a:p>
              <a:p>
                <a:pPr lvl="0">
                  <a:defRPr/>
                </a:pPr>
                <a:endParaRPr lang="en-US" sz="1100" dirty="0"/>
              </a:p>
            </p:txBody>
          </p:sp>
        </mc:Choice>
        <mc:Fallback xmlns="">
          <p:sp>
            <p:nvSpPr>
              <p:cNvPr id="10" name="pole tekstowe 9">
                <a:extLst>
                  <a:ext uri="{FF2B5EF4-FFF2-40B4-BE49-F238E27FC236}">
                    <a16:creationId xmlns:a16="http://schemas.microsoft.com/office/drawing/2014/main" id="{4FDC9C4F-EFD7-6003-EEAB-9F44C796B97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79935" y="599333"/>
                <a:ext cx="3179428" cy="310341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2851686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AF4259D0-7D9D-DA33-8C9A-115A7C185F6B}"/>
              </a:ext>
            </a:extLst>
          </p:cNvPr>
          <p:cNvSpPr/>
          <p:nvPr/>
        </p:nvSpPr>
        <p:spPr>
          <a:xfrm>
            <a:off x="348344" y="692336"/>
            <a:ext cx="10611765" cy="4396988"/>
          </a:xfrm>
          <a:prstGeom prst="roundRect">
            <a:avLst>
              <a:gd name="adj" fmla="val 2510"/>
            </a:avLst>
          </a:prstGeom>
          <a:solidFill>
            <a:schemeClr val="accent2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3" name="Rectangle: Rounded Corners 162">
            <a:extLst>
              <a:ext uri="{FF2B5EF4-FFF2-40B4-BE49-F238E27FC236}">
                <a16:creationId xmlns:a16="http://schemas.microsoft.com/office/drawing/2014/main" id="{252D262A-AE59-3EE1-DE3F-D63D25088B38}"/>
              </a:ext>
            </a:extLst>
          </p:cNvPr>
          <p:cNvSpPr/>
          <p:nvPr/>
        </p:nvSpPr>
        <p:spPr>
          <a:xfrm>
            <a:off x="1417011" y="2657020"/>
            <a:ext cx="9448783" cy="2027174"/>
          </a:xfrm>
          <a:prstGeom prst="roundRect">
            <a:avLst>
              <a:gd name="adj" fmla="val 6895"/>
            </a:avLst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="vert270" lIns="0" rtlCol="0" anchor="t"/>
          <a:lstStyle/>
          <a:p>
            <a:pPr algn="ctr"/>
            <a:r>
              <a:rPr lang="pl-PL" dirty="0"/>
              <a:t>G-</a:t>
            </a:r>
            <a:r>
              <a:rPr lang="en-US" dirty="0"/>
              <a:t>Buffer</a:t>
            </a:r>
          </a:p>
        </p:txBody>
      </p:sp>
      <p:sp>
        <p:nvSpPr>
          <p:cNvPr id="223" name="Rectangle: Rounded Corners 222">
            <a:extLst>
              <a:ext uri="{FF2B5EF4-FFF2-40B4-BE49-F238E27FC236}">
                <a16:creationId xmlns:a16="http://schemas.microsoft.com/office/drawing/2014/main" id="{FFFB8165-84C7-AFF6-3354-07A6234085D0}"/>
              </a:ext>
            </a:extLst>
          </p:cNvPr>
          <p:cNvSpPr/>
          <p:nvPr/>
        </p:nvSpPr>
        <p:spPr>
          <a:xfrm>
            <a:off x="2115241" y="2735541"/>
            <a:ext cx="8654372" cy="252000"/>
          </a:xfrm>
          <a:prstGeom prst="roundRect">
            <a:avLst>
              <a:gd name="adj" fmla="val 33874"/>
            </a:avLst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r"/>
            <a:r>
              <a:rPr lang="en-US" dirty="0"/>
              <a:t>Albedo</a:t>
            </a:r>
          </a:p>
        </p:txBody>
      </p:sp>
      <p:sp>
        <p:nvSpPr>
          <p:cNvPr id="226" name="Rectangle: Rounded Corners 225">
            <a:extLst>
              <a:ext uri="{FF2B5EF4-FFF2-40B4-BE49-F238E27FC236}">
                <a16:creationId xmlns:a16="http://schemas.microsoft.com/office/drawing/2014/main" id="{C6EF45DF-BBC6-6A63-02DD-B5767ADDB0EA}"/>
              </a:ext>
            </a:extLst>
          </p:cNvPr>
          <p:cNvSpPr/>
          <p:nvPr/>
        </p:nvSpPr>
        <p:spPr>
          <a:xfrm>
            <a:off x="3099198" y="1526345"/>
            <a:ext cx="7762335" cy="1051834"/>
          </a:xfrm>
          <a:prstGeom prst="roundRect">
            <a:avLst>
              <a:gd name="adj" fmla="val 11339"/>
            </a:avLst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="vert270" lIns="0" rtlCol="0" anchor="t"/>
          <a:lstStyle/>
          <a:p>
            <a:pPr algn="ctr"/>
            <a:r>
              <a:rPr lang="en-US" dirty="0"/>
              <a:t>I</a:t>
            </a:r>
            <a:r>
              <a:rPr lang="pl-PL" dirty="0"/>
              <a:t>-</a:t>
            </a:r>
            <a:r>
              <a:rPr lang="en-US" dirty="0"/>
              <a:t>Buffer</a:t>
            </a:r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0D035AB2-F3F2-1F3C-4336-FA15540B837C}"/>
              </a:ext>
            </a:extLst>
          </p:cNvPr>
          <p:cNvSpPr/>
          <p:nvPr/>
        </p:nvSpPr>
        <p:spPr>
          <a:xfrm>
            <a:off x="2109856" y="3059551"/>
            <a:ext cx="8659757" cy="252000"/>
          </a:xfrm>
          <a:prstGeom prst="roundRect">
            <a:avLst>
              <a:gd name="adj" fmla="val 33874"/>
            </a:avLst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r"/>
            <a:r>
              <a:rPr lang="en-US" dirty="0"/>
              <a:t>Metalness</a:t>
            </a: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FBC03CCB-2EF5-8877-2D4C-1EC502360AC6}"/>
              </a:ext>
            </a:extLst>
          </p:cNvPr>
          <p:cNvSpPr/>
          <p:nvPr/>
        </p:nvSpPr>
        <p:spPr>
          <a:xfrm>
            <a:off x="2115114" y="3708045"/>
            <a:ext cx="8654498" cy="252000"/>
          </a:xfrm>
          <a:prstGeom prst="roundRect">
            <a:avLst>
              <a:gd name="adj" fmla="val 33875"/>
            </a:avLst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r"/>
            <a:r>
              <a:rPr lang="en-US" dirty="0"/>
              <a:t>Roughness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FD07B44A-E351-CA5D-D912-8727958DCAD5}"/>
              </a:ext>
            </a:extLst>
          </p:cNvPr>
          <p:cNvSpPr/>
          <p:nvPr/>
        </p:nvSpPr>
        <p:spPr>
          <a:xfrm>
            <a:off x="368815" y="5085573"/>
            <a:ext cx="10591295" cy="1458891"/>
          </a:xfrm>
          <a:prstGeom prst="roundRect">
            <a:avLst>
              <a:gd name="adj" fmla="val 8375"/>
            </a:avLst>
          </a:prstGeom>
          <a:solidFill>
            <a:schemeClr val="accent5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856A2FF4-CAD0-56F1-2BAF-F52D680413B6}"/>
              </a:ext>
            </a:extLst>
          </p:cNvPr>
          <p:cNvSpPr/>
          <p:nvPr/>
        </p:nvSpPr>
        <p:spPr>
          <a:xfrm rot="16200000">
            <a:off x="69900" y="2812562"/>
            <a:ext cx="1125894" cy="304802"/>
          </a:xfrm>
          <a:prstGeom prst="round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Memory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D8C68787-A4D1-122B-D188-9ABC271A5571}"/>
              </a:ext>
            </a:extLst>
          </p:cNvPr>
          <p:cNvSpPr/>
          <p:nvPr/>
        </p:nvSpPr>
        <p:spPr>
          <a:xfrm rot="16200000">
            <a:off x="102635" y="5633636"/>
            <a:ext cx="1125894" cy="304802"/>
          </a:xfrm>
          <a:prstGeom prst="roundRect">
            <a:avLst/>
          </a:prstGeom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Execution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497485FB-6752-5231-7313-1E62521E32DE}"/>
              </a:ext>
            </a:extLst>
          </p:cNvPr>
          <p:cNvSpPr/>
          <p:nvPr/>
        </p:nvSpPr>
        <p:spPr>
          <a:xfrm>
            <a:off x="989298" y="5883290"/>
            <a:ext cx="1051249" cy="566056"/>
          </a:xfrm>
          <a:prstGeom prst="round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Depth only</a:t>
            </a:r>
          </a:p>
          <a:p>
            <a:pPr algn="ctr"/>
            <a:r>
              <a:rPr lang="en-US" sz="1400" dirty="0"/>
              <a:t>Pre-Pass</a:t>
            </a: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F5B112BD-654A-6B03-9D3E-1064BA4E8858}"/>
              </a:ext>
            </a:extLst>
          </p:cNvPr>
          <p:cNvSpPr/>
          <p:nvPr/>
        </p:nvSpPr>
        <p:spPr>
          <a:xfrm>
            <a:off x="1508985" y="4356655"/>
            <a:ext cx="606245" cy="252000"/>
          </a:xfrm>
          <a:prstGeom prst="roundRect">
            <a:avLst>
              <a:gd name="adj" fmla="val 36333"/>
            </a:avLst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endParaRPr lang="en-US" sz="1400" dirty="0"/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C7F66150-ED1C-2F58-8BEE-B81C19839986}"/>
              </a:ext>
            </a:extLst>
          </p:cNvPr>
          <p:cNvSpPr/>
          <p:nvPr/>
        </p:nvSpPr>
        <p:spPr>
          <a:xfrm>
            <a:off x="2115229" y="4354863"/>
            <a:ext cx="8654381" cy="252000"/>
          </a:xfrm>
          <a:prstGeom prst="roundRect">
            <a:avLst>
              <a:gd name="adj" fmla="val 36333"/>
            </a:avLst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r"/>
            <a:r>
              <a:rPr lang="en-US" dirty="0"/>
              <a:t>Z-Buffer</a:t>
            </a:r>
          </a:p>
        </p:txBody>
      </p:sp>
      <p:sp>
        <p:nvSpPr>
          <p:cNvPr id="71" name="Rectangle: Rounded Corners 70">
            <a:extLst>
              <a:ext uri="{FF2B5EF4-FFF2-40B4-BE49-F238E27FC236}">
                <a16:creationId xmlns:a16="http://schemas.microsoft.com/office/drawing/2014/main" id="{699C9DB5-2707-4E9C-B9EB-A80E60994D2A}"/>
              </a:ext>
            </a:extLst>
          </p:cNvPr>
          <p:cNvSpPr/>
          <p:nvPr/>
        </p:nvSpPr>
        <p:spPr>
          <a:xfrm>
            <a:off x="1626215" y="5191417"/>
            <a:ext cx="988434" cy="566056"/>
          </a:xfrm>
          <a:prstGeom prst="round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Geometry Pass</a:t>
            </a:r>
          </a:p>
        </p:txBody>
      </p:sp>
      <p:sp>
        <p:nvSpPr>
          <p:cNvPr id="119" name="Rectangle: Rounded Corners 118">
            <a:extLst>
              <a:ext uri="{FF2B5EF4-FFF2-40B4-BE49-F238E27FC236}">
                <a16:creationId xmlns:a16="http://schemas.microsoft.com/office/drawing/2014/main" id="{CC90293B-1A06-ED04-93AE-82D98C24A912}"/>
              </a:ext>
            </a:extLst>
          </p:cNvPr>
          <p:cNvSpPr/>
          <p:nvPr/>
        </p:nvSpPr>
        <p:spPr>
          <a:xfrm>
            <a:off x="2565802" y="5892126"/>
            <a:ext cx="789628" cy="566056"/>
          </a:xfrm>
          <a:prstGeom prst="round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Lights Culling</a:t>
            </a:r>
          </a:p>
        </p:txBody>
      </p:sp>
      <p:sp>
        <p:nvSpPr>
          <p:cNvPr id="122" name="Rectangle: Rounded Corners 121">
            <a:extLst>
              <a:ext uri="{FF2B5EF4-FFF2-40B4-BE49-F238E27FC236}">
                <a16:creationId xmlns:a16="http://schemas.microsoft.com/office/drawing/2014/main" id="{F6C043F0-0EB5-A0B1-51A3-3CD5CCEC7230}"/>
              </a:ext>
            </a:extLst>
          </p:cNvPr>
          <p:cNvSpPr/>
          <p:nvPr/>
        </p:nvSpPr>
        <p:spPr>
          <a:xfrm>
            <a:off x="2960169" y="4746579"/>
            <a:ext cx="7905625" cy="252000"/>
          </a:xfrm>
          <a:prstGeom prst="roundRect">
            <a:avLst>
              <a:gd name="adj" fmla="val 33874"/>
            </a:avLst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r"/>
            <a:r>
              <a:rPr lang="en-US" dirty="0"/>
              <a:t>Lights</a:t>
            </a:r>
          </a:p>
        </p:txBody>
      </p:sp>
      <p:cxnSp>
        <p:nvCxnSpPr>
          <p:cNvPr id="157" name="Straight Arrow Connector 156">
            <a:extLst>
              <a:ext uri="{FF2B5EF4-FFF2-40B4-BE49-F238E27FC236}">
                <a16:creationId xmlns:a16="http://schemas.microsoft.com/office/drawing/2014/main" id="{62B94087-07AE-3598-25E6-E761491CBF75}"/>
              </a:ext>
            </a:extLst>
          </p:cNvPr>
          <p:cNvCxnSpPr>
            <a:cxnSpLocks/>
            <a:stCxn id="10" idx="0"/>
            <a:endCxn id="23" idx="1"/>
          </p:cNvCxnSpPr>
          <p:nvPr/>
        </p:nvCxnSpPr>
        <p:spPr>
          <a:xfrm flipH="1" flipV="1">
            <a:off x="1508985" y="4482655"/>
            <a:ext cx="5938" cy="1400635"/>
          </a:xfrm>
          <a:prstGeom prst="straightConnector1">
            <a:avLst/>
          </a:prstGeom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72C8B559-1B9E-EC0E-FF89-D0ADC1844618}"/>
              </a:ext>
            </a:extLst>
          </p:cNvPr>
          <p:cNvSpPr/>
          <p:nvPr/>
        </p:nvSpPr>
        <p:spPr>
          <a:xfrm>
            <a:off x="2115229" y="3382583"/>
            <a:ext cx="8659759" cy="252000"/>
          </a:xfrm>
          <a:prstGeom prst="roundRect">
            <a:avLst>
              <a:gd name="adj" fmla="val 31416"/>
            </a:avLst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r"/>
            <a:r>
              <a:rPr lang="en-US" dirty="0"/>
              <a:t>Motion Vector</a:t>
            </a:r>
          </a:p>
        </p:txBody>
      </p: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2C329E85-EC65-4FFA-390B-8BF8BE2FC74D}"/>
              </a:ext>
            </a:extLst>
          </p:cNvPr>
          <p:cNvSpPr/>
          <p:nvPr/>
        </p:nvSpPr>
        <p:spPr>
          <a:xfrm>
            <a:off x="2115228" y="4033319"/>
            <a:ext cx="8654383" cy="252000"/>
          </a:xfrm>
          <a:prstGeom prst="roundRect">
            <a:avLst>
              <a:gd name="adj" fmla="val 33875"/>
            </a:avLst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r"/>
            <a:r>
              <a:rPr lang="en-US" dirty="0"/>
              <a:t>Normal</a:t>
            </a:r>
          </a:p>
        </p:txBody>
      </p:sp>
      <p:cxnSp>
        <p:nvCxnSpPr>
          <p:cNvPr id="167" name="Straight Arrow Connector 166">
            <a:extLst>
              <a:ext uri="{FF2B5EF4-FFF2-40B4-BE49-F238E27FC236}">
                <a16:creationId xmlns:a16="http://schemas.microsoft.com/office/drawing/2014/main" id="{82B893E4-046A-F076-5A93-CDE17DA0D654}"/>
              </a:ext>
            </a:extLst>
          </p:cNvPr>
          <p:cNvCxnSpPr>
            <a:cxnSpLocks/>
          </p:cNvCxnSpPr>
          <p:nvPr/>
        </p:nvCxnSpPr>
        <p:spPr>
          <a:xfrm>
            <a:off x="1972803" y="4606863"/>
            <a:ext cx="0" cy="584554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69" name="Straight Arrow Connector 168">
            <a:extLst>
              <a:ext uri="{FF2B5EF4-FFF2-40B4-BE49-F238E27FC236}">
                <a16:creationId xmlns:a16="http://schemas.microsoft.com/office/drawing/2014/main" id="{03AEB763-6D3E-EC8B-8F1B-CF729FBF2DDC}"/>
              </a:ext>
            </a:extLst>
          </p:cNvPr>
          <p:cNvCxnSpPr>
            <a:cxnSpLocks/>
          </p:cNvCxnSpPr>
          <p:nvPr/>
        </p:nvCxnSpPr>
        <p:spPr>
          <a:xfrm>
            <a:off x="2731879" y="4606863"/>
            <a:ext cx="0" cy="1276176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71" name="Straight Arrow Connector 170">
            <a:extLst>
              <a:ext uri="{FF2B5EF4-FFF2-40B4-BE49-F238E27FC236}">
                <a16:creationId xmlns:a16="http://schemas.microsoft.com/office/drawing/2014/main" id="{426E9A0A-8B40-AC1D-76CF-DFAC56BDB317}"/>
              </a:ext>
            </a:extLst>
          </p:cNvPr>
          <p:cNvCxnSpPr>
            <a:cxnSpLocks/>
          </p:cNvCxnSpPr>
          <p:nvPr/>
        </p:nvCxnSpPr>
        <p:spPr>
          <a:xfrm>
            <a:off x="2846024" y="4285319"/>
            <a:ext cx="0" cy="159772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94" name="Straight Connector 193">
            <a:extLst>
              <a:ext uri="{FF2B5EF4-FFF2-40B4-BE49-F238E27FC236}">
                <a16:creationId xmlns:a16="http://schemas.microsoft.com/office/drawing/2014/main" id="{889BE1D7-55C3-357D-19B6-FBF0184F5F21}"/>
              </a:ext>
            </a:extLst>
          </p:cNvPr>
          <p:cNvCxnSpPr>
            <a:cxnSpLocks/>
            <a:stCxn id="119" idx="0"/>
          </p:cNvCxnSpPr>
          <p:nvPr/>
        </p:nvCxnSpPr>
        <p:spPr>
          <a:xfrm flipV="1">
            <a:off x="2960616" y="4872579"/>
            <a:ext cx="580" cy="1019547"/>
          </a:xfrm>
          <a:prstGeom prst="line">
            <a:avLst/>
          </a:prstGeom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08" name="Straight Connector 207">
            <a:extLst>
              <a:ext uri="{FF2B5EF4-FFF2-40B4-BE49-F238E27FC236}">
                <a16:creationId xmlns:a16="http://schemas.microsoft.com/office/drawing/2014/main" id="{65C4057F-3FEA-6929-B9EB-3B359F602FBB}"/>
              </a:ext>
            </a:extLst>
          </p:cNvPr>
          <p:cNvCxnSpPr>
            <a:cxnSpLocks/>
            <a:stCxn id="71" idx="0"/>
          </p:cNvCxnSpPr>
          <p:nvPr/>
        </p:nvCxnSpPr>
        <p:spPr>
          <a:xfrm flipV="1">
            <a:off x="2120432" y="2861541"/>
            <a:ext cx="0" cy="2329876"/>
          </a:xfrm>
          <a:prstGeom prst="line">
            <a:avLst/>
          </a:prstGeom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227" name="Rectangle: Rounded Corners 226">
            <a:extLst>
              <a:ext uri="{FF2B5EF4-FFF2-40B4-BE49-F238E27FC236}">
                <a16:creationId xmlns:a16="http://schemas.microsoft.com/office/drawing/2014/main" id="{C0E08BDF-1CB0-B5DE-AB9E-8764429BC438}"/>
              </a:ext>
            </a:extLst>
          </p:cNvPr>
          <p:cNvSpPr/>
          <p:nvPr/>
        </p:nvSpPr>
        <p:spPr>
          <a:xfrm>
            <a:off x="4363460" y="5189981"/>
            <a:ext cx="854986" cy="566056"/>
          </a:xfrm>
          <a:prstGeom prst="round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Shadow Maps</a:t>
            </a:r>
          </a:p>
        </p:txBody>
      </p:sp>
      <p:sp>
        <p:nvSpPr>
          <p:cNvPr id="237" name="Rectangle: Rounded Corners 236">
            <a:extLst>
              <a:ext uri="{FF2B5EF4-FFF2-40B4-BE49-F238E27FC236}">
                <a16:creationId xmlns:a16="http://schemas.microsoft.com/office/drawing/2014/main" id="{35D2B40B-3E9C-6805-6D5D-C21D0DBAD8B7}"/>
              </a:ext>
            </a:extLst>
          </p:cNvPr>
          <p:cNvSpPr/>
          <p:nvPr/>
        </p:nvSpPr>
        <p:spPr>
          <a:xfrm>
            <a:off x="6426145" y="1124896"/>
            <a:ext cx="932246" cy="252000"/>
          </a:xfrm>
          <a:prstGeom prst="roundRect">
            <a:avLst>
              <a:gd name="adj" fmla="val 31416"/>
            </a:avLst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r"/>
            <a:endParaRPr lang="en-US" dirty="0"/>
          </a:p>
        </p:txBody>
      </p:sp>
      <p:sp>
        <p:nvSpPr>
          <p:cNvPr id="238" name="Rectangle: Rounded Corners 237">
            <a:extLst>
              <a:ext uri="{FF2B5EF4-FFF2-40B4-BE49-F238E27FC236}">
                <a16:creationId xmlns:a16="http://schemas.microsoft.com/office/drawing/2014/main" id="{0360D9EF-8C4A-FFD7-3237-15208E90D423}"/>
              </a:ext>
            </a:extLst>
          </p:cNvPr>
          <p:cNvSpPr/>
          <p:nvPr/>
        </p:nvSpPr>
        <p:spPr>
          <a:xfrm>
            <a:off x="5827857" y="5217434"/>
            <a:ext cx="1196574" cy="566056"/>
          </a:xfrm>
          <a:prstGeom prst="round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en-US" sz="1400" dirty="0" err="1"/>
              <a:t>Redeferred</a:t>
            </a:r>
            <a:r>
              <a:rPr lang="en-US" sz="1400" dirty="0"/>
              <a:t> Material Pass</a:t>
            </a:r>
          </a:p>
        </p:txBody>
      </p:sp>
      <p:sp>
        <p:nvSpPr>
          <p:cNvPr id="243" name="Rectangle: Rounded Corners 242">
            <a:extLst>
              <a:ext uri="{FF2B5EF4-FFF2-40B4-BE49-F238E27FC236}">
                <a16:creationId xmlns:a16="http://schemas.microsoft.com/office/drawing/2014/main" id="{03EB042A-1600-D561-F58D-F88084CE2647}"/>
              </a:ext>
            </a:extLst>
          </p:cNvPr>
          <p:cNvSpPr/>
          <p:nvPr/>
        </p:nvSpPr>
        <p:spPr>
          <a:xfrm>
            <a:off x="6730207" y="5896599"/>
            <a:ext cx="1264890" cy="566056"/>
          </a:xfrm>
          <a:prstGeom prst="round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VFX Pass</a:t>
            </a:r>
          </a:p>
        </p:txBody>
      </p:sp>
      <p:sp>
        <p:nvSpPr>
          <p:cNvPr id="245" name="Rectangle: Rounded Corners 244">
            <a:extLst>
              <a:ext uri="{FF2B5EF4-FFF2-40B4-BE49-F238E27FC236}">
                <a16:creationId xmlns:a16="http://schemas.microsoft.com/office/drawing/2014/main" id="{F467F5DE-E031-14DF-58FA-3F2FD83462F4}"/>
              </a:ext>
            </a:extLst>
          </p:cNvPr>
          <p:cNvSpPr/>
          <p:nvPr/>
        </p:nvSpPr>
        <p:spPr>
          <a:xfrm>
            <a:off x="9268654" y="1130859"/>
            <a:ext cx="1592880" cy="252000"/>
          </a:xfrm>
          <a:prstGeom prst="roundRect">
            <a:avLst>
              <a:gd name="adj" fmla="val 36333"/>
            </a:avLst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r"/>
            <a:r>
              <a:rPr lang="en-US" sz="1600" dirty="0"/>
              <a:t>Final Frame</a:t>
            </a:r>
          </a:p>
        </p:txBody>
      </p:sp>
      <p:sp>
        <p:nvSpPr>
          <p:cNvPr id="246" name="Rectangle: Rounded Corners 245">
            <a:extLst>
              <a:ext uri="{FF2B5EF4-FFF2-40B4-BE49-F238E27FC236}">
                <a16:creationId xmlns:a16="http://schemas.microsoft.com/office/drawing/2014/main" id="{04DD6CC8-0001-E14C-4DDD-E7BE59FB4E10}"/>
              </a:ext>
            </a:extLst>
          </p:cNvPr>
          <p:cNvSpPr/>
          <p:nvPr/>
        </p:nvSpPr>
        <p:spPr>
          <a:xfrm>
            <a:off x="7474368" y="5225791"/>
            <a:ext cx="1137286" cy="566056"/>
          </a:xfrm>
          <a:prstGeom prst="round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Transparent Pass</a:t>
            </a:r>
          </a:p>
        </p:txBody>
      </p:sp>
      <p:sp>
        <p:nvSpPr>
          <p:cNvPr id="251" name="Rectangle: Rounded Corners 250">
            <a:extLst>
              <a:ext uri="{FF2B5EF4-FFF2-40B4-BE49-F238E27FC236}">
                <a16:creationId xmlns:a16="http://schemas.microsoft.com/office/drawing/2014/main" id="{73473B23-8975-A98A-5954-F9362DBC572B}"/>
              </a:ext>
            </a:extLst>
          </p:cNvPr>
          <p:cNvSpPr/>
          <p:nvPr/>
        </p:nvSpPr>
        <p:spPr>
          <a:xfrm>
            <a:off x="7358392" y="1130402"/>
            <a:ext cx="671202" cy="252000"/>
          </a:xfrm>
          <a:prstGeom prst="roundRect">
            <a:avLst>
              <a:gd name="adj" fmla="val 36333"/>
            </a:avLst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r"/>
            <a:endParaRPr lang="en-US" dirty="0"/>
          </a:p>
        </p:txBody>
      </p:sp>
      <p:sp>
        <p:nvSpPr>
          <p:cNvPr id="252" name="Rectangle: Rounded Corners 251">
            <a:extLst>
              <a:ext uri="{FF2B5EF4-FFF2-40B4-BE49-F238E27FC236}">
                <a16:creationId xmlns:a16="http://schemas.microsoft.com/office/drawing/2014/main" id="{1FC93EB5-47C7-9673-EB45-7B9ED531CF8C}"/>
              </a:ext>
            </a:extLst>
          </p:cNvPr>
          <p:cNvSpPr/>
          <p:nvPr/>
        </p:nvSpPr>
        <p:spPr>
          <a:xfrm>
            <a:off x="8029593" y="1124896"/>
            <a:ext cx="854369" cy="252000"/>
          </a:xfrm>
          <a:prstGeom prst="roundRect">
            <a:avLst>
              <a:gd name="adj" fmla="val 31416"/>
            </a:avLst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endParaRPr lang="en-US" sz="1600" dirty="0"/>
          </a:p>
        </p:txBody>
      </p:sp>
      <p:cxnSp>
        <p:nvCxnSpPr>
          <p:cNvPr id="268" name="Straight Arrow Connector 267">
            <a:extLst>
              <a:ext uri="{FF2B5EF4-FFF2-40B4-BE49-F238E27FC236}">
                <a16:creationId xmlns:a16="http://schemas.microsoft.com/office/drawing/2014/main" id="{C0700450-CAFB-F021-5DD9-E0349FB923A4}"/>
              </a:ext>
            </a:extLst>
          </p:cNvPr>
          <p:cNvCxnSpPr>
            <a:cxnSpLocks/>
          </p:cNvCxnSpPr>
          <p:nvPr/>
        </p:nvCxnSpPr>
        <p:spPr>
          <a:xfrm>
            <a:off x="3275916" y="4606863"/>
            <a:ext cx="0" cy="573717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270" name="Straight Arrow Connector 269">
            <a:extLst>
              <a:ext uri="{FF2B5EF4-FFF2-40B4-BE49-F238E27FC236}">
                <a16:creationId xmlns:a16="http://schemas.microsoft.com/office/drawing/2014/main" id="{CD0336AD-FC58-21E7-7936-8E4AA519D28E}"/>
              </a:ext>
            </a:extLst>
          </p:cNvPr>
          <p:cNvCxnSpPr>
            <a:cxnSpLocks/>
          </p:cNvCxnSpPr>
          <p:nvPr/>
        </p:nvCxnSpPr>
        <p:spPr>
          <a:xfrm>
            <a:off x="6264000" y="2981485"/>
            <a:ext cx="0" cy="223825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282" name="Straight Arrow Connector 281">
            <a:extLst>
              <a:ext uri="{FF2B5EF4-FFF2-40B4-BE49-F238E27FC236}">
                <a16:creationId xmlns:a16="http://schemas.microsoft.com/office/drawing/2014/main" id="{758B0092-E647-0218-6B98-B872432FF12B}"/>
              </a:ext>
            </a:extLst>
          </p:cNvPr>
          <p:cNvCxnSpPr>
            <a:cxnSpLocks/>
          </p:cNvCxnSpPr>
          <p:nvPr/>
        </p:nvCxnSpPr>
        <p:spPr>
          <a:xfrm>
            <a:off x="7889352" y="4606863"/>
            <a:ext cx="0" cy="624118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290" name="Straight Arrow Connector 289">
            <a:extLst>
              <a:ext uri="{FF2B5EF4-FFF2-40B4-BE49-F238E27FC236}">
                <a16:creationId xmlns:a16="http://schemas.microsoft.com/office/drawing/2014/main" id="{C1DC5788-DEE2-C3E5-E6B3-CCCB3F1B48AA}"/>
              </a:ext>
            </a:extLst>
          </p:cNvPr>
          <p:cNvCxnSpPr>
            <a:cxnSpLocks/>
          </p:cNvCxnSpPr>
          <p:nvPr/>
        </p:nvCxnSpPr>
        <p:spPr>
          <a:xfrm>
            <a:off x="7762849" y="4998598"/>
            <a:ext cx="0" cy="232383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91" name="Rectangle: Rounded Corners 290">
            <a:extLst>
              <a:ext uri="{FF2B5EF4-FFF2-40B4-BE49-F238E27FC236}">
                <a16:creationId xmlns:a16="http://schemas.microsoft.com/office/drawing/2014/main" id="{5148CA5E-1577-07F1-8625-E5CA88B445F4}"/>
              </a:ext>
            </a:extLst>
          </p:cNvPr>
          <p:cNvSpPr/>
          <p:nvPr/>
        </p:nvSpPr>
        <p:spPr>
          <a:xfrm>
            <a:off x="8368874" y="5889774"/>
            <a:ext cx="1023104" cy="566056"/>
          </a:xfrm>
          <a:prstGeom prst="round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Post Processing</a:t>
            </a:r>
          </a:p>
        </p:txBody>
      </p:sp>
      <p:cxnSp>
        <p:nvCxnSpPr>
          <p:cNvPr id="296" name="Straight Arrow Connector 295">
            <a:extLst>
              <a:ext uri="{FF2B5EF4-FFF2-40B4-BE49-F238E27FC236}">
                <a16:creationId xmlns:a16="http://schemas.microsoft.com/office/drawing/2014/main" id="{B984EC98-5B5E-0BF0-23BD-B66AEEB41248}"/>
              </a:ext>
            </a:extLst>
          </p:cNvPr>
          <p:cNvCxnSpPr>
            <a:cxnSpLocks/>
          </p:cNvCxnSpPr>
          <p:nvPr/>
        </p:nvCxnSpPr>
        <p:spPr>
          <a:xfrm>
            <a:off x="7267230" y="4606863"/>
            <a:ext cx="0" cy="1282911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97" name="Rectangle: Rounded Corners 296">
            <a:extLst>
              <a:ext uri="{FF2B5EF4-FFF2-40B4-BE49-F238E27FC236}">
                <a16:creationId xmlns:a16="http://schemas.microsoft.com/office/drawing/2014/main" id="{D308AC84-2413-8B10-B372-09C8A29E4A74}"/>
              </a:ext>
            </a:extLst>
          </p:cNvPr>
          <p:cNvSpPr/>
          <p:nvPr/>
        </p:nvSpPr>
        <p:spPr>
          <a:xfrm>
            <a:off x="8990387" y="5217434"/>
            <a:ext cx="556534" cy="566056"/>
          </a:xfrm>
          <a:prstGeom prst="round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UI Pass</a:t>
            </a:r>
          </a:p>
        </p:txBody>
      </p:sp>
      <p:sp>
        <p:nvSpPr>
          <p:cNvPr id="298" name="Rectangle: Rounded Corners 297">
            <a:extLst>
              <a:ext uri="{FF2B5EF4-FFF2-40B4-BE49-F238E27FC236}">
                <a16:creationId xmlns:a16="http://schemas.microsoft.com/office/drawing/2014/main" id="{E383F436-8261-3D34-45EA-D0DF5659F879}"/>
              </a:ext>
            </a:extLst>
          </p:cNvPr>
          <p:cNvSpPr/>
          <p:nvPr/>
        </p:nvSpPr>
        <p:spPr>
          <a:xfrm>
            <a:off x="8890953" y="1130299"/>
            <a:ext cx="377701" cy="252000"/>
          </a:xfrm>
          <a:prstGeom prst="roundRect">
            <a:avLst>
              <a:gd name="adj" fmla="val 31416"/>
            </a:avLst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r"/>
            <a:endParaRPr lang="en-US" dirty="0"/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8E16505B-A2E1-7775-95D8-EAFC8FCB602D}"/>
              </a:ext>
            </a:extLst>
          </p:cNvPr>
          <p:cNvCxnSpPr>
            <a:cxnSpLocks/>
          </p:cNvCxnSpPr>
          <p:nvPr/>
        </p:nvCxnSpPr>
        <p:spPr>
          <a:xfrm>
            <a:off x="8676805" y="3634583"/>
            <a:ext cx="0" cy="2248456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BE5D6A45-5DEC-7F16-1A4D-F4E912CA272C}"/>
              </a:ext>
            </a:extLst>
          </p:cNvPr>
          <p:cNvCxnSpPr>
            <a:cxnSpLocks/>
          </p:cNvCxnSpPr>
          <p:nvPr/>
        </p:nvCxnSpPr>
        <p:spPr>
          <a:xfrm>
            <a:off x="5607772" y="3960045"/>
            <a:ext cx="0" cy="1908849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7BD46541-F543-E095-4056-C23A83B4C800}"/>
              </a:ext>
            </a:extLst>
          </p:cNvPr>
          <p:cNvCxnSpPr>
            <a:cxnSpLocks/>
          </p:cNvCxnSpPr>
          <p:nvPr/>
        </p:nvCxnSpPr>
        <p:spPr>
          <a:xfrm>
            <a:off x="7151255" y="4996252"/>
            <a:ext cx="0" cy="893522"/>
          </a:xfrm>
          <a:prstGeom prst="straightConnector1">
            <a:avLst/>
          </a:prstGeom>
          <a:ln>
            <a:prstDash val="lgDash"/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43" name="Rectangle: Rounded Corners 42">
            <a:extLst>
              <a:ext uri="{FF2B5EF4-FFF2-40B4-BE49-F238E27FC236}">
                <a16:creationId xmlns:a16="http://schemas.microsoft.com/office/drawing/2014/main" id="{8EAC3C53-E43A-A4F4-41D1-A50AF8587C4F}"/>
              </a:ext>
            </a:extLst>
          </p:cNvPr>
          <p:cNvSpPr/>
          <p:nvPr/>
        </p:nvSpPr>
        <p:spPr>
          <a:xfrm>
            <a:off x="3833837" y="5878139"/>
            <a:ext cx="884898" cy="566056"/>
          </a:xfrm>
          <a:prstGeom prst="round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en-US" sz="1400" dirty="0"/>
              <a:t>Reflection</a:t>
            </a:r>
            <a:r>
              <a:rPr lang="pl-PL" sz="1400" dirty="0"/>
              <a:t> </a:t>
            </a:r>
            <a:r>
              <a:rPr lang="en-US" sz="1400" dirty="0"/>
              <a:t>Pass</a:t>
            </a:r>
          </a:p>
        </p:txBody>
      </p: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C950C50E-FB7B-446A-88D9-13A6A6197F24}"/>
              </a:ext>
            </a:extLst>
          </p:cNvPr>
          <p:cNvCxnSpPr>
            <a:cxnSpLocks/>
          </p:cNvCxnSpPr>
          <p:nvPr/>
        </p:nvCxnSpPr>
        <p:spPr>
          <a:xfrm>
            <a:off x="3974250" y="4600039"/>
            <a:ext cx="0" cy="1271276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52" name="Rectangle: Rounded Corners 51">
            <a:extLst>
              <a:ext uri="{FF2B5EF4-FFF2-40B4-BE49-F238E27FC236}">
                <a16:creationId xmlns:a16="http://schemas.microsoft.com/office/drawing/2014/main" id="{90894DCD-2682-A313-F046-DEE64E7E91F2}"/>
              </a:ext>
            </a:extLst>
          </p:cNvPr>
          <p:cNvSpPr/>
          <p:nvPr/>
        </p:nvSpPr>
        <p:spPr>
          <a:xfrm>
            <a:off x="453337" y="803924"/>
            <a:ext cx="10408196" cy="252000"/>
          </a:xfrm>
          <a:prstGeom prst="roundRect">
            <a:avLst>
              <a:gd name="adj" fmla="val 36333"/>
            </a:avLst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r"/>
            <a:r>
              <a:rPr lang="en-US" dirty="0"/>
              <a:t>Previous Frame</a:t>
            </a:r>
          </a:p>
        </p:txBody>
      </p:sp>
      <p:cxnSp>
        <p:nvCxnSpPr>
          <p:cNvPr id="300" name="Straight Connector 299">
            <a:extLst>
              <a:ext uri="{FF2B5EF4-FFF2-40B4-BE49-F238E27FC236}">
                <a16:creationId xmlns:a16="http://schemas.microsoft.com/office/drawing/2014/main" id="{77D167C7-5233-EECF-D63E-802D38D241E1}"/>
              </a:ext>
            </a:extLst>
          </p:cNvPr>
          <p:cNvCxnSpPr>
            <a:cxnSpLocks/>
            <a:stCxn id="297" idx="0"/>
            <a:endCxn id="245" idx="1"/>
          </p:cNvCxnSpPr>
          <p:nvPr/>
        </p:nvCxnSpPr>
        <p:spPr>
          <a:xfrm flipV="1">
            <a:off x="9268654" y="1256859"/>
            <a:ext cx="0" cy="3960575"/>
          </a:xfrm>
          <a:prstGeom prst="line">
            <a:avLst/>
          </a:prstGeom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59" name="Straight Connector 258">
            <a:extLst>
              <a:ext uri="{FF2B5EF4-FFF2-40B4-BE49-F238E27FC236}">
                <a16:creationId xmlns:a16="http://schemas.microsoft.com/office/drawing/2014/main" id="{9D54712A-F239-F3AE-8C54-BE79175740FD}"/>
              </a:ext>
            </a:extLst>
          </p:cNvPr>
          <p:cNvCxnSpPr>
            <a:cxnSpLocks/>
            <a:stCxn id="246" idx="0"/>
            <a:endCxn id="251" idx="3"/>
          </p:cNvCxnSpPr>
          <p:nvPr/>
        </p:nvCxnSpPr>
        <p:spPr>
          <a:xfrm flipH="1" flipV="1">
            <a:off x="8029594" y="1256402"/>
            <a:ext cx="13417" cy="3969389"/>
          </a:xfrm>
          <a:prstGeom prst="line">
            <a:avLst/>
          </a:prstGeom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54" name="Straight Connector 253">
            <a:extLst>
              <a:ext uri="{FF2B5EF4-FFF2-40B4-BE49-F238E27FC236}">
                <a16:creationId xmlns:a16="http://schemas.microsoft.com/office/drawing/2014/main" id="{435B76C7-92E2-586A-AAB5-2C3D7CF848A9}"/>
              </a:ext>
            </a:extLst>
          </p:cNvPr>
          <p:cNvCxnSpPr>
            <a:cxnSpLocks/>
            <a:stCxn id="243" idx="0"/>
            <a:endCxn id="251" idx="1"/>
          </p:cNvCxnSpPr>
          <p:nvPr/>
        </p:nvCxnSpPr>
        <p:spPr>
          <a:xfrm flipH="1" flipV="1">
            <a:off x="7358392" y="1256402"/>
            <a:ext cx="4260" cy="4640197"/>
          </a:xfrm>
          <a:prstGeom prst="line">
            <a:avLst/>
          </a:prstGeom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40" name="Straight Connector 239">
            <a:extLst>
              <a:ext uri="{FF2B5EF4-FFF2-40B4-BE49-F238E27FC236}">
                <a16:creationId xmlns:a16="http://schemas.microsoft.com/office/drawing/2014/main" id="{497008E6-2B93-26FC-0B4C-ACDDB41FE865}"/>
              </a:ext>
            </a:extLst>
          </p:cNvPr>
          <p:cNvCxnSpPr>
            <a:cxnSpLocks/>
            <a:stCxn id="238" idx="0"/>
            <a:endCxn id="237" idx="1"/>
          </p:cNvCxnSpPr>
          <p:nvPr/>
        </p:nvCxnSpPr>
        <p:spPr>
          <a:xfrm flipV="1">
            <a:off x="6426144" y="1250896"/>
            <a:ext cx="1" cy="3966538"/>
          </a:xfrm>
          <a:prstGeom prst="line">
            <a:avLst/>
          </a:prstGeom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73" name="Straight Arrow Connector 272">
            <a:extLst>
              <a:ext uri="{FF2B5EF4-FFF2-40B4-BE49-F238E27FC236}">
                <a16:creationId xmlns:a16="http://schemas.microsoft.com/office/drawing/2014/main" id="{3A38B8A6-21C2-7321-0FE0-91735D9AF0B4}"/>
              </a:ext>
            </a:extLst>
          </p:cNvPr>
          <p:cNvCxnSpPr>
            <a:cxnSpLocks/>
          </p:cNvCxnSpPr>
          <p:nvPr/>
        </p:nvCxnSpPr>
        <p:spPr>
          <a:xfrm>
            <a:off x="6337270" y="2578179"/>
            <a:ext cx="0" cy="2640788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247" name="Straight Arrow Connector 246">
            <a:extLst>
              <a:ext uri="{FF2B5EF4-FFF2-40B4-BE49-F238E27FC236}">
                <a16:creationId xmlns:a16="http://schemas.microsoft.com/office/drawing/2014/main" id="{CF46B8B8-AC59-ECE4-5F5F-3F710FE878CF}"/>
              </a:ext>
            </a:extLst>
          </p:cNvPr>
          <p:cNvCxnSpPr>
            <a:cxnSpLocks/>
          </p:cNvCxnSpPr>
          <p:nvPr/>
        </p:nvCxnSpPr>
        <p:spPr>
          <a:xfrm>
            <a:off x="8781430" y="1055924"/>
            <a:ext cx="0" cy="4827115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293" name="Straight Connector 292">
            <a:extLst>
              <a:ext uri="{FF2B5EF4-FFF2-40B4-BE49-F238E27FC236}">
                <a16:creationId xmlns:a16="http://schemas.microsoft.com/office/drawing/2014/main" id="{087488B2-290B-0172-4564-4C3B24245CAD}"/>
              </a:ext>
            </a:extLst>
          </p:cNvPr>
          <p:cNvCxnSpPr>
            <a:cxnSpLocks/>
            <a:stCxn id="291" idx="0"/>
            <a:endCxn id="298" idx="1"/>
          </p:cNvCxnSpPr>
          <p:nvPr/>
        </p:nvCxnSpPr>
        <p:spPr>
          <a:xfrm flipV="1">
            <a:off x="8880426" y="1256299"/>
            <a:ext cx="10527" cy="4633475"/>
          </a:xfrm>
          <a:prstGeom prst="line">
            <a:avLst/>
          </a:prstGeom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72" name="Rectangle: Rounded Corners 71">
            <a:extLst>
              <a:ext uri="{FF2B5EF4-FFF2-40B4-BE49-F238E27FC236}">
                <a16:creationId xmlns:a16="http://schemas.microsoft.com/office/drawing/2014/main" id="{3E6C03DF-AA2E-CF82-B8EB-1389DFCF495C}"/>
              </a:ext>
            </a:extLst>
          </p:cNvPr>
          <p:cNvSpPr/>
          <p:nvPr/>
        </p:nvSpPr>
        <p:spPr>
          <a:xfrm>
            <a:off x="3067621" y="5178745"/>
            <a:ext cx="808192" cy="566056"/>
          </a:xfrm>
          <a:prstGeom prst="round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l-PL" sz="1400" dirty="0"/>
              <a:t>GI </a:t>
            </a:r>
            <a:r>
              <a:rPr lang="en-US" sz="1400" dirty="0"/>
              <a:t>Pass</a:t>
            </a:r>
          </a:p>
        </p:txBody>
      </p:sp>
      <p:cxnSp>
        <p:nvCxnSpPr>
          <p:cNvPr id="78" name="Straight Arrow Connector 77">
            <a:extLst>
              <a:ext uri="{FF2B5EF4-FFF2-40B4-BE49-F238E27FC236}">
                <a16:creationId xmlns:a16="http://schemas.microsoft.com/office/drawing/2014/main" id="{E4DA7103-064A-1F77-D5AC-9218993267C2}"/>
              </a:ext>
            </a:extLst>
          </p:cNvPr>
          <p:cNvCxnSpPr>
            <a:cxnSpLocks/>
          </p:cNvCxnSpPr>
          <p:nvPr/>
        </p:nvCxnSpPr>
        <p:spPr>
          <a:xfrm>
            <a:off x="3380547" y="4285319"/>
            <a:ext cx="0" cy="895261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88" name="Straight Arrow Connector 87">
            <a:extLst>
              <a:ext uri="{FF2B5EF4-FFF2-40B4-BE49-F238E27FC236}">
                <a16:creationId xmlns:a16="http://schemas.microsoft.com/office/drawing/2014/main" id="{9FA707FA-253C-B7CF-9CD6-271CD33F9F57}"/>
              </a:ext>
            </a:extLst>
          </p:cNvPr>
          <p:cNvCxnSpPr>
            <a:cxnSpLocks/>
          </p:cNvCxnSpPr>
          <p:nvPr/>
        </p:nvCxnSpPr>
        <p:spPr>
          <a:xfrm>
            <a:off x="4081869" y="4285319"/>
            <a:ext cx="0" cy="1588268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308" name="Rectangle: Rounded Corners 307">
            <a:extLst>
              <a:ext uri="{FF2B5EF4-FFF2-40B4-BE49-F238E27FC236}">
                <a16:creationId xmlns:a16="http://schemas.microsoft.com/office/drawing/2014/main" id="{25551650-929F-E3B8-341C-8434C92DFF36}"/>
              </a:ext>
            </a:extLst>
          </p:cNvPr>
          <p:cNvSpPr/>
          <p:nvPr/>
        </p:nvSpPr>
        <p:spPr>
          <a:xfrm>
            <a:off x="5160225" y="5881498"/>
            <a:ext cx="1116256" cy="566056"/>
          </a:xfrm>
          <a:prstGeom prst="round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Direct Illumination</a:t>
            </a:r>
          </a:p>
        </p:txBody>
      </p:sp>
      <p:cxnSp>
        <p:nvCxnSpPr>
          <p:cNvPr id="315" name="Straight Arrow Connector 314">
            <a:extLst>
              <a:ext uri="{FF2B5EF4-FFF2-40B4-BE49-F238E27FC236}">
                <a16:creationId xmlns:a16="http://schemas.microsoft.com/office/drawing/2014/main" id="{607064B7-932C-6CB1-7FE6-B3A4910BB6DA}"/>
              </a:ext>
            </a:extLst>
          </p:cNvPr>
          <p:cNvCxnSpPr>
            <a:cxnSpLocks/>
          </p:cNvCxnSpPr>
          <p:nvPr/>
        </p:nvCxnSpPr>
        <p:spPr>
          <a:xfrm>
            <a:off x="5513411" y="4285319"/>
            <a:ext cx="0" cy="1579023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317" name="Straight Arrow Connector 316">
            <a:extLst>
              <a:ext uri="{FF2B5EF4-FFF2-40B4-BE49-F238E27FC236}">
                <a16:creationId xmlns:a16="http://schemas.microsoft.com/office/drawing/2014/main" id="{A1D212DF-E605-A61B-5A31-304FFBC634AD}"/>
              </a:ext>
            </a:extLst>
          </p:cNvPr>
          <p:cNvCxnSpPr>
            <a:cxnSpLocks/>
          </p:cNvCxnSpPr>
          <p:nvPr/>
        </p:nvCxnSpPr>
        <p:spPr>
          <a:xfrm>
            <a:off x="5419050" y="4600039"/>
            <a:ext cx="0" cy="1266575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97" name="Straight Arrow Connector 96">
            <a:extLst>
              <a:ext uri="{FF2B5EF4-FFF2-40B4-BE49-F238E27FC236}">
                <a16:creationId xmlns:a16="http://schemas.microsoft.com/office/drawing/2014/main" id="{1F002F5C-75B7-1674-E781-67769B383F4B}"/>
              </a:ext>
            </a:extLst>
          </p:cNvPr>
          <p:cNvCxnSpPr>
            <a:cxnSpLocks/>
          </p:cNvCxnSpPr>
          <p:nvPr/>
        </p:nvCxnSpPr>
        <p:spPr>
          <a:xfrm>
            <a:off x="5324689" y="4996252"/>
            <a:ext cx="0" cy="872634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03" name="Straight Arrow Connector 102">
            <a:extLst>
              <a:ext uri="{FF2B5EF4-FFF2-40B4-BE49-F238E27FC236}">
                <a16:creationId xmlns:a16="http://schemas.microsoft.com/office/drawing/2014/main" id="{8625FE60-5259-2803-E8FC-39E8762EC0A8}"/>
              </a:ext>
            </a:extLst>
          </p:cNvPr>
          <p:cNvCxnSpPr>
            <a:cxnSpLocks/>
          </p:cNvCxnSpPr>
          <p:nvPr/>
        </p:nvCxnSpPr>
        <p:spPr>
          <a:xfrm>
            <a:off x="6176792" y="3305495"/>
            <a:ext cx="0" cy="1909688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F61F308C-4353-F6CE-EF51-F9C132A2ACFE}"/>
              </a:ext>
            </a:extLst>
          </p:cNvPr>
          <p:cNvCxnSpPr>
            <a:cxnSpLocks/>
          </p:cNvCxnSpPr>
          <p:nvPr/>
        </p:nvCxnSpPr>
        <p:spPr>
          <a:xfrm>
            <a:off x="6093022" y="3960045"/>
            <a:ext cx="0" cy="1257389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8A82AEBF-19B9-E2E9-324F-C98E14D481C5}"/>
              </a:ext>
            </a:extLst>
          </p:cNvPr>
          <p:cNvCxnSpPr>
            <a:cxnSpLocks/>
          </p:cNvCxnSpPr>
          <p:nvPr/>
        </p:nvCxnSpPr>
        <p:spPr>
          <a:xfrm>
            <a:off x="6009251" y="4285319"/>
            <a:ext cx="0" cy="927425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225" name="Straight Arrow Connector 224">
            <a:extLst>
              <a:ext uri="{FF2B5EF4-FFF2-40B4-BE49-F238E27FC236}">
                <a16:creationId xmlns:a16="http://schemas.microsoft.com/office/drawing/2014/main" id="{42511F26-E4C4-FA9C-B731-45C3F3420332}"/>
              </a:ext>
            </a:extLst>
          </p:cNvPr>
          <p:cNvCxnSpPr>
            <a:cxnSpLocks/>
          </p:cNvCxnSpPr>
          <p:nvPr/>
        </p:nvCxnSpPr>
        <p:spPr>
          <a:xfrm>
            <a:off x="5925481" y="4606863"/>
            <a:ext cx="0" cy="605881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379255C7-E8EF-E909-A51F-937059A822E9}"/>
              </a:ext>
            </a:extLst>
          </p:cNvPr>
          <p:cNvSpPr/>
          <p:nvPr/>
        </p:nvSpPr>
        <p:spPr>
          <a:xfrm>
            <a:off x="3470907" y="2253005"/>
            <a:ext cx="797578" cy="252000"/>
          </a:xfrm>
          <a:prstGeom prst="roundRect">
            <a:avLst>
              <a:gd name="adj" fmla="val 36333"/>
            </a:avLst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endParaRPr lang="en-US" sz="1400" dirty="0"/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9CBC43F7-F297-4846-1563-8111185437B3}"/>
              </a:ext>
            </a:extLst>
          </p:cNvPr>
          <p:cNvSpPr/>
          <p:nvPr/>
        </p:nvSpPr>
        <p:spPr>
          <a:xfrm>
            <a:off x="3471718" y="1600827"/>
            <a:ext cx="804568" cy="252000"/>
          </a:xfrm>
          <a:prstGeom prst="roundRect">
            <a:avLst>
              <a:gd name="adj" fmla="val 36333"/>
            </a:avLst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endParaRPr lang="en-US" sz="1400" dirty="0"/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5E456564-C7A6-4BC0-9180-E382E061CDE6}"/>
              </a:ext>
            </a:extLst>
          </p:cNvPr>
          <p:cNvSpPr/>
          <p:nvPr/>
        </p:nvSpPr>
        <p:spPr>
          <a:xfrm>
            <a:off x="4276287" y="1601598"/>
            <a:ext cx="1438764" cy="252000"/>
          </a:xfrm>
          <a:prstGeom prst="roundRect">
            <a:avLst>
              <a:gd name="adj" fmla="val 36333"/>
            </a:avLst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endParaRPr lang="en-US" sz="1400" dirty="0"/>
          </a:p>
        </p:txBody>
      </p:sp>
      <p:sp>
        <p:nvSpPr>
          <p:cNvPr id="224" name="Rectangle: Rounded Corners 223">
            <a:extLst>
              <a:ext uri="{FF2B5EF4-FFF2-40B4-BE49-F238E27FC236}">
                <a16:creationId xmlns:a16="http://schemas.microsoft.com/office/drawing/2014/main" id="{FB4BADD8-425A-AD42-981B-5F5817C48D37}"/>
              </a:ext>
            </a:extLst>
          </p:cNvPr>
          <p:cNvSpPr/>
          <p:nvPr/>
        </p:nvSpPr>
        <p:spPr>
          <a:xfrm>
            <a:off x="4280608" y="2249766"/>
            <a:ext cx="1435241" cy="252000"/>
          </a:xfrm>
          <a:prstGeom prst="roundRect">
            <a:avLst>
              <a:gd name="adj" fmla="val 36333"/>
            </a:avLst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endParaRPr lang="en-US" sz="1400" dirty="0"/>
          </a:p>
        </p:txBody>
      </p:sp>
      <p:sp>
        <p:nvSpPr>
          <p:cNvPr id="2" name="Rectangle: Rounded Corners 16">
            <a:extLst>
              <a:ext uri="{FF2B5EF4-FFF2-40B4-BE49-F238E27FC236}">
                <a16:creationId xmlns:a16="http://schemas.microsoft.com/office/drawing/2014/main" id="{AF7377FE-8B40-BA00-56FF-911D65BD059E}"/>
              </a:ext>
            </a:extLst>
          </p:cNvPr>
          <p:cNvSpPr/>
          <p:nvPr/>
        </p:nvSpPr>
        <p:spPr>
          <a:xfrm>
            <a:off x="3470909" y="1930018"/>
            <a:ext cx="797578" cy="252000"/>
          </a:xfrm>
          <a:prstGeom prst="roundRect">
            <a:avLst>
              <a:gd name="adj" fmla="val 36333"/>
            </a:avLst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endParaRPr lang="en-US" sz="1400" dirty="0"/>
          </a:p>
        </p:txBody>
      </p:sp>
      <p:sp>
        <p:nvSpPr>
          <p:cNvPr id="4" name="Rectangle: Rounded Corners 29">
            <a:extLst>
              <a:ext uri="{FF2B5EF4-FFF2-40B4-BE49-F238E27FC236}">
                <a16:creationId xmlns:a16="http://schemas.microsoft.com/office/drawing/2014/main" id="{C49B0B23-C9E1-32A2-C677-8BFAEFD212A0}"/>
              </a:ext>
            </a:extLst>
          </p:cNvPr>
          <p:cNvSpPr/>
          <p:nvPr/>
        </p:nvSpPr>
        <p:spPr>
          <a:xfrm>
            <a:off x="4275478" y="1930789"/>
            <a:ext cx="1438764" cy="252000"/>
          </a:xfrm>
          <a:prstGeom prst="roundRect">
            <a:avLst>
              <a:gd name="adj" fmla="val 36333"/>
            </a:avLst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endParaRPr lang="en-US" sz="1400" dirty="0"/>
          </a:p>
        </p:txBody>
      </p: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0B6DCA65-5EC2-5569-427D-F45A9C049F1A}"/>
              </a:ext>
            </a:extLst>
          </p:cNvPr>
          <p:cNvCxnSpPr>
            <a:cxnSpLocks/>
            <a:stCxn id="43" idx="0"/>
            <a:endCxn id="30" idx="1"/>
          </p:cNvCxnSpPr>
          <p:nvPr/>
        </p:nvCxnSpPr>
        <p:spPr>
          <a:xfrm flipV="1">
            <a:off x="4276286" y="1727598"/>
            <a:ext cx="1" cy="4150541"/>
          </a:xfrm>
          <a:prstGeom prst="line">
            <a:avLst/>
          </a:prstGeom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77003B8D-0870-D099-A2F5-473CFF7DB572}"/>
              </a:ext>
            </a:extLst>
          </p:cNvPr>
          <p:cNvCxnSpPr>
            <a:cxnSpLocks/>
            <a:stCxn id="72" idx="0"/>
            <a:endCxn id="17" idx="1"/>
          </p:cNvCxnSpPr>
          <p:nvPr/>
        </p:nvCxnSpPr>
        <p:spPr>
          <a:xfrm flipV="1">
            <a:off x="3471717" y="1726827"/>
            <a:ext cx="1" cy="3451918"/>
          </a:xfrm>
          <a:prstGeom prst="line">
            <a:avLst/>
          </a:prstGeom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310" name="Straight Connector 309">
            <a:extLst>
              <a:ext uri="{FF2B5EF4-FFF2-40B4-BE49-F238E27FC236}">
                <a16:creationId xmlns:a16="http://schemas.microsoft.com/office/drawing/2014/main" id="{363A2161-2D8B-113E-5401-16820E0CCF39}"/>
              </a:ext>
            </a:extLst>
          </p:cNvPr>
          <p:cNvCxnSpPr>
            <a:cxnSpLocks/>
            <a:stCxn id="308" idx="0"/>
            <a:endCxn id="30" idx="3"/>
          </p:cNvCxnSpPr>
          <p:nvPr/>
        </p:nvCxnSpPr>
        <p:spPr>
          <a:xfrm flipH="1" flipV="1">
            <a:off x="5715051" y="1727598"/>
            <a:ext cx="3302" cy="4153900"/>
          </a:xfrm>
          <a:prstGeom prst="line">
            <a:avLst/>
          </a:prstGeom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0BF4E14F-C80A-1F5A-70F8-5A26C1EE372E}"/>
              </a:ext>
            </a:extLst>
          </p:cNvPr>
          <p:cNvCxnSpPr>
            <a:cxnSpLocks/>
          </p:cNvCxnSpPr>
          <p:nvPr/>
        </p:nvCxnSpPr>
        <p:spPr>
          <a:xfrm>
            <a:off x="4181920" y="1055924"/>
            <a:ext cx="0" cy="4822215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11" name="Rectangle: Rounded Corners 29">
            <a:extLst>
              <a:ext uri="{FF2B5EF4-FFF2-40B4-BE49-F238E27FC236}">
                <a16:creationId xmlns:a16="http://schemas.microsoft.com/office/drawing/2014/main" id="{62CA84F4-A5D8-24AE-2604-F518698AEB07}"/>
              </a:ext>
            </a:extLst>
          </p:cNvPr>
          <p:cNvSpPr/>
          <p:nvPr/>
        </p:nvSpPr>
        <p:spPr>
          <a:xfrm>
            <a:off x="5721876" y="1602138"/>
            <a:ext cx="697277" cy="252000"/>
          </a:xfrm>
          <a:prstGeom prst="roundRect">
            <a:avLst>
              <a:gd name="adj" fmla="val 36333"/>
            </a:avLst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endParaRPr lang="en-US" sz="1400" b="1" dirty="0"/>
          </a:p>
        </p:txBody>
      </p:sp>
      <p:sp>
        <p:nvSpPr>
          <p:cNvPr id="12" name="Rectangle: Rounded Corners 29">
            <a:extLst>
              <a:ext uri="{FF2B5EF4-FFF2-40B4-BE49-F238E27FC236}">
                <a16:creationId xmlns:a16="http://schemas.microsoft.com/office/drawing/2014/main" id="{6872983A-23B0-8753-B7EA-049C15A64652}"/>
              </a:ext>
            </a:extLst>
          </p:cNvPr>
          <p:cNvSpPr/>
          <p:nvPr/>
        </p:nvSpPr>
        <p:spPr>
          <a:xfrm>
            <a:off x="5723553" y="1930018"/>
            <a:ext cx="697277" cy="252000"/>
          </a:xfrm>
          <a:prstGeom prst="roundRect">
            <a:avLst>
              <a:gd name="adj" fmla="val 36333"/>
            </a:avLst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endParaRPr lang="en-US" sz="1400" b="1" dirty="0"/>
          </a:p>
        </p:txBody>
      </p:sp>
      <p:sp>
        <p:nvSpPr>
          <p:cNvPr id="13" name="Rectangle: Rounded Corners 29">
            <a:extLst>
              <a:ext uri="{FF2B5EF4-FFF2-40B4-BE49-F238E27FC236}">
                <a16:creationId xmlns:a16="http://schemas.microsoft.com/office/drawing/2014/main" id="{480C04B2-BBE1-568D-E8FB-E0B77C0D61B7}"/>
              </a:ext>
            </a:extLst>
          </p:cNvPr>
          <p:cNvSpPr/>
          <p:nvPr/>
        </p:nvSpPr>
        <p:spPr>
          <a:xfrm>
            <a:off x="5722674" y="2246661"/>
            <a:ext cx="697277" cy="252000"/>
          </a:xfrm>
          <a:prstGeom prst="roundRect">
            <a:avLst>
              <a:gd name="adj" fmla="val 36333"/>
            </a:avLst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endParaRPr lang="en-US" sz="1400" b="1" dirty="0"/>
          </a:p>
        </p:txBody>
      </p:sp>
      <p:cxnSp>
        <p:nvCxnSpPr>
          <p:cNvPr id="63" name="Straight Arrow Connector 267">
            <a:extLst>
              <a:ext uri="{FF2B5EF4-FFF2-40B4-BE49-F238E27FC236}">
                <a16:creationId xmlns:a16="http://schemas.microsoft.com/office/drawing/2014/main" id="{1C2A4C56-09E1-161F-DB17-0CB3A08DFC98}"/>
              </a:ext>
            </a:extLst>
          </p:cNvPr>
          <p:cNvCxnSpPr>
            <a:cxnSpLocks/>
          </p:cNvCxnSpPr>
          <p:nvPr/>
        </p:nvCxnSpPr>
        <p:spPr>
          <a:xfrm>
            <a:off x="3180034" y="4996252"/>
            <a:ext cx="0" cy="187673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64" name="Prostokąt: zaokrąglone rogi 263">
            <a:extLst>
              <a:ext uri="{FF2B5EF4-FFF2-40B4-BE49-F238E27FC236}">
                <a16:creationId xmlns:a16="http://schemas.microsoft.com/office/drawing/2014/main" id="{96D42437-11E0-5E41-75D8-143167653D6B}"/>
              </a:ext>
            </a:extLst>
          </p:cNvPr>
          <p:cNvSpPr/>
          <p:nvPr/>
        </p:nvSpPr>
        <p:spPr>
          <a:xfrm>
            <a:off x="3913523" y="195833"/>
            <a:ext cx="3199775" cy="358450"/>
          </a:xfrm>
          <a:prstGeom prst="round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GPU Memory Buffers Lifetimes</a:t>
            </a:r>
          </a:p>
        </p:txBody>
      </p:sp>
    </p:spTree>
    <p:extLst>
      <p:ext uri="{BB962C8B-B14F-4D97-AF65-F5344CB8AC3E}">
        <p14:creationId xmlns:p14="http://schemas.microsoft.com/office/powerpoint/2010/main" val="255045236"/>
      </p:ext>
    </p:extLst>
  </p:cSld>
  <p:clrMapOvr>
    <a:masterClrMapping/>
  </p:clrMapOvr>
</p:sld>
</file>

<file path=ppt/theme/theme1.xml><?xml version="1.0" encoding="utf-8"?>
<a:theme xmlns:a="http://schemas.openxmlformats.org/drawingml/2006/main" name="Motyw pakietu Office">
  <a:themeElements>
    <a:clrScheme name="Pakiet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Pakiet 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Pakiet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Metadata/LabelInfo.xml><?xml version="1.0" encoding="utf-8"?>
<clbl:labelList xmlns:clbl="http://schemas.microsoft.com/office/2020/mipLabelMetadata">
  <clbl:label id="{f42aa342-8706-4288-bd11-ebb85995028c}" enabled="1" method="Standard" siteId="{72f988bf-86f1-41af-91ab-2d7cd011db47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37284</TotalTime>
  <Words>1260</Words>
  <Application>Microsoft Office PowerPoint</Application>
  <PresentationFormat>Panoramiczny</PresentationFormat>
  <Paragraphs>250</Paragraphs>
  <Slides>11</Slides>
  <Notes>0</Notes>
  <HiddenSlides>0</HiddenSlides>
  <MMClips>0</MMClips>
  <ScaleCrop>false</ScaleCrop>
  <HeadingPairs>
    <vt:vector size="6" baseType="variant">
      <vt:variant>
        <vt:lpstr>Używane czcionki</vt:lpstr>
      </vt:variant>
      <vt:variant>
        <vt:i4>5</vt:i4>
      </vt:variant>
      <vt:variant>
        <vt:lpstr>Motyw</vt:lpstr>
      </vt:variant>
      <vt:variant>
        <vt:i4>1</vt:i4>
      </vt:variant>
      <vt:variant>
        <vt:lpstr>Tytuły slajdów</vt:lpstr>
      </vt:variant>
      <vt:variant>
        <vt:i4>11</vt:i4>
      </vt:variant>
    </vt:vector>
  </HeadingPairs>
  <TitlesOfParts>
    <vt:vector size="17" baseType="lpstr">
      <vt:lpstr>Arial</vt:lpstr>
      <vt:lpstr>Calibri</vt:lpstr>
      <vt:lpstr>Calibri Light</vt:lpstr>
      <vt:lpstr>Cambria Math</vt:lpstr>
      <vt:lpstr>Gudea</vt:lpstr>
      <vt:lpstr>Motyw pakietu Office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Prezentacja programu PowerPoint</dc:title>
  <dc:creator>Paweł</dc:creator>
  <cp:lastModifiedBy>Paweł</cp:lastModifiedBy>
  <cp:revision>81</cp:revision>
  <dcterms:created xsi:type="dcterms:W3CDTF">2023-07-13T00:34:55Z</dcterms:created>
  <dcterms:modified xsi:type="dcterms:W3CDTF">2025-12-08T07:04:28Z</dcterms:modified>
</cp:coreProperties>
</file>
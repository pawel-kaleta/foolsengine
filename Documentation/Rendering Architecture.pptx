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58" r:id="rId4"/>
    <p:sldId id="259" r:id="rId5"/>
    <p:sldId id="285" r:id="rId6"/>
    <p:sldId id="286" r:id="rId7"/>
    <p:sldId id="263" r:id="rId8"/>
    <p:sldId id="267" r:id="rId9"/>
    <p:sldId id="262" r:id="rId10"/>
    <p:sldId id="257" r:id="rId11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FCF930-6044-45E4-A42C-D6FD0B186388}">
          <p14:sldIdLst>
            <p14:sldId id="256"/>
            <p14:sldId id="275"/>
            <p14:sldId id="258"/>
            <p14:sldId id="259"/>
            <p14:sldId id="285"/>
            <p14:sldId id="286"/>
            <p14:sldId id="263"/>
            <p14:sldId id="267"/>
            <p14:sldId id="262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CA02680-229E-4DE5-8E8F-D7DCCA469999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 anchor="ctr"/>
        <a:lstStyle/>
        <a:p>
          <a:pPr algn="l"/>
          <a:r>
            <a:rPr lang="en-US" sz="1600" b="0" noProof="0" dirty="0"/>
            <a:t>5 – Integration Layer</a:t>
          </a:r>
        </a:p>
      </dgm:t>
    </dgm:pt>
    <dgm:pt modelId="{FD9C8912-36C2-4F70-8D27-0C7B04281544}" type="parTrans" cxnId="{F72A6830-7DE4-4781-8BD8-BB5BAFDFFB3D}">
      <dgm:prSet/>
      <dgm:spPr/>
      <dgm:t>
        <a:bodyPr/>
        <a:lstStyle/>
        <a:p>
          <a:endParaRPr lang="en-US"/>
        </a:p>
      </dgm:t>
    </dgm:pt>
    <dgm:pt modelId="{399D986D-F361-4165-9BF5-4EE27F4222A9}" type="sibTrans" cxnId="{F72A6830-7DE4-4781-8BD8-BB5BAFDFFB3D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Representation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1 – GAPI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Library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Render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6C759DB1-AA8F-4E5F-ACC1-39A0887F0CC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Render Director</a:t>
          </a:r>
        </a:p>
      </dgm:t>
    </dgm:pt>
    <dgm:pt modelId="{EDF369F7-54FB-444E-ABC3-9BC56A17F9AC}" type="parTrans" cxnId="{00397594-4C85-45E1-A811-6BBD5AEC2395}">
      <dgm:prSet/>
      <dgm:spPr/>
      <dgm:t>
        <a:bodyPr/>
        <a:lstStyle/>
        <a:p>
          <a:endParaRPr lang="en-US"/>
        </a:p>
      </dgm:t>
    </dgm:pt>
    <dgm:pt modelId="{7C969A4F-3A03-49BE-AB91-8573F2EE957F}" type="sibTrans" cxnId="{00397594-4C85-45E1-A811-6BBD5AEC2395}">
      <dgm:prSet/>
      <dgm:spPr/>
      <dgm:t>
        <a:bodyPr/>
        <a:lstStyle/>
        <a:p>
          <a:endParaRPr lang="en-US"/>
        </a:p>
      </dgm:t>
    </dgm:pt>
    <dgm:pt modelId="{E70EBC57-D4F3-46AE-A368-8F90BEAE7FE0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Scene Renderer</a:t>
          </a:r>
        </a:p>
      </dgm:t>
    </dgm:pt>
    <dgm:pt modelId="{FA248630-6B92-47B6-8E5D-810D0F622E0B}" type="parTrans" cxnId="{35E04D62-7F0E-4670-BBAF-1474375DF3C1}">
      <dgm:prSet/>
      <dgm:spPr/>
      <dgm:t>
        <a:bodyPr/>
        <a:lstStyle/>
        <a:p>
          <a:endParaRPr lang="en-US"/>
        </a:p>
      </dgm:t>
    </dgm:pt>
    <dgm:pt modelId="{449DD7DE-1E04-47AD-87AC-1D81B28FEA33}" type="sibTrans" cxnId="{35E04D62-7F0E-4670-BBAF-1474375DF3C1}">
      <dgm:prSet/>
      <dgm:spPr/>
      <dgm:t>
        <a:bodyPr/>
        <a:lstStyle/>
        <a:p>
          <a:endParaRPr lang="en-US"/>
        </a:p>
      </dgm:t>
    </dgm:pt>
    <dgm:pt modelId="{9D86201F-66FF-4A06-9DD7-E03251646D18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UI Renderer</a:t>
          </a:r>
        </a:p>
      </dgm:t>
    </dgm:pt>
    <dgm:pt modelId="{9E2A35D4-E816-4EB6-8C0C-BD1BF59FC0C0}" type="parTrans" cxnId="{47652906-A1FC-46F9-8A4B-8C0FE89FE66B}">
      <dgm:prSet/>
      <dgm:spPr/>
      <dgm:t>
        <a:bodyPr/>
        <a:lstStyle/>
        <a:p>
          <a:endParaRPr lang="en-US"/>
        </a:p>
      </dgm:t>
    </dgm:pt>
    <dgm:pt modelId="{D2E93AB9-EBCF-401A-8EA0-081669804887}" type="sibTrans" cxnId="{47652906-A1FC-46F9-8A4B-8C0FE89FE66B}">
      <dgm:prSet/>
      <dgm:spPr/>
      <dgm:t>
        <a:bodyPr/>
        <a:lstStyle/>
        <a:p>
          <a:endParaRPr lang="en-US"/>
        </a:p>
      </dgm:t>
    </dgm:pt>
    <dgm:pt modelId="{2269DD83-D67F-4FB0-9942-2AF4B340CC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2D Renderer</a:t>
          </a:r>
        </a:p>
      </dgm:t>
    </dgm:pt>
    <dgm:pt modelId="{78F6A4A8-987C-4BC1-8EFF-B7A0E8288834}" type="parTrans" cxnId="{B417DE99-F37D-4309-B6E7-1F83A8810804}">
      <dgm:prSet/>
      <dgm:spPr/>
      <dgm:t>
        <a:bodyPr/>
        <a:lstStyle/>
        <a:p>
          <a:endParaRPr lang="en-US"/>
        </a:p>
      </dgm:t>
    </dgm:pt>
    <dgm:pt modelId="{72B0AB2A-CE92-4545-881E-E18BDECFA0F9}" type="sibTrans" cxnId="{B417DE99-F37D-4309-B6E7-1F83A8810804}">
      <dgm:prSet/>
      <dgm:spPr/>
      <dgm:t>
        <a:bodyPr/>
        <a:lstStyle/>
        <a:p>
          <a:endParaRPr lang="en-US"/>
        </a:p>
      </dgm:t>
    </dgm:pt>
    <dgm:pt modelId="{31E7D85A-EDE4-4DCA-B913-3AC6753C5FA3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Deferred Renderer</a:t>
          </a:r>
        </a:p>
      </dgm:t>
    </dgm:pt>
    <dgm:pt modelId="{374B05F3-0BAA-4B9E-AC9C-2166C2522B9E}" type="parTrans" cxnId="{F15BCE8B-AF12-4D82-A898-8E536A98EF24}">
      <dgm:prSet/>
      <dgm:spPr/>
      <dgm:t>
        <a:bodyPr/>
        <a:lstStyle/>
        <a:p>
          <a:endParaRPr lang="en-US"/>
        </a:p>
      </dgm:t>
    </dgm:pt>
    <dgm:pt modelId="{7010EDC2-EBE9-4C17-B23D-DF83E724D4AD}" type="sibTrans" cxnId="{F15BCE8B-AF12-4D82-A898-8E536A98EF24}">
      <dgm:prSet/>
      <dgm:spPr/>
      <dgm:t>
        <a:bodyPr/>
        <a:lstStyle/>
        <a:p>
          <a:endParaRPr lang="en-US"/>
        </a:p>
      </dgm:t>
    </dgm:pt>
    <dgm:pt modelId="{E81EB8A0-9EF1-4EAF-A2B8-551C13216DF8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Forward Renderer</a:t>
          </a:r>
        </a:p>
      </dgm:t>
    </dgm:pt>
    <dgm:pt modelId="{9008DA27-F177-4E96-BCF1-1D87EE49D4DC}" type="parTrans" cxnId="{B43CC404-A7B8-447F-B7A3-49B6818B335B}">
      <dgm:prSet/>
      <dgm:spPr/>
      <dgm:t>
        <a:bodyPr/>
        <a:lstStyle/>
        <a:p>
          <a:endParaRPr lang="en-US"/>
        </a:p>
      </dgm:t>
    </dgm:pt>
    <dgm:pt modelId="{5CB57855-6634-4F85-A710-BC9F3346222F}" type="sibTrans" cxnId="{B43CC404-A7B8-447F-B7A3-49B6818B335B}">
      <dgm:prSet/>
      <dgm:spPr/>
      <dgm:t>
        <a:bodyPr/>
        <a:lstStyle/>
        <a:p>
          <a:endParaRPr lang="en-US"/>
        </a:p>
      </dgm:t>
    </dgm:pt>
    <dgm:pt modelId="{4515462C-7E2D-4234-9038-B312C89DB609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VFX Renderer</a:t>
          </a:r>
        </a:p>
      </dgm:t>
    </dgm:pt>
    <dgm:pt modelId="{358F92BB-E0B2-4DC6-B42B-8E1CAB8755B7}" type="parTrans" cxnId="{6AA2BDD5-9BC6-4FA9-9DBA-DC9EB1DACB35}">
      <dgm:prSet/>
      <dgm:spPr/>
      <dgm:t>
        <a:bodyPr/>
        <a:lstStyle/>
        <a:p>
          <a:endParaRPr lang="en-US"/>
        </a:p>
      </dgm:t>
    </dgm:pt>
    <dgm:pt modelId="{173046BB-6E91-4E0B-A11F-C325C008808B}" type="sibTrans" cxnId="{6AA2BDD5-9BC6-4FA9-9DBA-DC9EB1DACB35}">
      <dgm:prSet/>
      <dgm:spPr/>
      <dgm:t>
        <a:bodyPr/>
        <a:lstStyle/>
        <a:p>
          <a:endParaRPr lang="en-US"/>
        </a:p>
      </dgm:t>
    </dgm:pt>
    <dgm:pt modelId="{06CC86FE-A12F-4402-93CA-A5C169967C3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sz="1200" noProof="0"/>
            <a:t>Context</a:t>
          </a:r>
          <a:endParaRPr lang="en-US" sz="1200" noProof="0" dirty="0"/>
        </a:p>
      </dgm:t>
    </dgm:pt>
    <dgm:pt modelId="{FCA50631-918E-48A6-85F0-5995B92E8D28}" type="parTrans" cxnId="{CD2FCE26-6BCA-4200-B507-749FE01FE5EF}">
      <dgm:prSet/>
      <dgm:spPr/>
      <dgm:t>
        <a:bodyPr/>
        <a:lstStyle/>
        <a:p>
          <a:endParaRPr lang="en-US"/>
        </a:p>
      </dgm:t>
    </dgm:pt>
    <dgm:pt modelId="{97AFA29E-B063-46D2-831E-4424B3690E1A}" type="sibTrans" cxnId="{CD2FCE26-6BCA-4200-B507-749FE01FE5EF}">
      <dgm:prSet/>
      <dgm:spPr/>
      <dgm:t>
        <a:bodyPr/>
        <a:lstStyle/>
        <a:p>
          <a:endParaRPr lang="en-US"/>
        </a:p>
      </dgm:t>
    </dgm:pt>
    <dgm:pt modelId="{CCEDEFB1-11C4-4BE9-B4BD-EBA172C6495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Data</a:t>
          </a:r>
        </a:p>
      </dgm:t>
    </dgm:pt>
    <dgm:pt modelId="{DA84A803-8548-4950-A3D3-E0D21A08E744}" type="parTrans" cxnId="{AB732587-3EC7-437C-A756-7F52CAD95DA3}">
      <dgm:prSet/>
      <dgm:spPr/>
      <dgm:t>
        <a:bodyPr/>
        <a:lstStyle/>
        <a:p>
          <a:endParaRPr lang="en-US"/>
        </a:p>
      </dgm:t>
    </dgm:pt>
    <dgm:pt modelId="{7AD4E237-D535-40EF-ACCB-EED0B8CC7D3B}" type="sibTrans" cxnId="{AB732587-3EC7-437C-A756-7F52CAD95DA3}">
      <dgm:prSet/>
      <dgm:spPr/>
      <dgm:t>
        <a:bodyPr/>
        <a:lstStyle/>
        <a:p>
          <a:endParaRPr lang="en-US"/>
        </a:p>
      </dgm:t>
    </dgm:pt>
    <dgm:pt modelId="{3A9D1D17-E645-4054-9D3C-C9856C9C4F56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OpenGL</a:t>
          </a:r>
        </a:p>
      </dgm:t>
    </dgm:pt>
    <dgm:pt modelId="{9A9ECE1B-AFCB-4B86-B0EE-59D56452834C}" type="parTrans" cxnId="{4A06F281-92B9-4759-BCCD-300F7A10EEE8}">
      <dgm:prSet/>
      <dgm:spPr/>
      <dgm:t>
        <a:bodyPr/>
        <a:lstStyle/>
        <a:p>
          <a:endParaRPr lang="en-US"/>
        </a:p>
      </dgm:t>
    </dgm:pt>
    <dgm:pt modelId="{F1532650-4BAC-4B28-874A-8C66D07D29E3}" type="sibTrans" cxnId="{4A06F281-92B9-4759-BCCD-300F7A10EEE8}">
      <dgm:prSet/>
      <dgm:spPr/>
      <dgm:t>
        <a:bodyPr/>
        <a:lstStyle/>
        <a:p>
          <a:endParaRPr lang="en-US"/>
        </a:p>
      </dgm:t>
    </dgm:pt>
    <dgm:pt modelId="{6A86D7A5-4BE9-49D9-8F35-01FA5FD177AB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Vulkan</a:t>
          </a:r>
        </a:p>
      </dgm:t>
    </dgm:pt>
    <dgm:pt modelId="{568F4F23-0776-4187-AA4D-54626909EFA9}" type="parTrans" cxnId="{146D2B2C-739B-4955-AE56-11BAE6C5B1E7}">
      <dgm:prSet/>
      <dgm:spPr/>
      <dgm:t>
        <a:bodyPr/>
        <a:lstStyle/>
        <a:p>
          <a:endParaRPr lang="en-US"/>
        </a:p>
      </dgm:t>
    </dgm:pt>
    <dgm:pt modelId="{446732D6-8DD2-437B-9983-8C90A29AFCBE}" type="sibTrans" cxnId="{146D2B2C-739B-4955-AE56-11BAE6C5B1E7}">
      <dgm:prSet/>
      <dgm:spPr/>
      <dgm:t>
        <a:bodyPr/>
        <a:lstStyle/>
        <a:p>
          <a:endParaRPr lang="en-US"/>
        </a:p>
      </dgm:t>
    </dgm:pt>
    <dgm:pt modelId="{317E4EBA-92A0-45E1-9AFF-C1B7ECF4C17D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DirectX3D</a:t>
          </a:r>
        </a:p>
      </dgm:t>
    </dgm:pt>
    <dgm:pt modelId="{A27CB574-BEC9-4665-ABCC-4325B2CC5766}" type="parTrans" cxnId="{08EADCD3-611A-423F-A062-261B42D73499}">
      <dgm:prSet/>
      <dgm:spPr/>
      <dgm:t>
        <a:bodyPr/>
        <a:lstStyle/>
        <a:p>
          <a:endParaRPr lang="en-US"/>
        </a:p>
      </dgm:t>
    </dgm:pt>
    <dgm:pt modelId="{89531A55-4BC8-4C5B-AEB8-4D01C3B24931}" type="sibTrans" cxnId="{08EADCD3-611A-423F-A062-261B42D73499}">
      <dgm:prSet/>
      <dgm:spPr/>
      <dgm:t>
        <a:bodyPr/>
        <a:lstStyle/>
        <a:p>
          <a:endParaRPr lang="en-US"/>
        </a:p>
      </dgm:t>
    </dgm:pt>
    <dgm:pt modelId="{536977EA-67F4-48D3-9A83-8DA4285E138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Metal</a:t>
          </a:r>
        </a:p>
      </dgm:t>
    </dgm:pt>
    <dgm:pt modelId="{5E861C27-C601-4614-9C05-AA7A9D669A78}" type="parTrans" cxnId="{CA2CDCED-C9BE-4B15-B261-7E7FF1FE9C27}">
      <dgm:prSet/>
      <dgm:spPr/>
      <dgm:t>
        <a:bodyPr/>
        <a:lstStyle/>
        <a:p>
          <a:endParaRPr lang="en-US"/>
        </a:p>
      </dgm:t>
    </dgm:pt>
    <dgm:pt modelId="{2D1E5CAA-D55A-46E9-90F5-B574E3BF982D}" type="sibTrans" cxnId="{CA2CDCED-C9BE-4B15-B261-7E7FF1FE9C27}">
      <dgm:prSet/>
      <dgm:spPr/>
      <dgm:t>
        <a:bodyPr/>
        <a:lstStyle/>
        <a:p>
          <a:endParaRPr lang="en-US"/>
        </a:p>
      </dgm:t>
    </dgm:pt>
    <dgm:pt modelId="{978A3A40-BB49-483E-B9F5-1F59037F71F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Stream</a:t>
          </a:r>
        </a:p>
      </dgm:t>
    </dgm:pt>
    <dgm:pt modelId="{60879353-C55F-4F1F-A588-E728DBE53EED}" type="parTrans" cxnId="{54286E2A-923C-484D-B321-85C46BA5363E}">
      <dgm:prSet/>
      <dgm:spPr/>
      <dgm:t>
        <a:bodyPr/>
        <a:lstStyle/>
        <a:p>
          <a:endParaRPr lang="en-US"/>
        </a:p>
      </dgm:t>
    </dgm:pt>
    <dgm:pt modelId="{CA173568-036C-49B6-9E80-F946FBACCFEF}" type="sibTrans" cxnId="{54286E2A-923C-484D-B321-85C46BA5363E}">
      <dgm:prSet/>
      <dgm:spPr/>
      <dgm:t>
        <a:bodyPr/>
        <a:lstStyle/>
        <a:p>
          <a:endParaRPr lang="en-US"/>
        </a:p>
      </dgm:t>
    </dgm:pt>
    <dgm:pt modelId="{D4DAA6DA-BDDF-4B7E-8B78-42D5DF783BE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sz="1200" noProof="0" dirty="0"/>
            <a:t>Resource</a:t>
          </a:r>
          <a:endParaRPr lang="en-US" sz="1200" noProof="0" dirty="0"/>
        </a:p>
      </dgm:t>
    </dgm:pt>
    <dgm:pt modelId="{84AFFA12-762E-4A2E-AE9F-794E0A281D2C}" type="parTrans" cxnId="{DEEEB098-5AEF-4916-8A1F-B285B59FDB4E}">
      <dgm:prSet/>
      <dgm:spPr/>
      <dgm:t>
        <a:bodyPr/>
        <a:lstStyle/>
        <a:p>
          <a:endParaRPr lang="en-US"/>
        </a:p>
      </dgm:t>
    </dgm:pt>
    <dgm:pt modelId="{425E13C0-4B3B-42DD-982E-2D390D21D365}" type="sibTrans" cxnId="{DEEEB098-5AEF-4916-8A1F-B285B59FDB4E}">
      <dgm:prSet/>
      <dgm:spPr/>
      <dgm:t>
        <a:bodyPr/>
        <a:lstStyle/>
        <a:p>
          <a:endParaRPr lang="en-US"/>
        </a:p>
      </dgm:t>
    </dgm:pt>
    <dgm:pt modelId="{DB4BBC04-D462-4D69-85F2-3D02223237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Renderer</a:t>
          </a:r>
        </a:p>
      </dgm:t>
    </dgm:pt>
    <dgm:pt modelId="{EB143FCE-CCC4-4E43-93B4-A5F19B04B951}" type="parTrans" cxnId="{56A06BBC-48FD-4DC5-9BD2-C424A0BDC4A4}">
      <dgm:prSet/>
      <dgm:spPr/>
      <dgm:t>
        <a:bodyPr/>
        <a:lstStyle/>
        <a:p>
          <a:endParaRPr lang="en-US"/>
        </a:p>
      </dgm:t>
    </dgm:pt>
    <dgm:pt modelId="{EBB1D3E4-805D-4065-AAEC-748B6C5A3CC5}" type="sibTrans" cxnId="{56A06BBC-48FD-4DC5-9BD2-C424A0BDC4A4}">
      <dgm:prSet/>
      <dgm:spPr/>
      <dgm:t>
        <a:bodyPr/>
        <a:lstStyle/>
        <a:p>
          <a:endParaRPr lang="en-US"/>
        </a:p>
      </dgm:t>
    </dgm:pt>
    <dgm:pt modelId="{93F25DE7-1215-4D9B-8A8D-9145A41F521D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Pipeline</a:t>
          </a:r>
          <a:endParaRPr lang="en-US" sz="1200" noProof="0" dirty="0"/>
        </a:p>
      </dgm:t>
    </dgm:pt>
    <dgm:pt modelId="{66881C65-C758-4761-B7A9-B206E4786EC0}" type="parTrans" cxnId="{B098566A-DD0C-4E45-9B76-C0821C03FB96}">
      <dgm:prSet/>
      <dgm:spPr/>
      <dgm:t>
        <a:bodyPr/>
        <a:lstStyle/>
        <a:p>
          <a:endParaRPr lang="en-US"/>
        </a:p>
      </dgm:t>
    </dgm:pt>
    <dgm:pt modelId="{B19073FC-2E20-4102-9A93-C007F413720A}" type="sibTrans" cxnId="{B098566A-DD0C-4E45-9B76-C0821C03FB96}">
      <dgm:prSet/>
      <dgm:spPr/>
      <dgm:t>
        <a:bodyPr/>
        <a:lstStyle/>
        <a:p>
          <a:endParaRPr lang="en-US"/>
        </a:p>
      </dgm:t>
    </dgm:pt>
    <dgm:pt modelId="{63362398-E9D5-4A93-B2C5-2E8973ACC75B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Resource</a:t>
          </a:r>
          <a:endParaRPr lang="en-US" sz="1600" noProof="0" dirty="0"/>
        </a:p>
      </dgm:t>
    </dgm:pt>
    <dgm:pt modelId="{0A71B2C8-5A94-4715-85DA-B86C4CD951BE}" type="parTrans" cxnId="{369648D8-3D97-46FF-A161-CBAC609AD172}">
      <dgm:prSet/>
      <dgm:spPr/>
      <dgm:t>
        <a:bodyPr/>
        <a:lstStyle/>
        <a:p>
          <a:endParaRPr lang="en-US"/>
        </a:p>
      </dgm:t>
    </dgm:pt>
    <dgm:pt modelId="{7FE76DCC-B3BA-4A00-9D72-56F3D87779CC}" type="sibTrans" cxnId="{369648D8-3D97-46FF-A161-CBAC609AD172}">
      <dgm:prSet/>
      <dgm:spPr/>
      <dgm:t>
        <a:bodyPr/>
        <a:lstStyle/>
        <a:p>
          <a:endParaRPr lang="en-US"/>
        </a:p>
      </dgm:t>
    </dgm:pt>
    <dgm:pt modelId="{A53FC797-A7D0-4225-917E-483BCFC0F609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Manager</a:t>
          </a:r>
        </a:p>
      </dgm:t>
    </dgm:pt>
    <dgm:pt modelId="{2D702847-3906-454F-A6BA-3641D7AD29A5}" type="parTrans" cxnId="{5946EF5C-0657-4F6B-AE06-85E17A20C06B}">
      <dgm:prSet/>
      <dgm:spPr/>
      <dgm:t>
        <a:bodyPr/>
        <a:lstStyle/>
        <a:p>
          <a:endParaRPr lang="en-US"/>
        </a:p>
      </dgm:t>
    </dgm:pt>
    <dgm:pt modelId="{DFF462C7-565A-4CD9-9B6F-67558240D5FC}" type="sibTrans" cxnId="{5946EF5C-0657-4F6B-AE06-85E17A20C06B}">
      <dgm:prSet/>
      <dgm:spPr/>
      <dgm:t>
        <a:bodyPr/>
        <a:lstStyle/>
        <a:p>
          <a:endParaRPr lang="en-US"/>
        </a:p>
      </dgm:t>
    </dgm:pt>
    <dgm:pt modelId="{18A23A90-E7BA-48EF-8925-F45523ECA51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Materials Manager</a:t>
          </a:r>
        </a:p>
      </dgm:t>
    </dgm:pt>
    <dgm:pt modelId="{0F5F14FC-DCBD-4091-81FC-66D1DDD2934F}" type="parTrans" cxnId="{EC127466-196B-472F-83BF-270DF536FD5A}">
      <dgm:prSet/>
      <dgm:spPr/>
      <dgm:t>
        <a:bodyPr/>
        <a:lstStyle/>
        <a:p>
          <a:endParaRPr lang="en-US"/>
        </a:p>
      </dgm:t>
    </dgm:pt>
    <dgm:pt modelId="{49F1F4D6-7267-4302-864F-2738456C4E25}" type="sibTrans" cxnId="{EC127466-196B-472F-83BF-270DF536FD5A}">
      <dgm:prSet/>
      <dgm:spPr/>
      <dgm:t>
        <a:bodyPr/>
        <a:lstStyle/>
        <a:p>
          <a:endParaRPr lang="en-US"/>
        </a:p>
      </dgm:t>
    </dgm:pt>
    <dgm:pt modelId="{8C27F584-DD9C-49FA-898E-5F3678BE22BA}">
      <dgm:prSet phldrT="[Text]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Transform</a:t>
          </a:r>
          <a:endParaRPr lang="en-US" b="0" noProof="0" dirty="0"/>
        </a:p>
      </dgm:t>
    </dgm:pt>
    <dgm:pt modelId="{F22F4DBC-CD40-4F67-9E48-FA253D439A7C}" type="parTrans" cxnId="{E00ABED1-B1F2-417B-98E3-4AA809D41A94}">
      <dgm:prSet/>
      <dgm:spPr/>
      <dgm:t>
        <a:bodyPr/>
        <a:lstStyle/>
        <a:p>
          <a:endParaRPr lang="en-US"/>
        </a:p>
      </dgm:t>
    </dgm:pt>
    <dgm:pt modelId="{AEFF960B-572D-4FD2-99E8-41DBCCD7BE4B}" type="sibTrans" cxnId="{E00ABED1-B1F2-417B-98E3-4AA809D41A94}">
      <dgm:prSet/>
      <dgm:spPr/>
      <dgm:t>
        <a:bodyPr/>
        <a:lstStyle/>
        <a:p>
          <a:endParaRPr lang="en-US"/>
        </a:p>
      </dgm:t>
    </dgm:pt>
    <dgm:pt modelId="{184408ED-0C75-4266-BDF1-787D09A31506}">
      <dgm:prSet phldrT="[Text]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Coordinates</a:t>
          </a:r>
        </a:p>
      </dgm:t>
    </dgm:pt>
    <dgm:pt modelId="{C02D3C1F-C970-44C3-87FE-DD936DC2D9EF}" type="parTrans" cxnId="{8D7F2112-D413-4D1C-8F7B-D5A65D0A449A}">
      <dgm:prSet/>
      <dgm:spPr/>
      <dgm:t>
        <a:bodyPr/>
        <a:lstStyle/>
        <a:p>
          <a:endParaRPr lang="en-US"/>
        </a:p>
      </dgm:t>
    </dgm:pt>
    <dgm:pt modelId="{314FE90D-7A15-42AC-9C67-7A9AB8A35C4C}" type="sibTrans" cxnId="{8D7F2112-D413-4D1C-8F7B-D5A65D0A449A}">
      <dgm:prSet/>
      <dgm:spPr/>
      <dgm:t>
        <a:bodyPr/>
        <a:lstStyle/>
        <a:p>
          <a:endParaRPr lang="en-US"/>
        </a:p>
      </dgm:t>
    </dgm:pt>
    <dgm:pt modelId="{94AD0C53-7E11-4541-B1EA-819E60655511}">
      <dgm:prSet phldrT="[Text]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Camera</a:t>
          </a:r>
        </a:p>
      </dgm:t>
    </dgm:pt>
    <dgm:pt modelId="{DA89F033-E962-4F91-860A-108F2CD40105}" type="parTrans" cxnId="{78DC284A-90CC-4555-BF10-1334ED72D759}">
      <dgm:prSet/>
      <dgm:spPr/>
      <dgm:t>
        <a:bodyPr/>
        <a:lstStyle/>
        <a:p>
          <a:endParaRPr lang="en-US"/>
        </a:p>
      </dgm:t>
    </dgm:pt>
    <dgm:pt modelId="{4E3F59C6-35CD-42A1-AAF8-FDD52688F2BF}" type="sibTrans" cxnId="{78DC284A-90CC-4555-BF10-1334ED72D759}">
      <dgm:prSet/>
      <dgm:spPr/>
      <dgm:t>
        <a:bodyPr/>
        <a:lstStyle/>
        <a:p>
          <a:endParaRPr lang="en-US"/>
        </a:p>
      </dgm:t>
    </dgm:pt>
    <dgm:pt modelId="{D2799F03-F0F1-496C-8B8A-D29B1642663B}">
      <dgm:prSet phldrT="[Text]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Lights</a:t>
          </a:r>
        </a:p>
      </dgm:t>
    </dgm:pt>
    <dgm:pt modelId="{B45C9F4D-A34E-4563-8CC4-89C9698FAA51}" type="parTrans" cxnId="{A50CB66E-F2D2-4084-A445-5769B1A6C068}">
      <dgm:prSet/>
      <dgm:spPr/>
      <dgm:t>
        <a:bodyPr/>
        <a:lstStyle/>
        <a:p>
          <a:endParaRPr lang="en-US"/>
        </a:p>
      </dgm:t>
    </dgm:pt>
    <dgm:pt modelId="{F53E33CE-4581-4264-A0EA-CFFCB820A7F3}" type="sibTrans" cxnId="{A50CB66E-F2D2-4084-A445-5769B1A6C068}">
      <dgm:prSet/>
      <dgm:spPr/>
      <dgm:t>
        <a:bodyPr/>
        <a:lstStyle/>
        <a:p>
          <a:endParaRPr lang="en-US"/>
        </a:p>
      </dgm:t>
    </dgm:pt>
    <dgm:pt modelId="{D95AA16D-50BB-4215-BE5F-6D4204001E0C}">
      <dgm:prSet phldrT="[Text]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Assets</a:t>
          </a:r>
        </a:p>
      </dgm:t>
    </dgm:pt>
    <dgm:pt modelId="{ED28976B-882B-47D3-8729-52D721DE4D25}" type="parTrans" cxnId="{1EAEE455-23BC-4ABC-8B6C-1EB9B94A4899}">
      <dgm:prSet/>
      <dgm:spPr/>
      <dgm:t>
        <a:bodyPr/>
        <a:lstStyle/>
        <a:p>
          <a:endParaRPr lang="en-US"/>
        </a:p>
      </dgm:t>
    </dgm:pt>
    <dgm:pt modelId="{00DDA567-EDDF-426C-9EE0-550D0877E0F9}" type="sibTrans" cxnId="{1EAEE455-23BC-4ABC-8B6C-1EB9B94A4899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6"/>
      <dgm:spPr/>
    </dgm:pt>
    <dgm:pt modelId="{9BEA8613-8D23-41D8-9B98-0EE982021788}" type="pres">
      <dgm:prSet presAssocID="{42BCD4A9-A9CF-4288-8C26-147300DFC46C}" presName="entireBox" presStyleLbl="node1" presStyleIdx="0" presStyleCnt="6"/>
      <dgm:spPr/>
    </dgm:pt>
    <dgm:pt modelId="{670768F3-D47D-422D-982C-C4FC40061F97}" type="pres">
      <dgm:prSet presAssocID="{42BCD4A9-A9CF-4288-8C26-147300DFC46C}" presName="descendantBox" presStyleCnt="0"/>
      <dgm:spPr/>
    </dgm:pt>
    <dgm:pt modelId="{4C7134A9-CFC0-42BE-BBE6-8013607503CF}" type="pres">
      <dgm:prSet presAssocID="{3A9D1D17-E645-4054-9D3C-C9856C9C4F56}" presName="childTextBox" presStyleLbl="fgAccFollowNode1" presStyleIdx="0" presStyleCnt="24">
        <dgm:presLayoutVars>
          <dgm:bulletEnabled val="1"/>
        </dgm:presLayoutVars>
      </dgm:prSet>
      <dgm:spPr/>
    </dgm:pt>
    <dgm:pt modelId="{520FB264-D8DB-4B38-B376-5705D5C983B6}" type="pres">
      <dgm:prSet presAssocID="{6A86D7A5-4BE9-49D9-8F35-01FA5FD177AB}" presName="childTextBox" presStyleLbl="fgAccFollowNode1" presStyleIdx="1" presStyleCnt="24">
        <dgm:presLayoutVars>
          <dgm:bulletEnabled val="1"/>
        </dgm:presLayoutVars>
      </dgm:prSet>
      <dgm:spPr/>
    </dgm:pt>
    <dgm:pt modelId="{C5159B75-F703-45A6-B07A-9C0B1993D0A2}" type="pres">
      <dgm:prSet presAssocID="{317E4EBA-92A0-45E1-9AFF-C1B7ECF4C17D}" presName="childTextBox" presStyleLbl="fgAccFollowNode1" presStyleIdx="2" presStyleCnt="24">
        <dgm:presLayoutVars>
          <dgm:bulletEnabled val="1"/>
        </dgm:presLayoutVars>
      </dgm:prSet>
      <dgm:spPr/>
    </dgm:pt>
    <dgm:pt modelId="{1EAF5CAF-32BE-4077-B3C4-D8B521020B21}" type="pres">
      <dgm:prSet presAssocID="{536977EA-67F4-48D3-9A83-8DA4285E1385}" presName="childTextBox" presStyleLbl="fgAccFollowNode1" presStyleIdx="3" presStyleCnt="24">
        <dgm:presLayoutVars>
          <dgm:bulletEnabled val="1"/>
        </dgm:presLayoutVars>
      </dgm:prSet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0" presStyleCnt="6"/>
      <dgm:spPr/>
    </dgm:pt>
    <dgm:pt modelId="{1ADEB702-401C-4386-90EE-7702485DB93F}" type="pres">
      <dgm:prSet presAssocID="{432AFB55-08FE-4212-9DC7-D14ED2A025FB}" presName="arrow" presStyleLbl="node1" presStyleIdx="1" presStyleCnt="6"/>
      <dgm:spPr/>
    </dgm:pt>
    <dgm:pt modelId="{047E7AED-68AF-4F90-AADA-A8EAB5AD7347}" type="pres">
      <dgm:prSet presAssocID="{432AFB55-08FE-4212-9DC7-D14ED2A025FB}" presName="descendantArrow" presStyleCnt="0"/>
      <dgm:spPr/>
    </dgm:pt>
    <dgm:pt modelId="{C2CDED37-9DF3-42C4-8DC1-74C1BDD970F9}" type="pres">
      <dgm:prSet presAssocID="{06CC86FE-A12F-4402-93CA-A5C169967C38}" presName="childTextArrow" presStyleLbl="fgAccFollowNode1" presStyleIdx="4" presStyleCnt="24">
        <dgm:presLayoutVars>
          <dgm:bulletEnabled val="1"/>
        </dgm:presLayoutVars>
      </dgm:prSet>
      <dgm:spPr/>
    </dgm:pt>
    <dgm:pt modelId="{2528012E-0E4A-465E-8142-992517B5BAF6}" type="pres">
      <dgm:prSet presAssocID="{CCEDEFB1-11C4-4BE9-B4BD-EBA172C6495F}" presName="childTextArrow" presStyleLbl="fgAccFollowNode1" presStyleIdx="5" presStyleCnt="24">
        <dgm:presLayoutVars>
          <dgm:bulletEnabled val="1"/>
        </dgm:presLayoutVars>
      </dgm:prSet>
      <dgm:spPr/>
    </dgm:pt>
    <dgm:pt modelId="{E6C8ED0A-87EE-4F77-8769-2AEBFF4FAC27}" type="pres">
      <dgm:prSet presAssocID="{D4DAA6DA-BDDF-4B7E-8B78-42D5DF783BE8}" presName="childTextArrow" presStyleLbl="fgAccFollowNode1" presStyleIdx="6" presStyleCnt="24">
        <dgm:presLayoutVars>
          <dgm:bulletEnabled val="1"/>
        </dgm:presLayoutVars>
      </dgm:prSet>
      <dgm:spPr/>
    </dgm:pt>
    <dgm:pt modelId="{91ACEBA4-CA3B-4797-9CBA-E327C7C0DA5E}" type="pres">
      <dgm:prSet presAssocID="{978A3A40-BB49-483E-B9F5-1F59037F71FE}" presName="childTextArrow" presStyleLbl="fgAccFollowNode1" presStyleIdx="7" presStyleCnt="24">
        <dgm:presLayoutVars>
          <dgm:bulletEnabled val="1"/>
        </dgm:presLayoutVars>
      </dgm:prSet>
      <dgm:spPr/>
    </dgm:pt>
    <dgm:pt modelId="{E683D2D8-90F6-4B14-9B28-E562704B6548}" type="pres">
      <dgm:prSet presAssocID="{93F25DE7-1215-4D9B-8A8D-9145A41F521D}" presName="childTextArrow" presStyleLbl="fgAccFollowNode1" presStyleIdx="8" presStyleCnt="24">
        <dgm:presLayoutVars>
          <dgm:bulletEnabled val="1"/>
        </dgm:presLayoutVars>
      </dgm:prSet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1" presStyleCnt="6"/>
      <dgm:spPr/>
    </dgm:pt>
    <dgm:pt modelId="{BD4D7166-D5DB-4159-863B-CEDD4EB41D67}" type="pres">
      <dgm:prSet presAssocID="{67180261-FA11-4C70-99B6-208D22A34225}" presName="arrow" presStyleLbl="node1" presStyleIdx="2" presStyleCnt="6"/>
      <dgm:spPr/>
    </dgm:pt>
    <dgm:pt modelId="{EDA35FC2-369B-408D-A22C-F2BE5814AC6E}" type="pres">
      <dgm:prSet presAssocID="{67180261-FA11-4C70-99B6-208D22A34225}" presName="descendantArrow" presStyleCnt="0"/>
      <dgm:spPr/>
    </dgm:pt>
    <dgm:pt modelId="{081CEAF5-737A-4FD3-B1B1-F17FDD609D8B}" type="pres">
      <dgm:prSet presAssocID="{8C27F584-DD9C-49FA-898E-5F3678BE22BA}" presName="childTextArrow" presStyleLbl="fgAccFollowNode1" presStyleIdx="9" presStyleCnt="24">
        <dgm:presLayoutVars>
          <dgm:bulletEnabled val="1"/>
        </dgm:presLayoutVars>
      </dgm:prSet>
      <dgm:spPr/>
    </dgm:pt>
    <dgm:pt modelId="{810B6C48-6AD1-4DAB-9353-55FF17F6E573}" type="pres">
      <dgm:prSet presAssocID="{184408ED-0C75-4266-BDF1-787D09A31506}" presName="childTextArrow" presStyleLbl="fgAccFollowNode1" presStyleIdx="10" presStyleCnt="24">
        <dgm:presLayoutVars>
          <dgm:bulletEnabled val="1"/>
        </dgm:presLayoutVars>
      </dgm:prSet>
      <dgm:spPr/>
    </dgm:pt>
    <dgm:pt modelId="{5D5A006E-95FD-4E91-9899-EAF467C1FCAB}" type="pres">
      <dgm:prSet presAssocID="{94AD0C53-7E11-4541-B1EA-819E60655511}" presName="childTextArrow" presStyleLbl="fgAccFollowNode1" presStyleIdx="11" presStyleCnt="24">
        <dgm:presLayoutVars>
          <dgm:bulletEnabled val="1"/>
        </dgm:presLayoutVars>
      </dgm:prSet>
      <dgm:spPr/>
    </dgm:pt>
    <dgm:pt modelId="{685D582B-5E54-4C08-88CE-8AB5063FF851}" type="pres">
      <dgm:prSet presAssocID="{D2799F03-F0F1-496C-8B8A-D29B1642663B}" presName="childTextArrow" presStyleLbl="fgAccFollowNode1" presStyleIdx="12" presStyleCnt="24">
        <dgm:presLayoutVars>
          <dgm:bulletEnabled val="1"/>
        </dgm:presLayoutVars>
      </dgm:prSet>
      <dgm:spPr/>
    </dgm:pt>
    <dgm:pt modelId="{EC0173F4-635F-4FBF-943D-A1AF7D6CB1B3}" type="pres">
      <dgm:prSet presAssocID="{D95AA16D-50BB-4215-BE5F-6D4204001E0C}" presName="childTextArrow" presStyleLbl="fgAccFollowNode1" presStyleIdx="13" presStyleCnt="24">
        <dgm:presLayoutVars>
          <dgm:bulletEnabled val="1"/>
        </dgm:presLayoutVars>
      </dgm:prSet>
      <dgm:spPr/>
    </dgm:pt>
    <dgm:pt modelId="{AB6447FE-2C99-4DD6-91C8-AF1E0063622E}" type="pres">
      <dgm:prSet presAssocID="{7FE76DCC-B3BA-4A00-9D72-56F3D87779CC}" presName="sp" presStyleCnt="0"/>
      <dgm:spPr/>
    </dgm:pt>
    <dgm:pt modelId="{68CD8177-A910-4F38-82E1-F0C0EDB0C420}" type="pres">
      <dgm:prSet presAssocID="{63362398-E9D5-4A93-B2C5-2E8973ACC75B}" presName="arrowAndChildren" presStyleCnt="0"/>
      <dgm:spPr/>
    </dgm:pt>
    <dgm:pt modelId="{0CEFF55C-3BBA-4E0C-A33F-E4CFFD7D4B68}" type="pres">
      <dgm:prSet presAssocID="{63362398-E9D5-4A93-B2C5-2E8973ACC75B}" presName="parentTextArrow" presStyleLbl="node1" presStyleIdx="2" presStyleCnt="6"/>
      <dgm:spPr/>
    </dgm:pt>
    <dgm:pt modelId="{DB8D5B08-E642-4C95-AEE2-2EE97279618E}" type="pres">
      <dgm:prSet presAssocID="{63362398-E9D5-4A93-B2C5-2E8973ACC75B}" presName="arrow" presStyleLbl="node1" presStyleIdx="3" presStyleCnt="6"/>
      <dgm:spPr/>
    </dgm:pt>
    <dgm:pt modelId="{C09C5BF8-AC0A-418E-B261-4CC0F0019A90}" type="pres">
      <dgm:prSet presAssocID="{63362398-E9D5-4A93-B2C5-2E8973ACC75B}" presName="descendantArrow" presStyleCnt="0"/>
      <dgm:spPr/>
    </dgm:pt>
    <dgm:pt modelId="{FEEF8D0A-6785-46F7-A04F-DEA7192DB78B}" type="pres">
      <dgm:prSet presAssocID="{A53FC797-A7D0-4225-917E-483BCFC0F609}" presName="childTextArrow" presStyleLbl="fgAccFollowNode1" presStyleIdx="14" presStyleCnt="24">
        <dgm:presLayoutVars>
          <dgm:bulletEnabled val="1"/>
        </dgm:presLayoutVars>
      </dgm:prSet>
      <dgm:spPr/>
    </dgm:pt>
    <dgm:pt modelId="{A7B24C85-3096-47D8-8DC1-1D2D3B2D9CB7}" type="pres">
      <dgm:prSet presAssocID="{18A23A90-E7BA-48EF-8925-F45523ECA513}" presName="childTextArrow" presStyleLbl="fgAccFollowNode1" presStyleIdx="15" presStyleCnt="24">
        <dgm:presLayoutVars>
          <dgm:bulletEnabled val="1"/>
        </dgm:presLayoutVars>
      </dgm:prSet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3" presStyleCnt="6"/>
      <dgm:spPr/>
    </dgm:pt>
    <dgm:pt modelId="{DE0371E9-CAE6-48FD-B047-BCC1719221B4}" type="pres">
      <dgm:prSet presAssocID="{409AF4A9-954C-4DBA-AD54-B8C01FAFB96B}" presName="arrow" presStyleLbl="node1" presStyleIdx="4" presStyleCnt="6"/>
      <dgm:spPr/>
    </dgm:pt>
    <dgm:pt modelId="{0F81C51D-58E9-4E6D-A524-2C8D3617B772}" type="pres">
      <dgm:prSet presAssocID="{409AF4A9-954C-4DBA-AD54-B8C01FAFB96B}" presName="descendantArrow" presStyleCnt="0"/>
      <dgm:spPr/>
    </dgm:pt>
    <dgm:pt modelId="{A0FC7889-D654-43E6-83A5-E01BC73A0527}" type="pres">
      <dgm:prSet presAssocID="{2269DD83-D67F-4FB0-9942-2AF4B340CC6D}" presName="childTextArrow" presStyleLbl="fgAccFollowNode1" presStyleIdx="16" presStyleCnt="24">
        <dgm:presLayoutVars>
          <dgm:bulletEnabled val="1"/>
        </dgm:presLayoutVars>
      </dgm:prSet>
      <dgm:spPr/>
    </dgm:pt>
    <dgm:pt modelId="{06479DB7-2C16-4124-865E-00ABCEE5ACDC}" type="pres">
      <dgm:prSet presAssocID="{DB4BBC04-D462-4D69-85F2-3D022232376D}" presName="childTextArrow" presStyleLbl="fgAccFollowNode1" presStyleIdx="17" presStyleCnt="24">
        <dgm:presLayoutVars>
          <dgm:bulletEnabled val="1"/>
        </dgm:presLayoutVars>
      </dgm:prSet>
      <dgm:spPr/>
    </dgm:pt>
    <dgm:pt modelId="{14320433-9796-4777-BC67-0B323166DC2C}" type="pres">
      <dgm:prSet presAssocID="{31E7D85A-EDE4-4DCA-B913-3AC6753C5FA3}" presName="childTextArrow" presStyleLbl="fgAccFollowNode1" presStyleIdx="18" presStyleCnt="24">
        <dgm:presLayoutVars>
          <dgm:bulletEnabled val="1"/>
        </dgm:presLayoutVars>
      </dgm:prSet>
      <dgm:spPr/>
    </dgm:pt>
    <dgm:pt modelId="{109BEEAF-629A-4A82-A2A0-4847FD261716}" type="pres">
      <dgm:prSet presAssocID="{E81EB8A0-9EF1-4EAF-A2B8-551C13216DF8}" presName="childTextArrow" presStyleLbl="fgAccFollowNode1" presStyleIdx="19" presStyleCnt="24">
        <dgm:presLayoutVars>
          <dgm:bulletEnabled val="1"/>
        </dgm:presLayoutVars>
      </dgm:prSet>
      <dgm:spPr/>
    </dgm:pt>
    <dgm:pt modelId="{9C17246C-7A43-46BE-B9A9-026CA5F44B39}" type="pres">
      <dgm:prSet presAssocID="{4515462C-7E2D-4234-9038-B312C89DB609}" presName="childTextArrow" presStyleLbl="fgAccFollowNode1" presStyleIdx="20" presStyleCnt="24">
        <dgm:presLayoutVars>
          <dgm:bulletEnabled val="1"/>
        </dgm:presLayoutVars>
      </dgm:prSet>
      <dgm:spPr/>
    </dgm:pt>
    <dgm:pt modelId="{E65FF909-5C99-40F3-95A5-737B9BF2B0A9}" type="pres">
      <dgm:prSet presAssocID="{399D986D-F361-4165-9BF5-4EE27F4222A9}" presName="sp" presStyleCnt="0"/>
      <dgm:spPr/>
    </dgm:pt>
    <dgm:pt modelId="{58344C03-018C-4EB2-9EBE-FBACB7F2014A}" type="pres">
      <dgm:prSet presAssocID="{7CA02680-229E-4DE5-8E8F-D7DCCA469999}" presName="arrowAndChildren" presStyleCnt="0"/>
      <dgm:spPr/>
    </dgm:pt>
    <dgm:pt modelId="{1BB05907-8983-424E-8D36-085EEDFCFAFD}" type="pres">
      <dgm:prSet presAssocID="{7CA02680-229E-4DE5-8E8F-D7DCCA469999}" presName="parentTextArrow" presStyleLbl="node1" presStyleIdx="4" presStyleCnt="6"/>
      <dgm:spPr/>
    </dgm:pt>
    <dgm:pt modelId="{027CF994-8182-447A-9A5E-01709396860B}" type="pres">
      <dgm:prSet presAssocID="{7CA02680-229E-4DE5-8E8F-D7DCCA469999}" presName="arrow" presStyleLbl="node1" presStyleIdx="5" presStyleCnt="6"/>
      <dgm:spPr/>
    </dgm:pt>
    <dgm:pt modelId="{5C134447-E38E-44EC-A40E-E8146C37ADC2}" type="pres">
      <dgm:prSet presAssocID="{7CA02680-229E-4DE5-8E8F-D7DCCA469999}" presName="descendantArrow" presStyleCnt="0"/>
      <dgm:spPr/>
    </dgm:pt>
    <dgm:pt modelId="{1B6D6FA3-24C3-4B01-B77A-EF0920B3D103}" type="pres">
      <dgm:prSet presAssocID="{6C759DB1-AA8F-4E5F-ACC1-39A0887F0CC5}" presName="childTextArrow" presStyleLbl="fgAccFollowNode1" presStyleIdx="21" presStyleCnt="24">
        <dgm:presLayoutVars>
          <dgm:bulletEnabled val="1"/>
        </dgm:presLayoutVars>
      </dgm:prSet>
      <dgm:spPr/>
    </dgm:pt>
    <dgm:pt modelId="{520087BB-6474-48FA-BADE-554E1121AB89}" type="pres">
      <dgm:prSet presAssocID="{E70EBC57-D4F3-46AE-A368-8F90BEAE7FE0}" presName="childTextArrow" presStyleLbl="fgAccFollowNode1" presStyleIdx="22" presStyleCnt="24">
        <dgm:presLayoutVars>
          <dgm:bulletEnabled val="1"/>
        </dgm:presLayoutVars>
      </dgm:prSet>
      <dgm:spPr/>
    </dgm:pt>
    <dgm:pt modelId="{4F5DC906-8F73-4978-95C1-63026105B9EA}" type="pres">
      <dgm:prSet presAssocID="{9D86201F-66FF-4A06-9DD7-E03251646D18}" presName="childTextArrow" presStyleLbl="fgAccFollowNode1" presStyleIdx="23" presStyleCnt="24">
        <dgm:presLayoutVars>
          <dgm:bulletEnabled val="1"/>
        </dgm:presLayoutVars>
      </dgm:prSet>
      <dgm:spPr/>
    </dgm:pt>
  </dgm:ptLst>
  <dgm:cxnLst>
    <dgm:cxn modelId="{B43CC404-A7B8-447F-B7A3-49B6818B335B}" srcId="{409AF4A9-954C-4DBA-AD54-B8C01FAFB96B}" destId="{E81EB8A0-9EF1-4EAF-A2B8-551C13216DF8}" srcOrd="3" destOrd="0" parTransId="{9008DA27-F177-4E96-BCF1-1D87EE49D4DC}" sibTransId="{5CB57855-6634-4F85-A710-BC9F3346222F}"/>
    <dgm:cxn modelId="{47652906-A1FC-46F9-8A4B-8C0FE89FE66B}" srcId="{7CA02680-229E-4DE5-8E8F-D7DCCA469999}" destId="{9D86201F-66FF-4A06-9DD7-E03251646D18}" srcOrd="2" destOrd="0" parTransId="{9E2A35D4-E816-4EB6-8C0C-BD1BF59FC0C0}" sibTransId="{D2E93AB9-EBCF-401A-8EA0-081669804887}"/>
    <dgm:cxn modelId="{56130A09-99EE-4BE9-B402-62BA4482F777}" srcId="{492A7F8C-4384-4FED-90C3-C50AD51CD4D0}" destId="{432AFB55-08FE-4212-9DC7-D14ED2A025FB}" srcOrd="4" destOrd="0" parTransId="{05D130B0-583C-42EF-A013-EBA84E5F5145}" sibTransId="{C810953B-BB37-4D99-95A3-2A0E2B593AD3}"/>
    <dgm:cxn modelId="{46AB840A-7B60-43FE-8346-BF6AB4BC4BC3}" type="presOf" srcId="{93F25DE7-1215-4D9B-8A8D-9145A41F521D}" destId="{E683D2D8-90F6-4B14-9B28-E562704B6548}" srcOrd="0" destOrd="0" presId="urn:microsoft.com/office/officeart/2005/8/layout/process4"/>
    <dgm:cxn modelId="{161CD011-FE67-4DF6-A6DE-E8A4313695DE}" type="presOf" srcId="{31E7D85A-EDE4-4DCA-B913-3AC6753C5FA3}" destId="{14320433-9796-4777-BC67-0B323166DC2C}" srcOrd="0" destOrd="0" presId="urn:microsoft.com/office/officeart/2005/8/layout/process4"/>
    <dgm:cxn modelId="{8D7F2112-D413-4D1C-8F7B-D5A65D0A449A}" srcId="{67180261-FA11-4C70-99B6-208D22A34225}" destId="{184408ED-0C75-4266-BDF1-787D09A31506}" srcOrd="1" destOrd="0" parTransId="{C02D3C1F-C970-44C3-87FE-DD936DC2D9EF}" sibTransId="{314FE90D-7A15-42AC-9C67-7A9AB8A35C4C}"/>
    <dgm:cxn modelId="{3E7F8416-6E5A-4FB7-8B5D-7E6552DB9137}" srcId="{492A7F8C-4384-4FED-90C3-C50AD51CD4D0}" destId="{67180261-FA11-4C70-99B6-208D22A34225}" srcOrd="3" destOrd="0" parTransId="{59464F09-C52D-4303-BCD3-E1A86FD40B46}" sibTransId="{EFC46B28-C8E4-4492-89C7-7481CD0F35E9}"/>
    <dgm:cxn modelId="{F281401C-D56C-4ABB-9523-46A5D253E5A5}" type="presOf" srcId="{6C759DB1-AA8F-4E5F-ACC1-39A0887F0CC5}" destId="{1B6D6FA3-24C3-4B01-B77A-EF0920B3D103}" srcOrd="0" destOrd="0" presId="urn:microsoft.com/office/officeart/2005/8/layout/process4"/>
    <dgm:cxn modelId="{96978423-041D-4AA6-A171-2B7575AC72CB}" type="presOf" srcId="{409AF4A9-954C-4DBA-AD54-B8C01FAFB96B}" destId="{DE0371E9-CAE6-48FD-B047-BCC1719221B4}" srcOrd="1" destOrd="0" presId="urn:microsoft.com/office/officeart/2005/8/layout/process4"/>
    <dgm:cxn modelId="{99F69F26-3D8A-478C-B8CA-1EB97D775D01}" type="presOf" srcId="{432AFB55-08FE-4212-9DC7-D14ED2A025FB}" destId="{1ADEB702-401C-4386-90EE-7702485DB93F}" srcOrd="1" destOrd="0" presId="urn:microsoft.com/office/officeart/2005/8/layout/process4"/>
    <dgm:cxn modelId="{CD2FCE26-6BCA-4200-B507-749FE01FE5EF}" srcId="{432AFB55-08FE-4212-9DC7-D14ED2A025FB}" destId="{06CC86FE-A12F-4402-93CA-A5C169967C38}" srcOrd="0" destOrd="0" parTransId="{FCA50631-918E-48A6-85F0-5995B92E8D28}" sibTransId="{97AFA29E-B063-46D2-831E-4424B3690E1A}"/>
    <dgm:cxn modelId="{3A041A28-317C-4F5F-A410-D9D0759BFE5D}" type="presOf" srcId="{9D86201F-66FF-4A06-9DD7-E03251646D18}" destId="{4F5DC906-8F73-4978-95C1-63026105B9EA}" srcOrd="0" destOrd="0" presId="urn:microsoft.com/office/officeart/2005/8/layout/process4"/>
    <dgm:cxn modelId="{54286E2A-923C-484D-B321-85C46BA5363E}" srcId="{432AFB55-08FE-4212-9DC7-D14ED2A025FB}" destId="{978A3A40-BB49-483E-B9F5-1F59037F71FE}" srcOrd="3" destOrd="0" parTransId="{60879353-C55F-4F1F-A588-E728DBE53EED}" sibTransId="{CA173568-036C-49B6-9E80-F946FBACCFEF}"/>
    <dgm:cxn modelId="{146D2B2C-739B-4955-AE56-11BAE6C5B1E7}" srcId="{42BCD4A9-A9CF-4288-8C26-147300DFC46C}" destId="{6A86D7A5-4BE9-49D9-8F35-01FA5FD177AB}" srcOrd="1" destOrd="0" parTransId="{568F4F23-0776-4187-AA4D-54626909EFA9}" sibTransId="{446732D6-8DD2-437B-9983-8C90A29AFCBE}"/>
    <dgm:cxn modelId="{F72A6830-7DE4-4781-8BD8-BB5BAFDFFB3D}" srcId="{492A7F8C-4384-4FED-90C3-C50AD51CD4D0}" destId="{7CA02680-229E-4DE5-8E8F-D7DCCA469999}" srcOrd="0" destOrd="0" parTransId="{FD9C8912-36C2-4F70-8D27-0C7B04281544}" sibTransId="{399D986D-F361-4165-9BF5-4EE27F4222A9}"/>
    <dgm:cxn modelId="{A180AB34-0D45-4AC0-9F67-0288D119A062}" type="presOf" srcId="{7CA02680-229E-4DE5-8E8F-D7DCCA469999}" destId="{1BB05907-8983-424E-8D36-085EEDFCFAFD}" srcOrd="0" destOrd="0" presId="urn:microsoft.com/office/officeart/2005/8/layout/process4"/>
    <dgm:cxn modelId="{2C843339-4B86-4144-B277-8CD890080DDB}" type="presOf" srcId="{409AF4A9-954C-4DBA-AD54-B8C01FAFB96B}" destId="{3DF89B0C-C280-49DB-91D6-BFC9CDC132DA}" srcOrd="0" destOrd="0" presId="urn:microsoft.com/office/officeart/2005/8/layout/process4"/>
    <dgm:cxn modelId="{41391E5C-E006-4783-BBD5-4040FAB8990A}" type="presOf" srcId="{3A9D1D17-E645-4054-9D3C-C9856C9C4F56}" destId="{4C7134A9-CFC0-42BE-BBE6-8013607503CF}" srcOrd="0" destOrd="0" presId="urn:microsoft.com/office/officeart/2005/8/layout/process4"/>
    <dgm:cxn modelId="{5946EF5C-0657-4F6B-AE06-85E17A20C06B}" srcId="{63362398-E9D5-4A93-B2C5-2E8973ACC75B}" destId="{A53FC797-A7D0-4225-917E-483BCFC0F609}" srcOrd="0" destOrd="0" parTransId="{2D702847-3906-454F-A6BA-3641D7AD29A5}" sibTransId="{DFF462C7-565A-4CD9-9B6F-67558240D5FC}"/>
    <dgm:cxn modelId="{97090A5F-3E73-4550-B795-7A3A4E2006BE}" type="presOf" srcId="{E81EB8A0-9EF1-4EAF-A2B8-551C13216DF8}" destId="{109BEEAF-629A-4A82-A2A0-4847FD261716}" srcOrd="0" destOrd="0" presId="urn:microsoft.com/office/officeart/2005/8/layout/process4"/>
    <dgm:cxn modelId="{35E04D62-7F0E-4670-BBAF-1474375DF3C1}" srcId="{7CA02680-229E-4DE5-8E8F-D7DCCA469999}" destId="{E70EBC57-D4F3-46AE-A368-8F90BEAE7FE0}" srcOrd="1" destOrd="0" parTransId="{FA248630-6B92-47B6-8E5D-810D0F622E0B}" sibTransId="{449DD7DE-1E04-47AD-87AC-1D81B28FEA33}"/>
    <dgm:cxn modelId="{575DE644-6FD2-41CB-B9D0-317646EF21A8}" type="presOf" srcId="{536977EA-67F4-48D3-9A83-8DA4285E1385}" destId="{1EAF5CAF-32BE-4077-B3C4-D8B521020B21}" srcOrd="0" destOrd="0" presId="urn:microsoft.com/office/officeart/2005/8/layout/process4"/>
    <dgm:cxn modelId="{EC127466-196B-472F-83BF-270DF536FD5A}" srcId="{63362398-E9D5-4A93-B2C5-2E8973ACC75B}" destId="{18A23A90-E7BA-48EF-8925-F45523ECA513}" srcOrd="1" destOrd="0" parTransId="{0F5F14FC-DCBD-4091-81FC-66D1DDD2934F}" sibTransId="{49F1F4D6-7267-4302-864F-2738456C4E25}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73251067-1401-4499-B503-DC4BF9A6DE02}" type="presOf" srcId="{184408ED-0C75-4266-BDF1-787D09A31506}" destId="{810B6C48-6AD1-4DAB-9353-55FF17F6E573}" srcOrd="0" destOrd="0" presId="urn:microsoft.com/office/officeart/2005/8/layout/process4"/>
    <dgm:cxn modelId="{78DC284A-90CC-4555-BF10-1334ED72D759}" srcId="{67180261-FA11-4C70-99B6-208D22A34225}" destId="{94AD0C53-7E11-4541-B1EA-819E60655511}" srcOrd="2" destOrd="0" parTransId="{DA89F033-E962-4F91-860A-108F2CD40105}" sibTransId="{4E3F59C6-35CD-42A1-AAF8-FDD52688F2BF}"/>
    <dgm:cxn modelId="{B098566A-DD0C-4E45-9B76-C0821C03FB96}" srcId="{432AFB55-08FE-4212-9DC7-D14ED2A025FB}" destId="{93F25DE7-1215-4D9B-8A8D-9145A41F521D}" srcOrd="4" destOrd="0" parTransId="{66881C65-C758-4761-B7A9-B206E4786EC0}" sibTransId="{B19073FC-2E20-4102-9A93-C007F413720A}"/>
    <dgm:cxn modelId="{A50CB66E-F2D2-4084-A445-5769B1A6C068}" srcId="{67180261-FA11-4C70-99B6-208D22A34225}" destId="{D2799F03-F0F1-496C-8B8A-D29B1642663B}" srcOrd="3" destOrd="0" parTransId="{B45C9F4D-A34E-4563-8CC4-89C9698FAA51}" sibTransId="{F53E33CE-4581-4264-A0EA-CFFCB820A7F3}"/>
    <dgm:cxn modelId="{A5466351-19B3-455D-849E-1BD24D3D1BF7}" type="presOf" srcId="{D2799F03-F0F1-496C-8B8A-D29B1642663B}" destId="{685D582B-5E54-4C08-88CE-8AB5063FF851}" srcOrd="0" destOrd="0" presId="urn:microsoft.com/office/officeart/2005/8/layout/process4"/>
    <dgm:cxn modelId="{B9261952-5FD4-4E6C-8E8F-879F041C4ABE}" type="presOf" srcId="{63362398-E9D5-4A93-B2C5-2E8973ACC75B}" destId="{0CEFF55C-3BBA-4E0C-A33F-E4CFFD7D4B68}" srcOrd="0" destOrd="0" presId="urn:microsoft.com/office/officeart/2005/8/layout/process4"/>
    <dgm:cxn modelId="{1EAEE455-23BC-4ABC-8B6C-1EB9B94A4899}" srcId="{67180261-FA11-4C70-99B6-208D22A34225}" destId="{D95AA16D-50BB-4215-BE5F-6D4204001E0C}" srcOrd="4" destOrd="0" parTransId="{ED28976B-882B-47D3-8729-52D721DE4D25}" sibTransId="{00DDA567-EDDF-426C-9EE0-550D0877E0F9}"/>
    <dgm:cxn modelId="{4E970558-BCB9-4384-8721-729D1354E93D}" type="presOf" srcId="{CCEDEFB1-11C4-4BE9-B4BD-EBA172C6495F}" destId="{2528012E-0E4A-465E-8142-992517B5BAF6}" srcOrd="0" destOrd="0" presId="urn:microsoft.com/office/officeart/2005/8/layout/process4"/>
    <dgm:cxn modelId="{4A06F281-92B9-4759-BCCD-300F7A10EEE8}" srcId="{42BCD4A9-A9CF-4288-8C26-147300DFC46C}" destId="{3A9D1D17-E645-4054-9D3C-C9856C9C4F56}" srcOrd="0" destOrd="0" parTransId="{9A9ECE1B-AFCB-4B86-B0EE-59D56452834C}" sibTransId="{F1532650-4BAC-4B28-874A-8C66D07D29E3}"/>
    <dgm:cxn modelId="{5BDA4782-20BD-4001-B838-D9859342FBF5}" type="presOf" srcId="{6A86D7A5-4BE9-49D9-8F35-01FA5FD177AB}" destId="{520FB264-D8DB-4B38-B376-5705D5C983B6}" srcOrd="0" destOrd="0" presId="urn:microsoft.com/office/officeart/2005/8/layout/process4"/>
    <dgm:cxn modelId="{19512C86-1A2B-440F-888D-CD6CC0EACC6F}" type="presOf" srcId="{67180261-FA11-4C70-99B6-208D22A34225}" destId="{EAC5A75C-3ABE-44A2-8907-E4140A97C1E0}" srcOrd="0" destOrd="0" presId="urn:microsoft.com/office/officeart/2005/8/layout/process4"/>
    <dgm:cxn modelId="{AB732587-3EC7-437C-A756-7F52CAD95DA3}" srcId="{432AFB55-08FE-4212-9DC7-D14ED2A025FB}" destId="{CCEDEFB1-11C4-4BE9-B4BD-EBA172C6495F}" srcOrd="1" destOrd="0" parTransId="{DA84A803-8548-4950-A3D3-E0D21A08E744}" sibTransId="{7AD4E237-D535-40EF-ACCB-EED0B8CC7D3B}"/>
    <dgm:cxn modelId="{ED12EF89-4631-4F8A-9EE4-EFBA9E752294}" type="presOf" srcId="{E70EBC57-D4F3-46AE-A368-8F90BEAE7FE0}" destId="{520087BB-6474-48FA-BADE-554E1121AB89}" srcOrd="0" destOrd="0" presId="urn:microsoft.com/office/officeart/2005/8/layout/process4"/>
    <dgm:cxn modelId="{8194FE8A-8BA9-4973-9249-7B40C7FCB80A}" type="presOf" srcId="{432AFB55-08FE-4212-9DC7-D14ED2A025FB}" destId="{F44D84BB-4D82-4D22-AB84-931EDDB52237}" srcOrd="0" destOrd="0" presId="urn:microsoft.com/office/officeart/2005/8/layout/process4"/>
    <dgm:cxn modelId="{F15BCE8B-AF12-4D82-A898-8E536A98EF24}" srcId="{409AF4A9-954C-4DBA-AD54-B8C01FAFB96B}" destId="{31E7D85A-EDE4-4DCA-B913-3AC6753C5FA3}" srcOrd="2" destOrd="0" parTransId="{374B05F3-0BAA-4B9E-AC9C-2166C2522B9E}" sibTransId="{7010EDC2-EBE9-4C17-B23D-DF83E724D4AD}"/>
    <dgm:cxn modelId="{22AD0094-7D26-4F38-9E38-790164ADF30B}" type="presOf" srcId="{8C27F584-DD9C-49FA-898E-5F3678BE22BA}" destId="{081CEAF5-737A-4FD3-B1B1-F17FDD609D8B}" srcOrd="0" destOrd="0" presId="urn:microsoft.com/office/officeart/2005/8/layout/process4"/>
    <dgm:cxn modelId="{00397594-4C85-45E1-A811-6BBD5AEC2395}" srcId="{7CA02680-229E-4DE5-8E8F-D7DCCA469999}" destId="{6C759DB1-AA8F-4E5F-ACC1-39A0887F0CC5}" srcOrd="0" destOrd="0" parTransId="{EDF369F7-54FB-444E-ABC3-9BC56A17F9AC}" sibTransId="{7C969A4F-3A03-49BE-AB91-8573F2EE957F}"/>
    <dgm:cxn modelId="{427DFB94-CB8C-4C1F-B86E-BEEB32920F62}" type="presOf" srcId="{7CA02680-229E-4DE5-8E8F-D7DCCA469999}" destId="{027CF994-8182-447A-9A5E-01709396860B}" srcOrd="1" destOrd="0" presId="urn:microsoft.com/office/officeart/2005/8/layout/process4"/>
    <dgm:cxn modelId="{DEEEB098-5AEF-4916-8A1F-B285B59FDB4E}" srcId="{432AFB55-08FE-4212-9DC7-D14ED2A025FB}" destId="{D4DAA6DA-BDDF-4B7E-8B78-42D5DF783BE8}" srcOrd="2" destOrd="0" parTransId="{84AFFA12-762E-4A2E-AE9F-794E0A281D2C}" sibTransId="{425E13C0-4B3B-42DD-982E-2D390D21D365}"/>
    <dgm:cxn modelId="{B417DE99-F37D-4309-B6E7-1F83A8810804}" srcId="{409AF4A9-954C-4DBA-AD54-B8C01FAFB96B}" destId="{2269DD83-D67F-4FB0-9942-2AF4B340CC6D}" srcOrd="0" destOrd="0" parTransId="{78F6A4A8-987C-4BC1-8EFF-B7A0E8288834}" sibTransId="{72B0AB2A-CE92-4545-881E-E18BDECFA0F9}"/>
    <dgm:cxn modelId="{D570ED9E-B49E-447E-BA59-591C48DE650B}" type="presOf" srcId="{D95AA16D-50BB-4215-BE5F-6D4204001E0C}" destId="{EC0173F4-635F-4FBF-943D-A1AF7D6CB1B3}" srcOrd="0" destOrd="0" presId="urn:microsoft.com/office/officeart/2005/8/layout/process4"/>
    <dgm:cxn modelId="{B7726FA3-43DC-4996-AF6B-955DAC7C3FA9}" type="presOf" srcId="{42BCD4A9-A9CF-4288-8C26-147300DFC46C}" destId="{A42A819C-0492-415D-93BA-8DABF228CA62}" srcOrd="0" destOrd="0" presId="urn:microsoft.com/office/officeart/2005/8/layout/process4"/>
    <dgm:cxn modelId="{8DF5E8BA-87A7-4522-AEE2-CF4A917E7532}" type="presOf" srcId="{18A23A90-E7BA-48EF-8925-F45523ECA513}" destId="{A7B24C85-3096-47D8-8DC1-1D2D3B2D9CB7}" srcOrd="0" destOrd="0" presId="urn:microsoft.com/office/officeart/2005/8/layout/process4"/>
    <dgm:cxn modelId="{56A06BBC-48FD-4DC5-9BD2-C424A0BDC4A4}" srcId="{409AF4A9-954C-4DBA-AD54-B8C01FAFB96B}" destId="{DB4BBC04-D462-4D69-85F2-3D022232376D}" srcOrd="1" destOrd="0" parTransId="{EB143FCE-CCC4-4E43-93B4-A5F19B04B951}" sibTransId="{EBB1D3E4-805D-4065-AAEC-748B6C5A3CC5}"/>
    <dgm:cxn modelId="{A5BC4AC0-C737-42A8-80CC-9C906CF8E555}" type="presOf" srcId="{94AD0C53-7E11-4541-B1EA-819E60655511}" destId="{5D5A006E-95FD-4E91-9899-EAF467C1FCAB}" srcOrd="0" destOrd="0" presId="urn:microsoft.com/office/officeart/2005/8/layout/process4"/>
    <dgm:cxn modelId="{B4CD10C2-702F-4549-8E23-836781CA8917}" type="presOf" srcId="{317E4EBA-92A0-45E1-9AFF-C1B7ECF4C17D}" destId="{C5159B75-F703-45A6-B07A-9C0B1993D0A2}" srcOrd="0" destOrd="0" presId="urn:microsoft.com/office/officeart/2005/8/layout/process4"/>
    <dgm:cxn modelId="{B1870BC6-3A45-4CF2-B417-BBE477080A11}" type="presOf" srcId="{D4DAA6DA-BDDF-4B7E-8B78-42D5DF783BE8}" destId="{E6C8ED0A-87EE-4F77-8769-2AEBFF4FAC27}" srcOrd="0" destOrd="0" presId="urn:microsoft.com/office/officeart/2005/8/layout/process4"/>
    <dgm:cxn modelId="{EAD2C4C9-3EFA-4C80-BA03-0B6D2E324141}" type="presOf" srcId="{67180261-FA11-4C70-99B6-208D22A34225}" destId="{BD4D7166-D5DB-4159-863B-CEDD4EB41D67}" srcOrd="1" destOrd="0" presId="urn:microsoft.com/office/officeart/2005/8/layout/process4"/>
    <dgm:cxn modelId="{790DD5CD-3F70-4ED3-9D20-1B8E281FFB5F}" srcId="{492A7F8C-4384-4FED-90C3-C50AD51CD4D0}" destId="{409AF4A9-954C-4DBA-AD54-B8C01FAFB96B}" srcOrd="1" destOrd="0" parTransId="{446793BA-E1E5-4BFF-8B57-401A2EC8D6F9}" sibTransId="{36B1A9A3-E2F4-43F9-BD9A-410B4D6CF563}"/>
    <dgm:cxn modelId="{25AAADD1-2028-4A4D-9E62-EAAA57233811}" type="presOf" srcId="{42BCD4A9-A9CF-4288-8C26-147300DFC46C}" destId="{9BEA8613-8D23-41D8-9B98-0EE982021788}" srcOrd="1" destOrd="0" presId="urn:microsoft.com/office/officeart/2005/8/layout/process4"/>
    <dgm:cxn modelId="{E00ABED1-B1F2-417B-98E3-4AA809D41A94}" srcId="{67180261-FA11-4C70-99B6-208D22A34225}" destId="{8C27F584-DD9C-49FA-898E-5F3678BE22BA}" srcOrd="0" destOrd="0" parTransId="{F22F4DBC-CD40-4F67-9E48-FA253D439A7C}" sibTransId="{AEFF960B-572D-4FD2-99E8-41DBCCD7BE4B}"/>
    <dgm:cxn modelId="{08EADCD3-611A-423F-A062-261B42D73499}" srcId="{42BCD4A9-A9CF-4288-8C26-147300DFC46C}" destId="{317E4EBA-92A0-45E1-9AFF-C1B7ECF4C17D}" srcOrd="2" destOrd="0" parTransId="{A27CB574-BEC9-4665-ABCC-4325B2CC5766}" sibTransId="{89531A55-4BC8-4C5B-AEB8-4D01C3B24931}"/>
    <dgm:cxn modelId="{6AA2BDD5-9BC6-4FA9-9DBA-DC9EB1DACB35}" srcId="{409AF4A9-954C-4DBA-AD54-B8C01FAFB96B}" destId="{4515462C-7E2D-4234-9038-B312C89DB609}" srcOrd="4" destOrd="0" parTransId="{358F92BB-E0B2-4DC6-B42B-8E1CAB8755B7}" sibTransId="{173046BB-6E91-4E0B-A11F-C325C008808B}"/>
    <dgm:cxn modelId="{369648D8-3D97-46FF-A161-CBAC609AD172}" srcId="{492A7F8C-4384-4FED-90C3-C50AD51CD4D0}" destId="{63362398-E9D5-4A93-B2C5-2E8973ACC75B}" srcOrd="2" destOrd="0" parTransId="{0A71B2C8-5A94-4715-85DA-B86C4CD951BE}" sibTransId="{7FE76DCC-B3BA-4A00-9D72-56F3D87779CC}"/>
    <dgm:cxn modelId="{53DB69DF-A58B-41A6-982F-F89816158A07}" type="presOf" srcId="{2269DD83-D67F-4FB0-9942-2AF4B340CC6D}" destId="{A0FC7889-D654-43E6-83A5-E01BC73A0527}" srcOrd="0" destOrd="0" presId="urn:microsoft.com/office/officeart/2005/8/layout/process4"/>
    <dgm:cxn modelId="{FBD3E4DF-3746-48A0-A7C6-5A8684F22BA3}" type="presOf" srcId="{978A3A40-BB49-483E-B9F5-1F59037F71FE}" destId="{91ACEBA4-CA3B-4797-9CBA-E327C7C0DA5E}" srcOrd="0" destOrd="0" presId="urn:microsoft.com/office/officeart/2005/8/layout/process4"/>
    <dgm:cxn modelId="{E961A0E1-1071-45CA-8953-25A70291D09A}" type="presOf" srcId="{A53FC797-A7D0-4225-917E-483BCFC0F609}" destId="{FEEF8D0A-6785-46F7-A04F-DEA7192DB78B}" srcOrd="0" destOrd="0" presId="urn:microsoft.com/office/officeart/2005/8/layout/process4"/>
    <dgm:cxn modelId="{69E0F8E1-8528-47CB-81D2-7A5C3269F765}" srcId="{492A7F8C-4384-4FED-90C3-C50AD51CD4D0}" destId="{42BCD4A9-A9CF-4288-8C26-147300DFC46C}" srcOrd="5" destOrd="0" parTransId="{2EC818B6-7EF7-49B2-8071-9F139B646C3D}" sibTransId="{AC7342C8-5124-4DD3-A2EE-25BE180D55FB}"/>
    <dgm:cxn modelId="{C294BAE3-2AC0-493C-B635-B293144CFC86}" type="presOf" srcId="{06CC86FE-A12F-4402-93CA-A5C169967C38}" destId="{C2CDED37-9DF3-42C4-8DC1-74C1BDD970F9}" srcOrd="0" destOrd="0" presId="urn:microsoft.com/office/officeart/2005/8/layout/process4"/>
    <dgm:cxn modelId="{23F655E8-F250-40A0-ACCE-5014924AF661}" type="presOf" srcId="{4515462C-7E2D-4234-9038-B312C89DB609}" destId="{9C17246C-7A43-46BE-B9A9-026CA5F44B39}" srcOrd="0" destOrd="0" presId="urn:microsoft.com/office/officeart/2005/8/layout/process4"/>
    <dgm:cxn modelId="{CA2CDCED-C9BE-4B15-B261-7E7FF1FE9C27}" srcId="{42BCD4A9-A9CF-4288-8C26-147300DFC46C}" destId="{536977EA-67F4-48D3-9A83-8DA4285E1385}" srcOrd="3" destOrd="0" parTransId="{5E861C27-C601-4614-9C05-AA7A9D669A78}" sibTransId="{2D1E5CAA-D55A-46E9-90F5-B574E3BF982D}"/>
    <dgm:cxn modelId="{17384CF3-AE47-4796-BBF3-97F39E5309C9}" type="presOf" srcId="{63362398-E9D5-4A93-B2C5-2E8973ACC75B}" destId="{DB8D5B08-E642-4C95-AEE2-2EE97279618E}" srcOrd="1" destOrd="0" presId="urn:microsoft.com/office/officeart/2005/8/layout/process4"/>
    <dgm:cxn modelId="{0213DCFE-2C69-4344-A062-D13660FEBCA2}" type="presOf" srcId="{DB4BBC04-D462-4D69-85F2-3D022232376D}" destId="{06479DB7-2C16-4124-865E-00ABCEE5ACDC}" srcOrd="0" destOrd="0" presId="urn:microsoft.com/office/officeart/2005/8/layout/process4"/>
    <dgm:cxn modelId="{4B74F38C-AB53-4101-9ED5-3EA8484CD0E4}" type="presParOf" srcId="{0A2B100A-873D-4378-B06C-7D278D8A2DC0}" destId="{B6CBF893-1455-4C12-8976-948FAD51EFB8}" srcOrd="0" destOrd="0" presId="urn:microsoft.com/office/officeart/2005/8/layout/process4"/>
    <dgm:cxn modelId="{CC6311B3-88D6-4DFA-9279-D0BCF66F684E}" type="presParOf" srcId="{B6CBF893-1455-4C12-8976-948FAD51EFB8}" destId="{A42A819C-0492-415D-93BA-8DABF228CA62}" srcOrd="0" destOrd="0" presId="urn:microsoft.com/office/officeart/2005/8/layout/process4"/>
    <dgm:cxn modelId="{8634CC94-14E7-463F-B1E6-55B220BEED26}" type="presParOf" srcId="{B6CBF893-1455-4C12-8976-948FAD51EFB8}" destId="{9BEA8613-8D23-41D8-9B98-0EE982021788}" srcOrd="1" destOrd="0" presId="urn:microsoft.com/office/officeart/2005/8/layout/process4"/>
    <dgm:cxn modelId="{F6075AD8-B1D6-431B-A147-E5A278328C63}" type="presParOf" srcId="{B6CBF893-1455-4C12-8976-948FAD51EFB8}" destId="{670768F3-D47D-422D-982C-C4FC40061F97}" srcOrd="2" destOrd="0" presId="urn:microsoft.com/office/officeart/2005/8/layout/process4"/>
    <dgm:cxn modelId="{D055FCF9-6F44-4988-9C83-B31AD590C095}" type="presParOf" srcId="{670768F3-D47D-422D-982C-C4FC40061F97}" destId="{4C7134A9-CFC0-42BE-BBE6-8013607503CF}" srcOrd="0" destOrd="0" presId="urn:microsoft.com/office/officeart/2005/8/layout/process4"/>
    <dgm:cxn modelId="{9A59C421-EDDF-4166-8546-440A5682CF93}" type="presParOf" srcId="{670768F3-D47D-422D-982C-C4FC40061F97}" destId="{520FB264-D8DB-4B38-B376-5705D5C983B6}" srcOrd="1" destOrd="0" presId="urn:microsoft.com/office/officeart/2005/8/layout/process4"/>
    <dgm:cxn modelId="{2FB479EC-20C5-41CD-8A74-097B7170E1F6}" type="presParOf" srcId="{670768F3-D47D-422D-982C-C4FC40061F97}" destId="{C5159B75-F703-45A6-B07A-9C0B1993D0A2}" srcOrd="2" destOrd="0" presId="urn:microsoft.com/office/officeart/2005/8/layout/process4"/>
    <dgm:cxn modelId="{779DE553-C6E8-44AD-A730-3538B5BF6928}" type="presParOf" srcId="{670768F3-D47D-422D-982C-C4FC40061F97}" destId="{1EAF5CAF-32BE-4077-B3C4-D8B521020B21}" srcOrd="3" destOrd="0" presId="urn:microsoft.com/office/officeart/2005/8/layout/process4"/>
    <dgm:cxn modelId="{997FBAA9-B87E-497B-A3F3-581070E2C0BA}" type="presParOf" srcId="{0A2B100A-873D-4378-B06C-7D278D8A2DC0}" destId="{4F51C2B6-C1A6-47C4-B565-5F8B72D7AD5F}" srcOrd="1" destOrd="0" presId="urn:microsoft.com/office/officeart/2005/8/layout/process4"/>
    <dgm:cxn modelId="{3A954C88-F312-4CA0-B29F-C7A5FF1809A6}" type="presParOf" srcId="{0A2B100A-873D-4378-B06C-7D278D8A2DC0}" destId="{B490842A-F1B0-46F8-9AEB-309D9BCE7375}" srcOrd="2" destOrd="0" presId="urn:microsoft.com/office/officeart/2005/8/layout/process4"/>
    <dgm:cxn modelId="{F6472D99-CB84-4A97-B522-2D0F35ADAF83}" type="presParOf" srcId="{B490842A-F1B0-46F8-9AEB-309D9BCE7375}" destId="{F44D84BB-4D82-4D22-AB84-931EDDB52237}" srcOrd="0" destOrd="0" presId="urn:microsoft.com/office/officeart/2005/8/layout/process4"/>
    <dgm:cxn modelId="{90875351-671C-4143-8ABA-65E2D1030490}" type="presParOf" srcId="{B490842A-F1B0-46F8-9AEB-309D9BCE7375}" destId="{1ADEB702-401C-4386-90EE-7702485DB93F}" srcOrd="1" destOrd="0" presId="urn:microsoft.com/office/officeart/2005/8/layout/process4"/>
    <dgm:cxn modelId="{7EED58C8-6CFA-4355-BA25-E7A8634E146B}" type="presParOf" srcId="{B490842A-F1B0-46F8-9AEB-309D9BCE7375}" destId="{047E7AED-68AF-4F90-AADA-A8EAB5AD7347}" srcOrd="2" destOrd="0" presId="urn:microsoft.com/office/officeart/2005/8/layout/process4"/>
    <dgm:cxn modelId="{491CABDB-738A-421B-8B47-57243EBBF452}" type="presParOf" srcId="{047E7AED-68AF-4F90-AADA-A8EAB5AD7347}" destId="{C2CDED37-9DF3-42C4-8DC1-74C1BDD970F9}" srcOrd="0" destOrd="0" presId="urn:microsoft.com/office/officeart/2005/8/layout/process4"/>
    <dgm:cxn modelId="{6CF3A21B-6975-4DF5-87A3-719988306DC9}" type="presParOf" srcId="{047E7AED-68AF-4F90-AADA-A8EAB5AD7347}" destId="{2528012E-0E4A-465E-8142-992517B5BAF6}" srcOrd="1" destOrd="0" presId="urn:microsoft.com/office/officeart/2005/8/layout/process4"/>
    <dgm:cxn modelId="{DF934595-1D3B-4C66-BC34-D6A1396C2B3A}" type="presParOf" srcId="{047E7AED-68AF-4F90-AADA-A8EAB5AD7347}" destId="{E6C8ED0A-87EE-4F77-8769-2AEBFF4FAC27}" srcOrd="2" destOrd="0" presId="urn:microsoft.com/office/officeart/2005/8/layout/process4"/>
    <dgm:cxn modelId="{339279FC-8120-4017-968F-C7B0DE12494C}" type="presParOf" srcId="{047E7AED-68AF-4F90-AADA-A8EAB5AD7347}" destId="{91ACEBA4-CA3B-4797-9CBA-E327C7C0DA5E}" srcOrd="3" destOrd="0" presId="urn:microsoft.com/office/officeart/2005/8/layout/process4"/>
    <dgm:cxn modelId="{52BAA093-BA78-44B9-AD0B-535F59517A00}" type="presParOf" srcId="{047E7AED-68AF-4F90-AADA-A8EAB5AD7347}" destId="{E683D2D8-90F6-4B14-9B28-E562704B6548}" srcOrd="4" destOrd="0" presId="urn:microsoft.com/office/officeart/2005/8/layout/process4"/>
    <dgm:cxn modelId="{66A14067-C58C-431E-AFBF-0B6145BF856F}" type="presParOf" srcId="{0A2B100A-873D-4378-B06C-7D278D8A2DC0}" destId="{DA7568B8-794F-43D8-9339-5CB2AB9878DC}" srcOrd="3" destOrd="0" presId="urn:microsoft.com/office/officeart/2005/8/layout/process4"/>
    <dgm:cxn modelId="{4EE2EDD1-2147-4686-A445-A81653D47AE4}" type="presParOf" srcId="{0A2B100A-873D-4378-B06C-7D278D8A2DC0}" destId="{1C82E6B6-E336-490B-ADE8-0634C5F59BF2}" srcOrd="4" destOrd="0" presId="urn:microsoft.com/office/officeart/2005/8/layout/process4"/>
    <dgm:cxn modelId="{F48E868B-79E4-42BE-901F-3D6D0516B353}" type="presParOf" srcId="{1C82E6B6-E336-490B-ADE8-0634C5F59BF2}" destId="{EAC5A75C-3ABE-44A2-8907-E4140A97C1E0}" srcOrd="0" destOrd="0" presId="urn:microsoft.com/office/officeart/2005/8/layout/process4"/>
    <dgm:cxn modelId="{8877333F-D513-44E3-B5A0-0DA170EDA544}" type="presParOf" srcId="{1C82E6B6-E336-490B-ADE8-0634C5F59BF2}" destId="{BD4D7166-D5DB-4159-863B-CEDD4EB41D67}" srcOrd="1" destOrd="0" presId="urn:microsoft.com/office/officeart/2005/8/layout/process4"/>
    <dgm:cxn modelId="{F9B64BAC-A542-4085-8E63-0EA27A7F7836}" type="presParOf" srcId="{1C82E6B6-E336-490B-ADE8-0634C5F59BF2}" destId="{EDA35FC2-369B-408D-A22C-F2BE5814AC6E}" srcOrd="2" destOrd="0" presId="urn:microsoft.com/office/officeart/2005/8/layout/process4"/>
    <dgm:cxn modelId="{DDA6A4C5-0FBB-4A8C-9F61-0C59BAE590E2}" type="presParOf" srcId="{EDA35FC2-369B-408D-A22C-F2BE5814AC6E}" destId="{081CEAF5-737A-4FD3-B1B1-F17FDD609D8B}" srcOrd="0" destOrd="0" presId="urn:microsoft.com/office/officeart/2005/8/layout/process4"/>
    <dgm:cxn modelId="{B7AB19BB-E34A-4192-8940-231E8A155F08}" type="presParOf" srcId="{EDA35FC2-369B-408D-A22C-F2BE5814AC6E}" destId="{810B6C48-6AD1-4DAB-9353-55FF17F6E573}" srcOrd="1" destOrd="0" presId="urn:microsoft.com/office/officeart/2005/8/layout/process4"/>
    <dgm:cxn modelId="{30AE319E-7328-4A5F-92C3-3760FF00278F}" type="presParOf" srcId="{EDA35FC2-369B-408D-A22C-F2BE5814AC6E}" destId="{5D5A006E-95FD-4E91-9899-EAF467C1FCAB}" srcOrd="2" destOrd="0" presId="urn:microsoft.com/office/officeart/2005/8/layout/process4"/>
    <dgm:cxn modelId="{8D5FDD94-2A2C-4C75-9936-6107126F640A}" type="presParOf" srcId="{EDA35FC2-369B-408D-A22C-F2BE5814AC6E}" destId="{685D582B-5E54-4C08-88CE-8AB5063FF851}" srcOrd="3" destOrd="0" presId="urn:microsoft.com/office/officeart/2005/8/layout/process4"/>
    <dgm:cxn modelId="{102A8662-ECF8-4DFB-B4CB-813EED671148}" type="presParOf" srcId="{EDA35FC2-369B-408D-A22C-F2BE5814AC6E}" destId="{EC0173F4-635F-4FBF-943D-A1AF7D6CB1B3}" srcOrd="4" destOrd="0" presId="urn:microsoft.com/office/officeart/2005/8/layout/process4"/>
    <dgm:cxn modelId="{6D746062-6FED-469F-8183-7BB3AE23AEC8}" type="presParOf" srcId="{0A2B100A-873D-4378-B06C-7D278D8A2DC0}" destId="{AB6447FE-2C99-4DD6-91C8-AF1E0063622E}" srcOrd="5" destOrd="0" presId="urn:microsoft.com/office/officeart/2005/8/layout/process4"/>
    <dgm:cxn modelId="{BA2C1324-32DA-4F5F-98F8-51507D99F665}" type="presParOf" srcId="{0A2B100A-873D-4378-B06C-7D278D8A2DC0}" destId="{68CD8177-A910-4F38-82E1-F0C0EDB0C420}" srcOrd="6" destOrd="0" presId="urn:microsoft.com/office/officeart/2005/8/layout/process4"/>
    <dgm:cxn modelId="{10192A6D-2E51-411E-8851-7AAEB64311F2}" type="presParOf" srcId="{68CD8177-A910-4F38-82E1-F0C0EDB0C420}" destId="{0CEFF55C-3BBA-4E0C-A33F-E4CFFD7D4B68}" srcOrd="0" destOrd="0" presId="urn:microsoft.com/office/officeart/2005/8/layout/process4"/>
    <dgm:cxn modelId="{8DA28E11-4550-46B8-82B5-4821EF67A755}" type="presParOf" srcId="{68CD8177-A910-4F38-82E1-F0C0EDB0C420}" destId="{DB8D5B08-E642-4C95-AEE2-2EE97279618E}" srcOrd="1" destOrd="0" presId="urn:microsoft.com/office/officeart/2005/8/layout/process4"/>
    <dgm:cxn modelId="{D096FD4F-5DB9-450B-AFF5-C7C48A85A885}" type="presParOf" srcId="{68CD8177-A910-4F38-82E1-F0C0EDB0C420}" destId="{C09C5BF8-AC0A-418E-B261-4CC0F0019A90}" srcOrd="2" destOrd="0" presId="urn:microsoft.com/office/officeart/2005/8/layout/process4"/>
    <dgm:cxn modelId="{C845BEF0-20A5-4BD5-9161-67BD554D816F}" type="presParOf" srcId="{C09C5BF8-AC0A-418E-B261-4CC0F0019A90}" destId="{FEEF8D0A-6785-46F7-A04F-DEA7192DB78B}" srcOrd="0" destOrd="0" presId="urn:microsoft.com/office/officeart/2005/8/layout/process4"/>
    <dgm:cxn modelId="{4F380782-480A-4353-8936-8B9040CC8F4D}" type="presParOf" srcId="{C09C5BF8-AC0A-418E-B261-4CC0F0019A90}" destId="{A7B24C85-3096-47D8-8DC1-1D2D3B2D9CB7}" srcOrd="1" destOrd="0" presId="urn:microsoft.com/office/officeart/2005/8/layout/process4"/>
    <dgm:cxn modelId="{460A9298-09FF-4D67-A807-44F93A95DD70}" type="presParOf" srcId="{0A2B100A-873D-4378-B06C-7D278D8A2DC0}" destId="{A47B2150-AB66-4391-AEB1-FE0DBD7BEB53}" srcOrd="7" destOrd="0" presId="urn:microsoft.com/office/officeart/2005/8/layout/process4"/>
    <dgm:cxn modelId="{0F8FE16E-A09A-4E18-A242-85620088F5AB}" type="presParOf" srcId="{0A2B100A-873D-4378-B06C-7D278D8A2DC0}" destId="{EA55E29A-7091-401C-9A0C-39594222445D}" srcOrd="8" destOrd="0" presId="urn:microsoft.com/office/officeart/2005/8/layout/process4"/>
    <dgm:cxn modelId="{20F46149-DF9C-44C1-9C65-D747E0343A9E}" type="presParOf" srcId="{EA55E29A-7091-401C-9A0C-39594222445D}" destId="{3DF89B0C-C280-49DB-91D6-BFC9CDC132DA}" srcOrd="0" destOrd="0" presId="urn:microsoft.com/office/officeart/2005/8/layout/process4"/>
    <dgm:cxn modelId="{21E9B886-2BEA-4725-A731-597B2E54441E}" type="presParOf" srcId="{EA55E29A-7091-401C-9A0C-39594222445D}" destId="{DE0371E9-CAE6-48FD-B047-BCC1719221B4}" srcOrd="1" destOrd="0" presId="urn:microsoft.com/office/officeart/2005/8/layout/process4"/>
    <dgm:cxn modelId="{35466CEA-EA7B-441C-9727-E5945205F37B}" type="presParOf" srcId="{EA55E29A-7091-401C-9A0C-39594222445D}" destId="{0F81C51D-58E9-4E6D-A524-2C8D3617B772}" srcOrd="2" destOrd="0" presId="urn:microsoft.com/office/officeart/2005/8/layout/process4"/>
    <dgm:cxn modelId="{B1013509-2D1B-421A-9030-B8B52309DFD1}" type="presParOf" srcId="{0F81C51D-58E9-4E6D-A524-2C8D3617B772}" destId="{A0FC7889-D654-43E6-83A5-E01BC73A0527}" srcOrd="0" destOrd="0" presId="urn:microsoft.com/office/officeart/2005/8/layout/process4"/>
    <dgm:cxn modelId="{02F653C9-7DD9-47C5-89C7-EBDD74BA19D2}" type="presParOf" srcId="{0F81C51D-58E9-4E6D-A524-2C8D3617B772}" destId="{06479DB7-2C16-4124-865E-00ABCEE5ACDC}" srcOrd="1" destOrd="0" presId="urn:microsoft.com/office/officeart/2005/8/layout/process4"/>
    <dgm:cxn modelId="{C0E99E15-0DB2-44FF-9530-4F2782DEE451}" type="presParOf" srcId="{0F81C51D-58E9-4E6D-A524-2C8D3617B772}" destId="{14320433-9796-4777-BC67-0B323166DC2C}" srcOrd="2" destOrd="0" presId="urn:microsoft.com/office/officeart/2005/8/layout/process4"/>
    <dgm:cxn modelId="{45540CF8-E6B2-4E91-8927-76956EA873C4}" type="presParOf" srcId="{0F81C51D-58E9-4E6D-A524-2C8D3617B772}" destId="{109BEEAF-629A-4A82-A2A0-4847FD261716}" srcOrd="3" destOrd="0" presId="urn:microsoft.com/office/officeart/2005/8/layout/process4"/>
    <dgm:cxn modelId="{2E652C50-50F1-4B3A-9467-954EE6BED4B3}" type="presParOf" srcId="{0F81C51D-58E9-4E6D-A524-2C8D3617B772}" destId="{9C17246C-7A43-46BE-B9A9-026CA5F44B39}" srcOrd="4" destOrd="0" presId="urn:microsoft.com/office/officeart/2005/8/layout/process4"/>
    <dgm:cxn modelId="{DEEF2B98-2143-4201-8C84-37D6267F07DF}" type="presParOf" srcId="{0A2B100A-873D-4378-B06C-7D278D8A2DC0}" destId="{E65FF909-5C99-40F3-95A5-737B9BF2B0A9}" srcOrd="9" destOrd="0" presId="urn:microsoft.com/office/officeart/2005/8/layout/process4"/>
    <dgm:cxn modelId="{7FFA6F4B-898F-4EDC-B25E-429159523E1B}" type="presParOf" srcId="{0A2B100A-873D-4378-B06C-7D278D8A2DC0}" destId="{58344C03-018C-4EB2-9EBE-FBACB7F2014A}" srcOrd="10" destOrd="0" presId="urn:microsoft.com/office/officeart/2005/8/layout/process4"/>
    <dgm:cxn modelId="{FF32DC53-D647-4127-824D-4DC0DB8107BC}" type="presParOf" srcId="{58344C03-018C-4EB2-9EBE-FBACB7F2014A}" destId="{1BB05907-8983-424E-8D36-085EEDFCFAFD}" srcOrd="0" destOrd="0" presId="urn:microsoft.com/office/officeart/2005/8/layout/process4"/>
    <dgm:cxn modelId="{E8088CDF-11E2-4806-AA74-34F5766F150A}" type="presParOf" srcId="{58344C03-018C-4EB2-9EBE-FBACB7F2014A}" destId="{027CF994-8182-447A-9A5E-01709396860B}" srcOrd="1" destOrd="0" presId="urn:microsoft.com/office/officeart/2005/8/layout/process4"/>
    <dgm:cxn modelId="{2CFC820A-E4E6-423E-96F1-C17170CFF8D5}" type="presParOf" srcId="{58344C03-018C-4EB2-9EBE-FBACB7F2014A}" destId="{5C134447-E38E-44EC-A40E-E8146C37ADC2}" srcOrd="2" destOrd="0" presId="urn:microsoft.com/office/officeart/2005/8/layout/process4"/>
    <dgm:cxn modelId="{9C708BE1-B0D7-4183-A8A6-99AC2D6EFE63}" type="presParOf" srcId="{5C134447-E38E-44EC-A40E-E8146C37ADC2}" destId="{1B6D6FA3-24C3-4B01-B77A-EF0920B3D103}" srcOrd="0" destOrd="0" presId="urn:microsoft.com/office/officeart/2005/8/layout/process4"/>
    <dgm:cxn modelId="{D0C7CA32-D410-4357-9F22-B0A8E5039C18}" type="presParOf" srcId="{5C134447-E38E-44EC-A40E-E8146C37ADC2}" destId="{520087BB-6474-48FA-BADE-554E1121AB89}" srcOrd="1" destOrd="0" presId="urn:microsoft.com/office/officeart/2005/8/layout/process4"/>
    <dgm:cxn modelId="{686EE946-9280-437D-B46E-F4F709D8E973}" type="presParOf" srcId="{5C134447-E38E-44EC-A40E-E8146C37ADC2}" destId="{4F5DC906-8F73-4978-95C1-63026105B9E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A8613-8D23-41D8-9B98-0EE982021788}">
      <dsp:nvSpPr>
        <dsp:cNvPr id="0" name=""/>
        <dsp:cNvSpPr/>
      </dsp:nvSpPr>
      <dsp:spPr>
        <a:xfrm>
          <a:off x="0" y="5508989"/>
          <a:ext cx="10034178" cy="723051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Library</a:t>
          </a:r>
        </a:p>
      </dsp:txBody>
      <dsp:txXfrm>
        <a:off x="0" y="5508989"/>
        <a:ext cx="10034178" cy="390448"/>
      </dsp:txXfrm>
    </dsp:sp>
    <dsp:sp modelId="{4C7134A9-CFC0-42BE-BBE6-8013607503CF}">
      <dsp:nvSpPr>
        <dsp:cNvPr id="0" name=""/>
        <dsp:cNvSpPr/>
      </dsp:nvSpPr>
      <dsp:spPr>
        <a:xfrm>
          <a:off x="0" y="5884976"/>
          <a:ext cx="2508544" cy="3326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OpenGL</a:t>
          </a:r>
        </a:p>
      </dsp:txBody>
      <dsp:txXfrm>
        <a:off x="0" y="5884976"/>
        <a:ext cx="2508544" cy="332603"/>
      </dsp:txXfrm>
    </dsp:sp>
    <dsp:sp modelId="{520FB264-D8DB-4B38-B376-5705D5C983B6}">
      <dsp:nvSpPr>
        <dsp:cNvPr id="0" name=""/>
        <dsp:cNvSpPr/>
      </dsp:nvSpPr>
      <dsp:spPr>
        <a:xfrm>
          <a:off x="2508544" y="5884976"/>
          <a:ext cx="2508544" cy="3326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Vulkan</a:t>
          </a:r>
        </a:p>
      </dsp:txBody>
      <dsp:txXfrm>
        <a:off x="2508544" y="5884976"/>
        <a:ext cx="2508544" cy="332603"/>
      </dsp:txXfrm>
    </dsp:sp>
    <dsp:sp modelId="{C5159B75-F703-45A6-B07A-9C0B1993D0A2}">
      <dsp:nvSpPr>
        <dsp:cNvPr id="0" name=""/>
        <dsp:cNvSpPr/>
      </dsp:nvSpPr>
      <dsp:spPr>
        <a:xfrm>
          <a:off x="5017089" y="5884976"/>
          <a:ext cx="2508544" cy="3326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DirectX3D</a:t>
          </a:r>
        </a:p>
      </dsp:txBody>
      <dsp:txXfrm>
        <a:off x="5017089" y="5884976"/>
        <a:ext cx="2508544" cy="332603"/>
      </dsp:txXfrm>
    </dsp:sp>
    <dsp:sp modelId="{1EAF5CAF-32BE-4077-B3C4-D8B521020B21}">
      <dsp:nvSpPr>
        <dsp:cNvPr id="0" name=""/>
        <dsp:cNvSpPr/>
      </dsp:nvSpPr>
      <dsp:spPr>
        <a:xfrm>
          <a:off x="7525633" y="5884976"/>
          <a:ext cx="2508544" cy="3326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Metal</a:t>
          </a:r>
        </a:p>
      </dsp:txBody>
      <dsp:txXfrm>
        <a:off x="7525633" y="5884976"/>
        <a:ext cx="2508544" cy="332603"/>
      </dsp:txXfrm>
    </dsp:sp>
    <dsp:sp modelId="{1ADEB702-401C-4386-90EE-7702485DB93F}">
      <dsp:nvSpPr>
        <dsp:cNvPr id="0" name=""/>
        <dsp:cNvSpPr/>
      </dsp:nvSpPr>
      <dsp:spPr>
        <a:xfrm rot="10800000">
          <a:off x="0" y="4407781"/>
          <a:ext cx="10034178" cy="1112053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1 – GAPI</a:t>
          </a:r>
        </a:p>
      </dsp:txBody>
      <dsp:txXfrm rot="-10800000">
        <a:off x="0" y="4407781"/>
        <a:ext cx="10034178" cy="390330"/>
      </dsp:txXfrm>
    </dsp:sp>
    <dsp:sp modelId="{C2CDED37-9DF3-42C4-8DC1-74C1BDD970F9}">
      <dsp:nvSpPr>
        <dsp:cNvPr id="0" name=""/>
        <dsp:cNvSpPr/>
      </dsp:nvSpPr>
      <dsp:spPr>
        <a:xfrm>
          <a:off x="1224" y="4798112"/>
          <a:ext cx="2006345" cy="332504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noProof="0"/>
            <a:t>Context</a:t>
          </a:r>
          <a:endParaRPr lang="en-US" sz="1200" kern="1200" noProof="0" dirty="0"/>
        </a:p>
      </dsp:txBody>
      <dsp:txXfrm>
        <a:off x="1224" y="4798112"/>
        <a:ext cx="2006345" cy="332504"/>
      </dsp:txXfrm>
    </dsp:sp>
    <dsp:sp modelId="{2528012E-0E4A-465E-8142-992517B5BAF6}">
      <dsp:nvSpPr>
        <dsp:cNvPr id="0" name=""/>
        <dsp:cNvSpPr/>
      </dsp:nvSpPr>
      <dsp:spPr>
        <a:xfrm>
          <a:off x="2007570" y="4798112"/>
          <a:ext cx="2006345" cy="332504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Data</a:t>
          </a:r>
        </a:p>
      </dsp:txBody>
      <dsp:txXfrm>
        <a:off x="2007570" y="4798112"/>
        <a:ext cx="2006345" cy="332504"/>
      </dsp:txXfrm>
    </dsp:sp>
    <dsp:sp modelId="{E6C8ED0A-87EE-4F77-8769-2AEBFF4FAC27}">
      <dsp:nvSpPr>
        <dsp:cNvPr id="0" name=""/>
        <dsp:cNvSpPr/>
      </dsp:nvSpPr>
      <dsp:spPr>
        <a:xfrm>
          <a:off x="4013916" y="4798112"/>
          <a:ext cx="2006345" cy="332504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200" kern="1200" noProof="0" dirty="0"/>
            <a:t>Resource</a:t>
          </a:r>
          <a:endParaRPr lang="en-US" sz="1200" kern="1200" noProof="0" dirty="0"/>
        </a:p>
      </dsp:txBody>
      <dsp:txXfrm>
        <a:off x="4013916" y="4798112"/>
        <a:ext cx="2006345" cy="332504"/>
      </dsp:txXfrm>
    </dsp:sp>
    <dsp:sp modelId="{91ACEBA4-CA3B-4797-9CBA-E327C7C0DA5E}">
      <dsp:nvSpPr>
        <dsp:cNvPr id="0" name=""/>
        <dsp:cNvSpPr/>
      </dsp:nvSpPr>
      <dsp:spPr>
        <a:xfrm>
          <a:off x="6020261" y="4798112"/>
          <a:ext cx="2006345" cy="332504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Stream</a:t>
          </a:r>
        </a:p>
      </dsp:txBody>
      <dsp:txXfrm>
        <a:off x="6020261" y="4798112"/>
        <a:ext cx="2006345" cy="332504"/>
      </dsp:txXfrm>
    </dsp:sp>
    <dsp:sp modelId="{E683D2D8-90F6-4B14-9B28-E562704B6548}">
      <dsp:nvSpPr>
        <dsp:cNvPr id="0" name=""/>
        <dsp:cNvSpPr/>
      </dsp:nvSpPr>
      <dsp:spPr>
        <a:xfrm>
          <a:off x="8026607" y="4798112"/>
          <a:ext cx="2006345" cy="332504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Pipeline</a:t>
          </a:r>
          <a:endParaRPr lang="en-US" sz="1200" kern="1200" noProof="0" dirty="0"/>
        </a:p>
      </dsp:txBody>
      <dsp:txXfrm>
        <a:off x="8026607" y="4798112"/>
        <a:ext cx="2006345" cy="332504"/>
      </dsp:txXfrm>
    </dsp:sp>
    <dsp:sp modelId="{BD4D7166-D5DB-4159-863B-CEDD4EB41D67}">
      <dsp:nvSpPr>
        <dsp:cNvPr id="0" name=""/>
        <dsp:cNvSpPr/>
      </dsp:nvSpPr>
      <dsp:spPr>
        <a:xfrm rot="10800000">
          <a:off x="0" y="3306573"/>
          <a:ext cx="10034178" cy="1112053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Representation Layer</a:t>
          </a:r>
        </a:p>
      </dsp:txBody>
      <dsp:txXfrm rot="-10800000">
        <a:off x="0" y="3306573"/>
        <a:ext cx="10034178" cy="390330"/>
      </dsp:txXfrm>
    </dsp:sp>
    <dsp:sp modelId="{081CEAF5-737A-4FD3-B1B1-F17FDD609D8B}">
      <dsp:nvSpPr>
        <dsp:cNvPr id="0" name=""/>
        <dsp:cNvSpPr/>
      </dsp:nvSpPr>
      <dsp:spPr>
        <a:xfrm>
          <a:off x="1224" y="3696904"/>
          <a:ext cx="2006345" cy="332504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Transform</a:t>
          </a:r>
          <a:endParaRPr lang="en-US" sz="2000" b="0" kern="1200" noProof="0" dirty="0"/>
        </a:p>
      </dsp:txBody>
      <dsp:txXfrm>
        <a:off x="1224" y="3696904"/>
        <a:ext cx="2006345" cy="332504"/>
      </dsp:txXfrm>
    </dsp:sp>
    <dsp:sp modelId="{810B6C48-6AD1-4DAB-9353-55FF17F6E573}">
      <dsp:nvSpPr>
        <dsp:cNvPr id="0" name=""/>
        <dsp:cNvSpPr/>
      </dsp:nvSpPr>
      <dsp:spPr>
        <a:xfrm>
          <a:off x="2007570" y="3696904"/>
          <a:ext cx="2006345" cy="332504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Coordinates</a:t>
          </a:r>
        </a:p>
      </dsp:txBody>
      <dsp:txXfrm>
        <a:off x="2007570" y="3696904"/>
        <a:ext cx="2006345" cy="332504"/>
      </dsp:txXfrm>
    </dsp:sp>
    <dsp:sp modelId="{5D5A006E-95FD-4E91-9899-EAF467C1FCAB}">
      <dsp:nvSpPr>
        <dsp:cNvPr id="0" name=""/>
        <dsp:cNvSpPr/>
      </dsp:nvSpPr>
      <dsp:spPr>
        <a:xfrm>
          <a:off x="4013916" y="3696904"/>
          <a:ext cx="2006345" cy="332504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Camera</a:t>
          </a:r>
        </a:p>
      </dsp:txBody>
      <dsp:txXfrm>
        <a:off x="4013916" y="3696904"/>
        <a:ext cx="2006345" cy="332504"/>
      </dsp:txXfrm>
    </dsp:sp>
    <dsp:sp modelId="{685D582B-5E54-4C08-88CE-8AB5063FF851}">
      <dsp:nvSpPr>
        <dsp:cNvPr id="0" name=""/>
        <dsp:cNvSpPr/>
      </dsp:nvSpPr>
      <dsp:spPr>
        <a:xfrm>
          <a:off x="6020261" y="3696904"/>
          <a:ext cx="2006345" cy="332504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Lights</a:t>
          </a:r>
        </a:p>
      </dsp:txBody>
      <dsp:txXfrm>
        <a:off x="6020261" y="3696904"/>
        <a:ext cx="2006345" cy="332504"/>
      </dsp:txXfrm>
    </dsp:sp>
    <dsp:sp modelId="{EC0173F4-635F-4FBF-943D-A1AF7D6CB1B3}">
      <dsp:nvSpPr>
        <dsp:cNvPr id="0" name=""/>
        <dsp:cNvSpPr/>
      </dsp:nvSpPr>
      <dsp:spPr>
        <a:xfrm>
          <a:off x="8026607" y="3696904"/>
          <a:ext cx="2006345" cy="332504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142240" tIns="25400" rIns="14224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Assets</a:t>
          </a:r>
        </a:p>
      </dsp:txBody>
      <dsp:txXfrm>
        <a:off x="8026607" y="3696904"/>
        <a:ext cx="2006345" cy="332504"/>
      </dsp:txXfrm>
    </dsp:sp>
    <dsp:sp modelId="{DB8D5B08-E642-4C95-AEE2-2EE97279618E}">
      <dsp:nvSpPr>
        <dsp:cNvPr id="0" name=""/>
        <dsp:cNvSpPr/>
      </dsp:nvSpPr>
      <dsp:spPr>
        <a:xfrm rot="10800000">
          <a:off x="0" y="2205365"/>
          <a:ext cx="10034178" cy="1112053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Resource</a:t>
          </a:r>
          <a:endParaRPr lang="en-US" sz="1600" kern="1200" noProof="0" dirty="0"/>
        </a:p>
      </dsp:txBody>
      <dsp:txXfrm rot="-10800000">
        <a:off x="0" y="2205365"/>
        <a:ext cx="10034178" cy="390330"/>
      </dsp:txXfrm>
    </dsp:sp>
    <dsp:sp modelId="{FEEF8D0A-6785-46F7-A04F-DEA7192DB78B}">
      <dsp:nvSpPr>
        <dsp:cNvPr id="0" name=""/>
        <dsp:cNvSpPr/>
      </dsp:nvSpPr>
      <dsp:spPr>
        <a:xfrm>
          <a:off x="0" y="2595696"/>
          <a:ext cx="5017089" cy="332504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Manager</a:t>
          </a:r>
        </a:p>
      </dsp:txBody>
      <dsp:txXfrm>
        <a:off x="0" y="2595696"/>
        <a:ext cx="5017089" cy="332504"/>
      </dsp:txXfrm>
    </dsp:sp>
    <dsp:sp modelId="{A7B24C85-3096-47D8-8DC1-1D2D3B2D9CB7}">
      <dsp:nvSpPr>
        <dsp:cNvPr id="0" name=""/>
        <dsp:cNvSpPr/>
      </dsp:nvSpPr>
      <dsp:spPr>
        <a:xfrm>
          <a:off x="5017089" y="2595696"/>
          <a:ext cx="5017089" cy="332504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Materials Manager</a:t>
          </a:r>
        </a:p>
      </dsp:txBody>
      <dsp:txXfrm>
        <a:off x="5017089" y="2595696"/>
        <a:ext cx="5017089" cy="332504"/>
      </dsp:txXfrm>
    </dsp:sp>
    <dsp:sp modelId="{DE0371E9-CAE6-48FD-B047-BCC1719221B4}">
      <dsp:nvSpPr>
        <dsp:cNvPr id="0" name=""/>
        <dsp:cNvSpPr/>
      </dsp:nvSpPr>
      <dsp:spPr>
        <a:xfrm rot="10800000">
          <a:off x="0" y="1104157"/>
          <a:ext cx="10034178" cy="1112053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Render Layer</a:t>
          </a:r>
        </a:p>
      </dsp:txBody>
      <dsp:txXfrm rot="-10800000">
        <a:off x="0" y="1104157"/>
        <a:ext cx="10034178" cy="390330"/>
      </dsp:txXfrm>
    </dsp:sp>
    <dsp:sp modelId="{A0FC7889-D654-43E6-83A5-E01BC73A0527}">
      <dsp:nvSpPr>
        <dsp:cNvPr id="0" name=""/>
        <dsp:cNvSpPr/>
      </dsp:nvSpPr>
      <dsp:spPr>
        <a:xfrm>
          <a:off x="1224" y="1494488"/>
          <a:ext cx="2006345" cy="332504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2D Renderer</a:t>
          </a:r>
        </a:p>
      </dsp:txBody>
      <dsp:txXfrm>
        <a:off x="1224" y="1494488"/>
        <a:ext cx="2006345" cy="332504"/>
      </dsp:txXfrm>
    </dsp:sp>
    <dsp:sp modelId="{06479DB7-2C16-4124-865E-00ABCEE5ACDC}">
      <dsp:nvSpPr>
        <dsp:cNvPr id="0" name=""/>
        <dsp:cNvSpPr/>
      </dsp:nvSpPr>
      <dsp:spPr>
        <a:xfrm>
          <a:off x="2007570" y="1494488"/>
          <a:ext cx="2006345" cy="332504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Renderer</a:t>
          </a:r>
        </a:p>
      </dsp:txBody>
      <dsp:txXfrm>
        <a:off x="2007570" y="1494488"/>
        <a:ext cx="2006345" cy="332504"/>
      </dsp:txXfrm>
    </dsp:sp>
    <dsp:sp modelId="{14320433-9796-4777-BC67-0B323166DC2C}">
      <dsp:nvSpPr>
        <dsp:cNvPr id="0" name=""/>
        <dsp:cNvSpPr/>
      </dsp:nvSpPr>
      <dsp:spPr>
        <a:xfrm>
          <a:off x="4013916" y="1494488"/>
          <a:ext cx="2006345" cy="332504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Deferred Renderer</a:t>
          </a:r>
        </a:p>
      </dsp:txBody>
      <dsp:txXfrm>
        <a:off x="4013916" y="1494488"/>
        <a:ext cx="2006345" cy="332504"/>
      </dsp:txXfrm>
    </dsp:sp>
    <dsp:sp modelId="{109BEEAF-629A-4A82-A2A0-4847FD261716}">
      <dsp:nvSpPr>
        <dsp:cNvPr id="0" name=""/>
        <dsp:cNvSpPr/>
      </dsp:nvSpPr>
      <dsp:spPr>
        <a:xfrm>
          <a:off x="6020261" y="1494488"/>
          <a:ext cx="2006345" cy="332504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Forward Renderer</a:t>
          </a:r>
        </a:p>
      </dsp:txBody>
      <dsp:txXfrm>
        <a:off x="6020261" y="1494488"/>
        <a:ext cx="2006345" cy="332504"/>
      </dsp:txXfrm>
    </dsp:sp>
    <dsp:sp modelId="{9C17246C-7A43-46BE-B9A9-026CA5F44B39}">
      <dsp:nvSpPr>
        <dsp:cNvPr id="0" name=""/>
        <dsp:cNvSpPr/>
      </dsp:nvSpPr>
      <dsp:spPr>
        <a:xfrm>
          <a:off x="8026607" y="1494488"/>
          <a:ext cx="2006345" cy="332504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VFX Renderer</a:t>
          </a:r>
        </a:p>
      </dsp:txBody>
      <dsp:txXfrm>
        <a:off x="8026607" y="1494488"/>
        <a:ext cx="2006345" cy="332504"/>
      </dsp:txXfrm>
    </dsp:sp>
    <dsp:sp modelId="{027CF994-8182-447A-9A5E-01709396860B}">
      <dsp:nvSpPr>
        <dsp:cNvPr id="0" name=""/>
        <dsp:cNvSpPr/>
      </dsp:nvSpPr>
      <dsp:spPr>
        <a:xfrm rot="10800000">
          <a:off x="0" y="2949"/>
          <a:ext cx="10034178" cy="1112053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Integration Layer</a:t>
          </a:r>
        </a:p>
      </dsp:txBody>
      <dsp:txXfrm rot="-10800000">
        <a:off x="0" y="2949"/>
        <a:ext cx="10034178" cy="390330"/>
      </dsp:txXfrm>
    </dsp:sp>
    <dsp:sp modelId="{1B6D6FA3-24C3-4B01-B77A-EF0920B3D103}">
      <dsp:nvSpPr>
        <dsp:cNvPr id="0" name=""/>
        <dsp:cNvSpPr/>
      </dsp:nvSpPr>
      <dsp:spPr>
        <a:xfrm>
          <a:off x="4899" y="393280"/>
          <a:ext cx="3341459" cy="332504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Render Director</a:t>
          </a:r>
        </a:p>
      </dsp:txBody>
      <dsp:txXfrm>
        <a:off x="4899" y="393280"/>
        <a:ext cx="3341459" cy="332504"/>
      </dsp:txXfrm>
    </dsp:sp>
    <dsp:sp modelId="{520087BB-6474-48FA-BADE-554E1121AB89}">
      <dsp:nvSpPr>
        <dsp:cNvPr id="0" name=""/>
        <dsp:cNvSpPr/>
      </dsp:nvSpPr>
      <dsp:spPr>
        <a:xfrm>
          <a:off x="3346359" y="393280"/>
          <a:ext cx="3341459" cy="332504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Scene Renderer</a:t>
          </a:r>
        </a:p>
      </dsp:txBody>
      <dsp:txXfrm>
        <a:off x="3346359" y="393280"/>
        <a:ext cx="3341459" cy="332504"/>
      </dsp:txXfrm>
    </dsp:sp>
    <dsp:sp modelId="{4F5DC906-8F73-4978-95C1-63026105B9EA}">
      <dsp:nvSpPr>
        <dsp:cNvPr id="0" name=""/>
        <dsp:cNvSpPr/>
      </dsp:nvSpPr>
      <dsp:spPr>
        <a:xfrm>
          <a:off x="6687818" y="393280"/>
          <a:ext cx="3341459" cy="332504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UI Renderer</a:t>
          </a:r>
        </a:p>
      </dsp:txBody>
      <dsp:txXfrm>
        <a:off x="6687818" y="393280"/>
        <a:ext cx="3341459" cy="3325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ACDCB5-FFA0-8DF9-2604-F461B94887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0812F54-0B24-40C6-5E7D-4BD2B0C6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01640A5-1D18-C650-D8D2-F650BB28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626104E-3045-7064-98EC-F3F510DC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780AD97-E35B-FE7A-B54F-2B101342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50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C1130-4E4F-152D-1522-794FB81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E79004-9096-6FCD-34E4-7CAD3557B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65596E-85BF-CA6A-BED7-25ED618F1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00712EE-5553-C20F-2005-896D679D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6871F2C-9DF7-80DD-1603-CFBEF706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916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24136D-1286-DF38-5565-9E15A1C69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3CF4317-FCC0-C96E-5458-B600F390F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2F92C-F6C9-BC6D-6E7B-0DB50120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45CDF8-9777-B55D-F08E-C776CC231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259142-DC26-2C9E-3835-DA001C5DF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05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9E6D63-1299-52F6-5B09-DC6C2246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C3EBA68-E1D0-CF40-0D30-FA8EE8D85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65E6A0-3890-121B-F377-B8A2B7314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F64F231-C307-3452-9C23-611D8486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80B3070-E10F-B8D0-BDA3-B7B6E132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1DD0DF9-D8BB-81CE-D16F-5DC2C115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618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E7E54C-7B9F-FA40-E280-1ACB0D97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9EC276-2D38-5281-FDA2-28971C1CA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21578C4-ED61-F73B-2266-B86846F8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CFA8E7B7-2AED-C625-ABFA-EC3C4C202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218E689-80B2-25C6-5FBE-358A284003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326C624-A4CD-8B3E-6E71-820D4A47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2E75A4D-3A19-4C7E-EC2F-A20BABDC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7D0ED07-DAD0-5095-D24D-838DCF75C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29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821822-FBDC-3B1E-B384-03ED14F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AC4A524-F82A-B769-3D65-C3DB0E9E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DFD381B-521B-7089-9180-8E5126BA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4C7905B-373E-CF05-0AF9-C8FC62DB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662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8CFC161-2933-FFF0-6377-D7D8DFB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446EFCF-0490-608F-C80C-2B7D3534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14D355B-A06B-EBAB-D76E-D1DD10EA8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028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4FBF21-62EF-D821-E5AC-EFF793B30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50C729-1827-7BE3-ADF3-868BB176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630F258-F778-D416-9F27-B8AD81F7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591F722-064E-8EAC-3F02-2A78D77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F847F4E-C4E3-586C-B21A-122BB6DB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3CF6BE9-678F-7691-5470-1C7B4922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46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E8978F-BC21-5494-4922-3F64FF8D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0010A66-C154-5430-E5BB-D1471688DC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E826B55-51A9-ED4B-C080-487A11EC7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79A87D0-246F-F364-CC85-9983F9CF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B67091-4986-AC7D-9F6E-A882B769F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0209CA8-E935-0119-2C04-A89C0498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314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E7C624-C8B4-80FF-D00F-29AD5C80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B6329A8-88EB-6250-9A08-2DE348DD8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FF346A8-0B52-A119-5BA4-4FC9D0D3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058C2E-EFB9-C70A-E67F-A3B1D65A7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92E2FE-267B-5C2E-39B7-9FEDF112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829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7D56A7C-B823-156D-A433-371189E75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CFBBF36-3D22-C6FC-ADBB-DC7D468AB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6D64B91-2250-3B4F-518B-B4E316E0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46B50B3-25EA-3799-B286-092639B6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DFB7C5-9F18-AFAB-E6B9-C103DA5A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0777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07B39D-3A43-4A04-4934-A20BDFF76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6EC28-87C8-81B7-E628-7C2D19357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6EE80F0-54FD-EB9D-85FB-D5BC35432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9C430-E1D8-403E-B8DC-FA88E62CE512}" type="datetimeFigureOut">
              <a:rPr lang="pl-PL" smtClean="0"/>
              <a:t>30.09.2026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83C51B-19BC-EC1A-69C8-AE783287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36B4EB-0B83-6C39-E68D-D92DC4149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4518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a.com/seed/news/seed-dd18-presentation-slides-raytrac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AFFA8836-B587-ECDC-FDB9-0A1A72903C32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Planned </a:t>
            </a:r>
            <a:r>
              <a:rPr lang="pl-PL" sz="3200" b="1" dirty="0">
                <a:solidFill>
                  <a:schemeClr val="tx1"/>
                </a:solidFill>
              </a:rPr>
              <a:t>Rendering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443A3A9-BD8C-B789-7BDD-19C256E4ECA4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296940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9338-5ABE-399A-F283-ED7129069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5FF003B-27B4-5793-606A-AE43BC5681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9724728"/>
              </p:ext>
            </p:extLst>
          </p:nvPr>
        </p:nvGraphicFramePr>
        <p:xfrm>
          <a:off x="1047626" y="284614"/>
          <a:ext cx="10034178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5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/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blipFill>
                <a:blip r:embed="rId2"/>
                <a:stretch>
                  <a:fillRect l="-9384" t="-14356" b="-164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50F1EB5-FC4A-31B5-A238-6352AEFCAB09}"/>
              </a:ext>
            </a:extLst>
          </p:cNvPr>
          <p:cNvSpPr txBox="1"/>
          <p:nvPr/>
        </p:nvSpPr>
        <p:spPr>
          <a:xfrm>
            <a:off x="668215" y="358725"/>
            <a:ext cx="8578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Redeferred</a:t>
            </a:r>
            <a:r>
              <a:rPr lang="en-US" dirty="0"/>
              <a:t> rendering – Experimental concept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80D278-A6F8-EFEB-1BBA-DB3684144AD8}"/>
              </a:ext>
            </a:extLst>
          </p:cNvPr>
          <p:cNvSpPr txBox="1"/>
          <p:nvPr/>
        </p:nvSpPr>
        <p:spPr>
          <a:xfrm>
            <a:off x="668215" y="815882"/>
            <a:ext cx="615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Let’s split diffused and specular contributions of the reflectance part of the rendering equation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F65EB-1EBC-955D-E199-D0F801876199}"/>
              </a:ext>
            </a:extLst>
          </p:cNvPr>
          <p:cNvSpPr txBox="1"/>
          <p:nvPr/>
        </p:nvSpPr>
        <p:spPr>
          <a:xfrm>
            <a:off x="841240" y="3474551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9991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/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blipFill>
                <a:blip r:embed="rId2"/>
                <a:stretch>
                  <a:fillRect l="-8344" t="-16428" b="-14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/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2">
            <a:extLst>
              <a:ext uri="{FF2B5EF4-FFF2-40B4-BE49-F238E27FC236}">
                <a16:creationId xmlns:a16="http://schemas.microsoft.com/office/drawing/2014/main" id="{6D30357B-58C1-CE7B-B87E-8B23CFC29544}"/>
              </a:ext>
            </a:extLst>
          </p:cNvPr>
          <p:cNvSpPr txBox="1"/>
          <p:nvPr/>
        </p:nvSpPr>
        <p:spPr>
          <a:xfrm>
            <a:off x="4765039" y="218466"/>
            <a:ext cx="285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Diffused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736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0257-C490-2631-2F98-D79B34D1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B5527-483B-744D-4A65-7BDD6BDF7837}"/>
              </a:ext>
            </a:extLst>
          </p:cNvPr>
          <p:cNvSpPr txBox="1"/>
          <p:nvPr/>
        </p:nvSpPr>
        <p:spPr>
          <a:xfrm>
            <a:off x="5367441" y="167893"/>
            <a:ext cx="1099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Specular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D891AABD-8CC2-BFA6-8BE7-B8644705AE6E}"/>
                  </a:ext>
                </a:extLst>
              </p:cNvPr>
              <p:cNvSpPr txBox="1"/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𝐺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l-PL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den>
                          </m:f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48467EB4-BDAB-1B5E-3D1D-554A31219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blipFill>
                <a:blip r:embed="rId2"/>
                <a:stretch>
                  <a:fillRect l="-801" t="-1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671978D3-4CAD-02F1-258B-A30CA3FBCF0C}"/>
                  </a:ext>
                </a:extLst>
              </p:cNvPr>
              <p:cNvSpPr txBox="1"/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  <a:p>
                <a:endParaRPr lang="pl-PL" sz="1200" dirty="0"/>
              </a:p>
              <a:p>
                <a:r>
                  <a:rPr lang="pl-PL" sz="1200" dirty="0" err="1"/>
                  <a:t>Smith's</a:t>
                </a:r>
                <a:r>
                  <a:rPr lang="pl-PL" sz="1200" dirty="0"/>
                  <a:t> </a:t>
                </a:r>
                <a:r>
                  <a:rPr lang="pl-PL" sz="1200" dirty="0" err="1"/>
                  <a:t>method</a:t>
                </a:r>
                <a:r>
                  <a:rPr lang="pl-PL" sz="1200" dirty="0"/>
                  <a:t> with Schlick-GGX: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l-PL" sz="1200" dirty="0"/>
              </a:p>
              <a:p>
                <a14:m>
                  <m:oMath xmlns:m="http://schemas.openxmlformats.org/officeDocument/2006/math">
                    <m:r>
                      <a:rPr lang="en-GB" sz="1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-PL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pl-PL" sz="1200" dirty="0"/>
                  <a:t> or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pl-PL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l-PL" sz="1200" dirty="0"/>
              </a:p>
              <a:p>
                <a:endParaRPr lang="pl-PL" sz="1200" dirty="0"/>
              </a:p>
              <a:p>
                <a:r>
                  <a:rPr lang="pl-PL" sz="1200" dirty="0" err="1"/>
                  <a:t>Trowbridge-Reitz</a:t>
                </a:r>
                <a:r>
                  <a:rPr lang="pl-PL" sz="1200" dirty="0"/>
                  <a:t> 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1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2030CB6-BCEF-E6CA-B4B4-B0086EF50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C8059106-DEE4-E83F-EFEE-57477C2BC673}"/>
                  </a:ext>
                </a:extLst>
              </p:cNvPr>
              <p:cNvSpPr txBox="1"/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l-G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e>
                          </m:d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)+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</m:t>
                          </m:r>
                          <m: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12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d>
                            <m:dPr>
                              <m:ctrlP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∙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𝐹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d>
                            <m:d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7FE5FE55-C83F-1B56-CBF7-B14F529F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blipFill>
                <a:blip r:embed="rId4"/>
                <a:stretch>
                  <a:fillRect l="-2315" b="-24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354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8BAF-B2A1-53CC-15A1-42E67924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528F1E-560A-C9BB-74A9-E90D98EAA606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FC8C21-BD30-3102-7832-BCEC6508FAE4}"/>
                  </a:ext>
                </a:extLst>
              </p:cNvPr>
              <p:cNvSpPr txBox="1"/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blipFill>
                <a:blip r:embed="rId2"/>
                <a:stretch>
                  <a:fillRect l="-4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5F2D1C-D5C7-C375-6BA9-9810B1BE53CE}"/>
                  </a:ext>
                </a:extLst>
              </p:cNvPr>
              <p:cNvSpPr txBox="1"/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 first, looping through all illumination sources (lights / rays).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Then 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en-US" sz="16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00" dirty="0"/>
                  <a:t> and finally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600" dirty="0"/>
                  <a:t> outside the loop.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 portion of calculations is now pushed out of the loop and performed only once, instead of on a per illumination source basis.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A0461F-E854-417F-0750-02C90C19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blipFill>
                <a:blip r:embed="rId3"/>
                <a:stretch>
                  <a:fillRect l="-477" t="-645" r="-1144" b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85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71911"/>
            <a:ext cx="3318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Redeffered</a:t>
            </a:r>
            <a:r>
              <a:rPr lang="pl-PL" dirty="0"/>
              <a:t> rendering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:r>
                  <a:rPr lang="en-US" sz="1400" dirty="0"/>
                  <a:t>Lets split shading into two stages.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First stage (Illumination pass) will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 values and store them in a dedicated buffer, let’s call it I-buffer.</a:t>
                </a:r>
              </a:p>
              <a:p>
                <a:pPr algn="just"/>
                <a:r>
                  <a:rPr lang="en-US" sz="1400" dirty="0"/>
                  <a:t>Second stage (Material pass) will use those values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I-buffer retains fundamental characteristic of light to be cumulative. This allows first stage to be split into multiple passes using specialized shaders for different types of lights, shadows. </a:t>
                </a:r>
                <a:r>
                  <a:rPr lang="en-US" sz="1400" dirty="0" err="1"/>
                  <a:t>R</a:t>
                </a:r>
                <a:r>
                  <a:rPr lang="en-US" sz="1400" dirty="0" err="1">
                    <a:solidFill>
                      <a:prstClr val="black"/>
                    </a:solidFill>
                  </a:rPr>
                  <a:t>edeferred</a:t>
                </a:r>
                <a:r>
                  <a:rPr lang="en-US" sz="1400" dirty="0">
                    <a:solidFill>
                      <a:prstClr val="black"/>
                    </a:solidFill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rendering can be used analogously with most of indirect illumination techniques too and their results can be accumulated to the same I-buffer with a common second stage to be applied.</a:t>
                </a:r>
              </a:p>
              <a:p>
                <a:pPr algn="just"/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algn="just"/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The first stage depends only on lights and geometry (from the PBR point of view roughness is a simplified representation of microscopic geometry). The variability of the </a:t>
                </a:r>
                <a:r>
                  <a:rPr lang="en-US" sz="1400" dirty="0">
                    <a:solidFill>
                      <a:prstClr val="black"/>
                    </a:solidFill>
                  </a:rPr>
                  <a:t>I-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buffer is expected to be low (imagine a white world with colorful lights). That makes this stage a good candidate for shading rate reducing techniques. We can safely apply a reduced shading rate everywhere unless there is an illumination discontinuity </a:t>
                </a:r>
                <a:r>
                  <a:rPr lang="en-US" sz="1400" dirty="0">
                    <a:solidFill>
                      <a:prstClr val="black"/>
                    </a:solidFill>
                  </a:rPr>
                  <a:t>(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hard shadow coming from an illumination </a:t>
                </a:r>
                <a:r>
                  <a:rPr kumimoji="0" lang="en-US" sz="1400" b="0" i="0" u="none" strike="noStrike" kern="1200" cap="none" spc="0" normalizeH="0" baseline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source considered by a particular shader) or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geometry edge – this will require tuning based on visual quality.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blipFill>
                <a:blip r:embed="rId2"/>
                <a:stretch>
                  <a:fillRect l="-1713" t="-1325" r="-1618" b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/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8C10A9E-81E2-D669-4827-7D0151479684}"/>
              </a:ext>
            </a:extLst>
          </p:cNvPr>
          <p:cNvSpPr txBox="1"/>
          <p:nvPr/>
        </p:nvSpPr>
        <p:spPr>
          <a:xfrm>
            <a:off x="263564" y="5510522"/>
            <a:ext cx="114904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The second stage does not have to iterate over illumination sources, so it will be used to refine results by integrating them with materials at full resolution.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still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consider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geometry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during the refining second stage, providing us with differentiation of pixels shaded together in the first pass.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This fully covers artifacts of the reduced shading rate from the first stage, making them completely imperceptible.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279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/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B</a:t>
                </a: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ottleneck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of memory throughput: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Precalculating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smtClean="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1400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in geometry pass – no need</a:t>
                </a:r>
                <a:r>
                  <a:rPr kumimoji="0" 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for fetching normal and depth in the second stage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Smart packing of G-Buffer to separate values used only in the second stage from those used in both stages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Light bleeding over geometry edges, aliased shadow edges and aliasing in strongly illuminated pixels due to greater aliasing in I-Buffer than in G-Buffer: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VRCS with dedicated shading rate attachments per illumination source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(direct, shadows, reflections, indirect diffuse, etc.) and shading into an intermediary render target (to have a base for producing attachment texture)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Separate, specialized upscaling for diffuse and specular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Using G-Buffer as additional information for upscaling (edge preservation)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Temporal upscaling</a:t>
                </a:r>
              </a:p>
              <a:p>
                <a:pPr marL="228600" lvl="0" indent="-228600" algn="just">
                  <a:buFont typeface="+mj-lt"/>
                  <a:buAutoNum type="alphaUcPeriod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Separate diffuse and specular aspects of illumination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when used with temporal techniques separately  improve quality (e.g. different types of reprojection: hit point and motion vector -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  <a:hlinkClick r:id="rId2"/>
                  </a:rPr>
                  <a:t>Tomasz Stachowiak: Stochastic all the things: Raytracing in hybrid real-time rendering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)</a:t>
                </a:r>
              </a:p>
              <a:p>
                <a:pPr marL="342900" lvl="0" indent="-342900" algn="just"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Final frame still needs antialiasing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Other shading models may not be compatible with this technique!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Complete incompatibility with translucency.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blipFill>
                <a:blip r:embed="rId3"/>
                <a:stretch>
                  <a:fillRect l="-283" t="-111" r="-189" b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134750D-DF5D-F08F-03FB-6A28FAF1BFA2}"/>
              </a:ext>
            </a:extLst>
          </p:cNvPr>
          <p:cNvSpPr txBox="1"/>
          <p:nvPr/>
        </p:nvSpPr>
        <p:spPr>
          <a:xfrm>
            <a:off x="329716" y="293534"/>
            <a:ext cx="399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Redeffered</a:t>
            </a:r>
            <a:r>
              <a:rPr lang="en-US" dirty="0"/>
              <a:t> rendering -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/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204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Specular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nary>
                            <m:naryPr>
                              <m:limLoc m:val="undOvr"/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f>
                                <m:fPr>
                                  <m:ctrlP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  <m:e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e>
                          </m:func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l-GR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blipFill>
                <a:blip r:embed="rId2"/>
                <a:stretch>
                  <a:fillRect l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/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l-PL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Trowbridge-Reitz GGX: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</m:t>
                      </m:r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sSup>
                            <m:sSupPr>
                              <m:ctrlP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l-PL" sz="1100" dirty="0"/>
                  <a:t>For </a:t>
                </a:r>
                <a:r>
                  <a:rPr lang="en-US" sz="1100" dirty="0"/>
                  <a:t>low discrepancy</a:t>
                </a:r>
                <a:r>
                  <a:rPr lang="pl-PL" sz="1100" dirty="0"/>
                  <a:t> </a:t>
                </a:r>
                <a:r>
                  <a:rPr lang="pl-PL" sz="1100" dirty="0" err="1"/>
                  <a:t>sampled</a:t>
                </a:r>
                <a:r>
                  <a:rPr lang="pl-PL" sz="1100" dirty="0"/>
                  <a:t> </a:t>
                </a:r>
                <a:r>
                  <a:rPr lang="pl-PL" sz="1100" dirty="0" err="1"/>
                  <a:t>random</a:t>
                </a:r>
                <a:r>
                  <a:rPr lang="pl-PL" sz="1100" dirty="0"/>
                  <a:t> A and B:</a:t>
                </a: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kumimoji="0" lang="pl-PL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𝑎𝑟𝑐</m:t>
                          </m:r>
                          <m:r>
                            <m:rPr>
                              <m:sty m:val="p"/>
                            </m:rPr>
                            <a:rPr kumimoji="0" lang="pl-PL" sz="11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kumimoji="0" lang="pl-PL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0" lang="pl-PL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1−</m:t>
                                      </m:r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</m:num>
                                    <m:den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  <m:d>
                                        <m:dPr>
                                          <m:ctrlPr>
                                            <a:rPr kumimoji="0" lang="pl-PL" sz="11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𝛼</m:t>
                                              </m:r>
                                            </m:e>
                                            <m:sup>
                                              <m:r>
                                                <a:rPr lang="pl-PL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l-GR" sz="11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</m:e>
                      </m:func>
                    </m:oMath>
                  </m:oMathPara>
                </a14:m>
                <a:endParaRPr kumimoji="0" lang="pl-PL" sz="1100" b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l-GR" sz="11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l-PL" sz="11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l-PL" sz="1100" dirty="0"/>
              </a:p>
              <a:p>
                <a:pPr lvl="0">
                  <a:defRPr/>
                </a:pPr>
                <a:endParaRPr lang="pl-PL" sz="1100" dirty="0"/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l-PL" sz="1100" dirty="0"/>
              </a:p>
              <a:p>
                <a:pPr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pl-PL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l-PL" sz="1100" b="0" i="1" smtClean="0"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pl-PL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1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10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GB" sz="11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GB" sz="1100">
                            <a:latin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l-PL" sz="1100" dirty="0"/>
                  <a:t>-</a:t>
                </a:r>
                <a:r>
                  <a:rPr lang="en-GB" sz="11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GB" sz="110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pl-PL" sz="1100" dirty="0"/>
              </a:p>
              <a:p>
                <a:pPr lvl="0">
                  <a:defRPr/>
                </a:pPr>
                <a:endParaRPr lang="en-US" sz="1100" dirty="0"/>
              </a:p>
            </p:txBody>
          </p:sp>
        </mc:Choice>
        <mc:Fallback xmlns="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516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259D0-7D9D-DA33-8C9A-115A7C185F6B}"/>
              </a:ext>
            </a:extLst>
          </p:cNvPr>
          <p:cNvSpPr/>
          <p:nvPr/>
        </p:nvSpPr>
        <p:spPr>
          <a:xfrm>
            <a:off x="348344" y="692336"/>
            <a:ext cx="10611765" cy="4396988"/>
          </a:xfrm>
          <a:prstGeom prst="roundRect">
            <a:avLst>
              <a:gd name="adj" fmla="val 251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252D262A-AE59-3EE1-DE3F-D63D25088B38}"/>
              </a:ext>
            </a:extLst>
          </p:cNvPr>
          <p:cNvSpPr/>
          <p:nvPr/>
        </p:nvSpPr>
        <p:spPr>
          <a:xfrm>
            <a:off x="1417011" y="2657020"/>
            <a:ext cx="9448783" cy="2027174"/>
          </a:xfrm>
          <a:prstGeom prst="roundRect">
            <a:avLst>
              <a:gd name="adj" fmla="val 689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pl-PL" dirty="0"/>
              <a:t>G-</a:t>
            </a:r>
            <a:r>
              <a:rPr lang="en-US" dirty="0"/>
              <a:t>Buffer</a:t>
            </a:r>
          </a:p>
        </p:txBody>
      </p: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FFFB8165-84C7-AFF6-3354-07A6234085D0}"/>
              </a:ext>
            </a:extLst>
          </p:cNvPr>
          <p:cNvSpPr/>
          <p:nvPr/>
        </p:nvSpPr>
        <p:spPr>
          <a:xfrm>
            <a:off x="2115241" y="2735541"/>
            <a:ext cx="8654372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Albedo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C6EF45DF-BBC6-6A63-02DD-B5767ADDB0EA}"/>
              </a:ext>
            </a:extLst>
          </p:cNvPr>
          <p:cNvSpPr/>
          <p:nvPr/>
        </p:nvSpPr>
        <p:spPr>
          <a:xfrm>
            <a:off x="3099198" y="1526345"/>
            <a:ext cx="7762335" cy="1051834"/>
          </a:xfrm>
          <a:prstGeom prst="roundRect">
            <a:avLst>
              <a:gd name="adj" fmla="val 11339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en-US" dirty="0"/>
              <a:t>I</a:t>
            </a:r>
            <a:r>
              <a:rPr lang="pl-PL" dirty="0"/>
              <a:t>-</a:t>
            </a:r>
            <a:r>
              <a:rPr lang="en-US" dirty="0"/>
              <a:t>Buffer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D035AB2-F3F2-1F3C-4336-FA15540B837C}"/>
              </a:ext>
            </a:extLst>
          </p:cNvPr>
          <p:cNvSpPr/>
          <p:nvPr/>
        </p:nvSpPr>
        <p:spPr>
          <a:xfrm>
            <a:off x="2109856" y="3059551"/>
            <a:ext cx="8659757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Metalness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C03CCB-2EF5-8877-2D4C-1EC502360AC6}"/>
              </a:ext>
            </a:extLst>
          </p:cNvPr>
          <p:cNvSpPr/>
          <p:nvPr/>
        </p:nvSpPr>
        <p:spPr>
          <a:xfrm>
            <a:off x="2115114" y="3708045"/>
            <a:ext cx="8654498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Roughness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07B44A-E351-CA5D-D912-8727958DCAD5}"/>
              </a:ext>
            </a:extLst>
          </p:cNvPr>
          <p:cNvSpPr/>
          <p:nvPr/>
        </p:nvSpPr>
        <p:spPr>
          <a:xfrm>
            <a:off x="368815" y="5085573"/>
            <a:ext cx="10591295" cy="1458891"/>
          </a:xfrm>
          <a:prstGeom prst="roundRect">
            <a:avLst>
              <a:gd name="adj" fmla="val 8375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6A2FF4-CAD0-56F1-2BAF-F52D680413B6}"/>
              </a:ext>
            </a:extLst>
          </p:cNvPr>
          <p:cNvSpPr/>
          <p:nvPr/>
        </p:nvSpPr>
        <p:spPr>
          <a:xfrm rot="16200000">
            <a:off x="69900" y="2812562"/>
            <a:ext cx="1125894" cy="30480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C68787-A4D1-122B-D188-9ABC271A5571}"/>
              </a:ext>
            </a:extLst>
          </p:cNvPr>
          <p:cNvSpPr/>
          <p:nvPr/>
        </p:nvSpPr>
        <p:spPr>
          <a:xfrm rot="16200000">
            <a:off x="102635" y="5633636"/>
            <a:ext cx="1125894" cy="30480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7485FB-6752-5231-7313-1E62521E32DE}"/>
              </a:ext>
            </a:extLst>
          </p:cNvPr>
          <p:cNvSpPr/>
          <p:nvPr/>
        </p:nvSpPr>
        <p:spPr>
          <a:xfrm>
            <a:off x="989298" y="5883290"/>
            <a:ext cx="1051249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Depth only</a:t>
            </a:r>
          </a:p>
          <a:p>
            <a:pPr algn="ctr"/>
            <a:r>
              <a:rPr lang="en-US" sz="1400" dirty="0"/>
              <a:t>Pre-Pass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5B112BD-654A-6B03-9D3E-1064BA4E8858}"/>
              </a:ext>
            </a:extLst>
          </p:cNvPr>
          <p:cNvSpPr/>
          <p:nvPr/>
        </p:nvSpPr>
        <p:spPr>
          <a:xfrm>
            <a:off x="1508985" y="4356655"/>
            <a:ext cx="606245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7F66150-ED1C-2F58-8BEE-B81C19839986}"/>
              </a:ext>
            </a:extLst>
          </p:cNvPr>
          <p:cNvSpPr/>
          <p:nvPr/>
        </p:nvSpPr>
        <p:spPr>
          <a:xfrm>
            <a:off x="2115229" y="4354863"/>
            <a:ext cx="865438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Z-Buffer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99C9DB5-2707-4E9C-B9EB-A80E60994D2A}"/>
              </a:ext>
            </a:extLst>
          </p:cNvPr>
          <p:cNvSpPr/>
          <p:nvPr/>
        </p:nvSpPr>
        <p:spPr>
          <a:xfrm>
            <a:off x="1626215" y="5191417"/>
            <a:ext cx="9884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Geometry Pass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CC90293B-1A06-ED04-93AE-82D98C24A912}"/>
              </a:ext>
            </a:extLst>
          </p:cNvPr>
          <p:cNvSpPr/>
          <p:nvPr/>
        </p:nvSpPr>
        <p:spPr>
          <a:xfrm>
            <a:off x="2565802" y="5892126"/>
            <a:ext cx="78962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Lights Culling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6C043F0-0EB5-A0B1-51A3-3CD5CCEC7230}"/>
              </a:ext>
            </a:extLst>
          </p:cNvPr>
          <p:cNvSpPr/>
          <p:nvPr/>
        </p:nvSpPr>
        <p:spPr>
          <a:xfrm>
            <a:off x="2960169" y="4746579"/>
            <a:ext cx="7905625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Lights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2B94087-07AE-3598-25E6-E761491CBF75}"/>
              </a:ext>
            </a:extLst>
          </p:cNvPr>
          <p:cNvCxnSpPr>
            <a:cxnSpLocks/>
            <a:stCxn id="10" idx="0"/>
            <a:endCxn id="23" idx="1"/>
          </p:cNvCxnSpPr>
          <p:nvPr/>
        </p:nvCxnSpPr>
        <p:spPr>
          <a:xfrm flipH="1" flipV="1">
            <a:off x="1508985" y="4482655"/>
            <a:ext cx="5938" cy="140063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C8B559-1B9E-EC0E-FF89-D0ADC1844618}"/>
              </a:ext>
            </a:extLst>
          </p:cNvPr>
          <p:cNvSpPr/>
          <p:nvPr/>
        </p:nvSpPr>
        <p:spPr>
          <a:xfrm>
            <a:off x="2115229" y="3382583"/>
            <a:ext cx="865975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Motion Vector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C329E85-EC65-4FFA-390B-8BF8BE2FC74D}"/>
              </a:ext>
            </a:extLst>
          </p:cNvPr>
          <p:cNvSpPr/>
          <p:nvPr/>
        </p:nvSpPr>
        <p:spPr>
          <a:xfrm>
            <a:off x="2115228" y="4033319"/>
            <a:ext cx="8654383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Normal</a:t>
            </a: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82B893E4-046A-F076-5A93-CDE17DA0D654}"/>
              </a:ext>
            </a:extLst>
          </p:cNvPr>
          <p:cNvCxnSpPr>
            <a:cxnSpLocks/>
          </p:cNvCxnSpPr>
          <p:nvPr/>
        </p:nvCxnSpPr>
        <p:spPr>
          <a:xfrm>
            <a:off x="1972803" y="4606863"/>
            <a:ext cx="0" cy="584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03AEB763-6D3E-EC8B-8F1B-CF729FBF2DDC}"/>
              </a:ext>
            </a:extLst>
          </p:cNvPr>
          <p:cNvCxnSpPr>
            <a:cxnSpLocks/>
          </p:cNvCxnSpPr>
          <p:nvPr/>
        </p:nvCxnSpPr>
        <p:spPr>
          <a:xfrm>
            <a:off x="2731879" y="4606863"/>
            <a:ext cx="0" cy="12761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426E9A0A-8B40-AC1D-76CF-DFAC56BDB317}"/>
              </a:ext>
            </a:extLst>
          </p:cNvPr>
          <p:cNvCxnSpPr>
            <a:cxnSpLocks/>
          </p:cNvCxnSpPr>
          <p:nvPr/>
        </p:nvCxnSpPr>
        <p:spPr>
          <a:xfrm>
            <a:off x="2846024" y="4285319"/>
            <a:ext cx="0" cy="15977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89BE1D7-55C3-357D-19B6-FBF0184F5F21}"/>
              </a:ext>
            </a:extLst>
          </p:cNvPr>
          <p:cNvCxnSpPr>
            <a:cxnSpLocks/>
            <a:stCxn id="119" idx="0"/>
          </p:cNvCxnSpPr>
          <p:nvPr/>
        </p:nvCxnSpPr>
        <p:spPr>
          <a:xfrm flipV="1">
            <a:off x="2960616" y="4872579"/>
            <a:ext cx="580" cy="101954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5C4057F-3FEA-6929-B9EB-3B359F602FBB}"/>
              </a:ext>
            </a:extLst>
          </p:cNvPr>
          <p:cNvCxnSpPr>
            <a:cxnSpLocks/>
            <a:stCxn id="71" idx="0"/>
          </p:cNvCxnSpPr>
          <p:nvPr/>
        </p:nvCxnSpPr>
        <p:spPr>
          <a:xfrm flipV="1">
            <a:off x="2120432" y="2861541"/>
            <a:ext cx="0" cy="2329876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C0E08BDF-1CB0-B5DE-AB9E-8764429BC438}"/>
              </a:ext>
            </a:extLst>
          </p:cNvPr>
          <p:cNvSpPr/>
          <p:nvPr/>
        </p:nvSpPr>
        <p:spPr>
          <a:xfrm>
            <a:off x="4363460" y="5189981"/>
            <a:ext cx="8549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Shadow Maps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35D2B40B-3E9C-6805-6D5D-C21D0DBAD8B7}"/>
              </a:ext>
            </a:extLst>
          </p:cNvPr>
          <p:cNvSpPr/>
          <p:nvPr/>
        </p:nvSpPr>
        <p:spPr>
          <a:xfrm>
            <a:off x="6426145" y="1124896"/>
            <a:ext cx="932246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0360D9EF-8C4A-FFD7-3237-15208E90D423}"/>
              </a:ext>
            </a:extLst>
          </p:cNvPr>
          <p:cNvSpPr/>
          <p:nvPr/>
        </p:nvSpPr>
        <p:spPr>
          <a:xfrm>
            <a:off x="5827857" y="5217434"/>
            <a:ext cx="119657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 err="1"/>
              <a:t>Redeferred</a:t>
            </a:r>
            <a:r>
              <a:rPr lang="en-US" sz="1400" dirty="0"/>
              <a:t> Material Pass</a:t>
            </a: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3EB042A-1600-D561-F58D-F88084CE2647}"/>
              </a:ext>
            </a:extLst>
          </p:cNvPr>
          <p:cNvSpPr/>
          <p:nvPr/>
        </p:nvSpPr>
        <p:spPr>
          <a:xfrm>
            <a:off x="6730207" y="5896599"/>
            <a:ext cx="1264890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VFX Pass</a:t>
            </a:r>
          </a:p>
        </p:txBody>
      </p:sp>
      <p:sp>
        <p:nvSpPr>
          <p:cNvPr id="245" name="Rectangle: Rounded Corners 244">
            <a:extLst>
              <a:ext uri="{FF2B5EF4-FFF2-40B4-BE49-F238E27FC236}">
                <a16:creationId xmlns:a16="http://schemas.microsoft.com/office/drawing/2014/main" id="{F467F5DE-E031-14DF-58FA-3F2FD83462F4}"/>
              </a:ext>
            </a:extLst>
          </p:cNvPr>
          <p:cNvSpPr/>
          <p:nvPr/>
        </p:nvSpPr>
        <p:spPr>
          <a:xfrm>
            <a:off x="9268654" y="1130859"/>
            <a:ext cx="1592880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r"/>
            <a:r>
              <a:rPr lang="en-US" sz="1600" dirty="0"/>
              <a:t>Final Frame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04DD6CC8-0001-E14C-4DDD-E7BE59FB4E10}"/>
              </a:ext>
            </a:extLst>
          </p:cNvPr>
          <p:cNvSpPr/>
          <p:nvPr/>
        </p:nvSpPr>
        <p:spPr>
          <a:xfrm>
            <a:off x="7474368" y="5225791"/>
            <a:ext cx="11372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Transparent Pass</a:t>
            </a:r>
          </a:p>
        </p:txBody>
      </p:sp>
      <p:sp>
        <p:nvSpPr>
          <p:cNvPr id="251" name="Rectangle: Rounded Corners 250">
            <a:extLst>
              <a:ext uri="{FF2B5EF4-FFF2-40B4-BE49-F238E27FC236}">
                <a16:creationId xmlns:a16="http://schemas.microsoft.com/office/drawing/2014/main" id="{73473B23-8975-A98A-5954-F9362DBC572B}"/>
              </a:ext>
            </a:extLst>
          </p:cNvPr>
          <p:cNvSpPr/>
          <p:nvPr/>
        </p:nvSpPr>
        <p:spPr>
          <a:xfrm>
            <a:off x="7358392" y="1130402"/>
            <a:ext cx="671202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52" name="Rectangle: Rounded Corners 251">
            <a:extLst>
              <a:ext uri="{FF2B5EF4-FFF2-40B4-BE49-F238E27FC236}">
                <a16:creationId xmlns:a16="http://schemas.microsoft.com/office/drawing/2014/main" id="{1FC93EB5-47C7-9673-EB45-7B9ED531CF8C}"/>
              </a:ext>
            </a:extLst>
          </p:cNvPr>
          <p:cNvSpPr/>
          <p:nvPr/>
        </p:nvSpPr>
        <p:spPr>
          <a:xfrm>
            <a:off x="8029593" y="1124896"/>
            <a:ext cx="85436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/>
          </a:p>
        </p:txBody>
      </p: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C0700450-CAFB-F021-5DD9-E0349FB923A4}"/>
              </a:ext>
            </a:extLst>
          </p:cNvPr>
          <p:cNvCxnSpPr>
            <a:cxnSpLocks/>
          </p:cNvCxnSpPr>
          <p:nvPr/>
        </p:nvCxnSpPr>
        <p:spPr>
          <a:xfrm>
            <a:off x="3275916" y="4606863"/>
            <a:ext cx="0" cy="5737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CD0336AD-FC58-21E7-7936-8E4AA519D28E}"/>
              </a:ext>
            </a:extLst>
          </p:cNvPr>
          <p:cNvCxnSpPr>
            <a:cxnSpLocks/>
          </p:cNvCxnSpPr>
          <p:nvPr/>
        </p:nvCxnSpPr>
        <p:spPr>
          <a:xfrm>
            <a:off x="6264000" y="2981485"/>
            <a:ext cx="0" cy="22382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8B0092-E647-0218-6B98-B872432FF12B}"/>
              </a:ext>
            </a:extLst>
          </p:cNvPr>
          <p:cNvCxnSpPr>
            <a:cxnSpLocks/>
          </p:cNvCxnSpPr>
          <p:nvPr/>
        </p:nvCxnSpPr>
        <p:spPr>
          <a:xfrm>
            <a:off x="7889352" y="4606863"/>
            <a:ext cx="0" cy="6241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C1DC5788-DEE2-C3E5-E6B3-CCCB3F1B48AA}"/>
              </a:ext>
            </a:extLst>
          </p:cNvPr>
          <p:cNvCxnSpPr>
            <a:cxnSpLocks/>
          </p:cNvCxnSpPr>
          <p:nvPr/>
        </p:nvCxnSpPr>
        <p:spPr>
          <a:xfrm>
            <a:off x="7762849" y="4998598"/>
            <a:ext cx="0" cy="2323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Rectangle: Rounded Corners 290">
            <a:extLst>
              <a:ext uri="{FF2B5EF4-FFF2-40B4-BE49-F238E27FC236}">
                <a16:creationId xmlns:a16="http://schemas.microsoft.com/office/drawing/2014/main" id="{5148CA5E-1577-07F1-8625-E5CA88B445F4}"/>
              </a:ext>
            </a:extLst>
          </p:cNvPr>
          <p:cNvSpPr/>
          <p:nvPr/>
        </p:nvSpPr>
        <p:spPr>
          <a:xfrm>
            <a:off x="8368874" y="5889774"/>
            <a:ext cx="102310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 Processing</a:t>
            </a:r>
          </a:p>
        </p:txBody>
      </p: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B984EC98-5B5E-0BF0-23BD-B66AEEB41248}"/>
              </a:ext>
            </a:extLst>
          </p:cNvPr>
          <p:cNvCxnSpPr>
            <a:cxnSpLocks/>
          </p:cNvCxnSpPr>
          <p:nvPr/>
        </p:nvCxnSpPr>
        <p:spPr>
          <a:xfrm>
            <a:off x="7267230" y="4606863"/>
            <a:ext cx="0" cy="12829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D308AC84-2413-8B10-B372-09C8A29E4A74}"/>
              </a:ext>
            </a:extLst>
          </p:cNvPr>
          <p:cNvSpPr/>
          <p:nvPr/>
        </p:nvSpPr>
        <p:spPr>
          <a:xfrm>
            <a:off x="8990387" y="5217434"/>
            <a:ext cx="5565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Pass</a:t>
            </a: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E383F436-8261-3D34-45EA-D0DF5659F879}"/>
              </a:ext>
            </a:extLst>
          </p:cNvPr>
          <p:cNvSpPr/>
          <p:nvPr/>
        </p:nvSpPr>
        <p:spPr>
          <a:xfrm>
            <a:off x="8890953" y="1130299"/>
            <a:ext cx="377701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6505B-A2E1-7775-95D8-EAFC8FCB602D}"/>
              </a:ext>
            </a:extLst>
          </p:cNvPr>
          <p:cNvCxnSpPr>
            <a:cxnSpLocks/>
          </p:cNvCxnSpPr>
          <p:nvPr/>
        </p:nvCxnSpPr>
        <p:spPr>
          <a:xfrm>
            <a:off x="8676805" y="3634583"/>
            <a:ext cx="0" cy="22484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E5D6A45-5DEC-7F16-1A4D-F4E912CA272C}"/>
              </a:ext>
            </a:extLst>
          </p:cNvPr>
          <p:cNvCxnSpPr>
            <a:cxnSpLocks/>
          </p:cNvCxnSpPr>
          <p:nvPr/>
        </p:nvCxnSpPr>
        <p:spPr>
          <a:xfrm>
            <a:off x="5607772" y="3960045"/>
            <a:ext cx="0" cy="1908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D46541-F543-E095-4056-C23A83B4C800}"/>
              </a:ext>
            </a:extLst>
          </p:cNvPr>
          <p:cNvCxnSpPr>
            <a:cxnSpLocks/>
          </p:cNvCxnSpPr>
          <p:nvPr/>
        </p:nvCxnSpPr>
        <p:spPr>
          <a:xfrm>
            <a:off x="7151255" y="4996252"/>
            <a:ext cx="0" cy="8935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EAC3C53-E43A-A4F4-41D1-A50AF8587C4F}"/>
              </a:ext>
            </a:extLst>
          </p:cNvPr>
          <p:cNvSpPr/>
          <p:nvPr/>
        </p:nvSpPr>
        <p:spPr>
          <a:xfrm>
            <a:off x="3833837" y="5878139"/>
            <a:ext cx="88489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/>
              <a:t>Reflection</a:t>
            </a:r>
            <a:r>
              <a:rPr lang="pl-PL" sz="1400" dirty="0"/>
              <a:t> </a:t>
            </a:r>
            <a:r>
              <a:rPr lang="en-US" sz="1400" dirty="0"/>
              <a:t>Pass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950C50E-FB7B-446A-88D9-13A6A6197F24}"/>
              </a:ext>
            </a:extLst>
          </p:cNvPr>
          <p:cNvCxnSpPr>
            <a:cxnSpLocks/>
          </p:cNvCxnSpPr>
          <p:nvPr/>
        </p:nvCxnSpPr>
        <p:spPr>
          <a:xfrm>
            <a:off x="3974250" y="4600039"/>
            <a:ext cx="0" cy="1271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0894DCD-2682-A313-F046-DEE64E7E91F2}"/>
              </a:ext>
            </a:extLst>
          </p:cNvPr>
          <p:cNvSpPr/>
          <p:nvPr/>
        </p:nvSpPr>
        <p:spPr>
          <a:xfrm>
            <a:off x="453337" y="803924"/>
            <a:ext cx="10408196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Previous Frame</a:t>
            </a:r>
          </a:p>
        </p:txBody>
      </p: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7D167C7-5233-EECF-D63E-802D38D241E1}"/>
              </a:ext>
            </a:extLst>
          </p:cNvPr>
          <p:cNvCxnSpPr>
            <a:cxnSpLocks/>
            <a:stCxn id="297" idx="0"/>
            <a:endCxn id="245" idx="1"/>
          </p:cNvCxnSpPr>
          <p:nvPr/>
        </p:nvCxnSpPr>
        <p:spPr>
          <a:xfrm flipV="1">
            <a:off x="9268654" y="1256859"/>
            <a:ext cx="0" cy="39605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9D54712A-F239-F3AE-8C54-BE79175740FD}"/>
              </a:ext>
            </a:extLst>
          </p:cNvPr>
          <p:cNvCxnSpPr>
            <a:cxnSpLocks/>
            <a:stCxn id="246" idx="0"/>
            <a:endCxn id="251" idx="3"/>
          </p:cNvCxnSpPr>
          <p:nvPr/>
        </p:nvCxnSpPr>
        <p:spPr>
          <a:xfrm flipH="1" flipV="1">
            <a:off x="8029594" y="1256402"/>
            <a:ext cx="13417" cy="3969389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435B76C7-92E2-586A-AAB5-2C3D7CF848A9}"/>
              </a:ext>
            </a:extLst>
          </p:cNvPr>
          <p:cNvCxnSpPr>
            <a:cxnSpLocks/>
            <a:stCxn id="243" idx="0"/>
            <a:endCxn id="251" idx="1"/>
          </p:cNvCxnSpPr>
          <p:nvPr/>
        </p:nvCxnSpPr>
        <p:spPr>
          <a:xfrm flipH="1" flipV="1">
            <a:off x="7358392" y="1256402"/>
            <a:ext cx="4260" cy="464019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97008E6-2B93-26FC-0B4C-ACDDB41FE865}"/>
              </a:ext>
            </a:extLst>
          </p:cNvPr>
          <p:cNvCxnSpPr>
            <a:cxnSpLocks/>
            <a:stCxn id="238" idx="0"/>
            <a:endCxn id="237" idx="1"/>
          </p:cNvCxnSpPr>
          <p:nvPr/>
        </p:nvCxnSpPr>
        <p:spPr>
          <a:xfrm flipV="1">
            <a:off x="6426144" y="1250896"/>
            <a:ext cx="1" cy="396653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3A38B8A6-21C2-7321-0FE0-91735D9AF0B4}"/>
              </a:ext>
            </a:extLst>
          </p:cNvPr>
          <p:cNvCxnSpPr>
            <a:cxnSpLocks/>
          </p:cNvCxnSpPr>
          <p:nvPr/>
        </p:nvCxnSpPr>
        <p:spPr>
          <a:xfrm>
            <a:off x="6337270" y="2578179"/>
            <a:ext cx="0" cy="26407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CF46B8B8-AC59-ECE4-5F5F-3F710FE878CF}"/>
              </a:ext>
            </a:extLst>
          </p:cNvPr>
          <p:cNvCxnSpPr>
            <a:cxnSpLocks/>
          </p:cNvCxnSpPr>
          <p:nvPr/>
        </p:nvCxnSpPr>
        <p:spPr>
          <a:xfrm>
            <a:off x="8781430" y="1055924"/>
            <a:ext cx="0" cy="48271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087488B2-290B-0172-4564-4C3B24245CAD}"/>
              </a:ext>
            </a:extLst>
          </p:cNvPr>
          <p:cNvCxnSpPr>
            <a:cxnSpLocks/>
            <a:stCxn id="291" idx="0"/>
            <a:endCxn id="298" idx="1"/>
          </p:cNvCxnSpPr>
          <p:nvPr/>
        </p:nvCxnSpPr>
        <p:spPr>
          <a:xfrm flipV="1">
            <a:off x="8880426" y="1256299"/>
            <a:ext cx="10527" cy="46334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6C03DF-AA2E-CF82-B8EB-1389DFCF495C}"/>
              </a:ext>
            </a:extLst>
          </p:cNvPr>
          <p:cNvSpPr/>
          <p:nvPr/>
        </p:nvSpPr>
        <p:spPr>
          <a:xfrm>
            <a:off x="3067621" y="5178745"/>
            <a:ext cx="808192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GI </a:t>
            </a:r>
            <a:r>
              <a:rPr lang="en-US" sz="1400" dirty="0"/>
              <a:t>Pass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4DA7103-064A-1F77-D5AC-9218993267C2}"/>
              </a:ext>
            </a:extLst>
          </p:cNvPr>
          <p:cNvCxnSpPr>
            <a:cxnSpLocks/>
          </p:cNvCxnSpPr>
          <p:nvPr/>
        </p:nvCxnSpPr>
        <p:spPr>
          <a:xfrm>
            <a:off x="3380547" y="4285319"/>
            <a:ext cx="0" cy="895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A707FA-253C-B7CF-9CD6-271CD33F9F57}"/>
              </a:ext>
            </a:extLst>
          </p:cNvPr>
          <p:cNvCxnSpPr>
            <a:cxnSpLocks/>
          </p:cNvCxnSpPr>
          <p:nvPr/>
        </p:nvCxnSpPr>
        <p:spPr>
          <a:xfrm>
            <a:off x="4081869" y="4285319"/>
            <a:ext cx="0" cy="15882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25551650-929F-E3B8-341C-8434C92DFF36}"/>
              </a:ext>
            </a:extLst>
          </p:cNvPr>
          <p:cNvSpPr/>
          <p:nvPr/>
        </p:nvSpPr>
        <p:spPr>
          <a:xfrm>
            <a:off x="5160225" y="5881498"/>
            <a:ext cx="111625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Direct Illumination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607064B7-932C-6CB1-7FE6-B3A4910BB6DA}"/>
              </a:ext>
            </a:extLst>
          </p:cNvPr>
          <p:cNvCxnSpPr>
            <a:cxnSpLocks/>
          </p:cNvCxnSpPr>
          <p:nvPr/>
        </p:nvCxnSpPr>
        <p:spPr>
          <a:xfrm>
            <a:off x="5513411" y="4285319"/>
            <a:ext cx="0" cy="1579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A1D212DF-E605-A61B-5A31-304FFBC634AD}"/>
              </a:ext>
            </a:extLst>
          </p:cNvPr>
          <p:cNvCxnSpPr>
            <a:cxnSpLocks/>
          </p:cNvCxnSpPr>
          <p:nvPr/>
        </p:nvCxnSpPr>
        <p:spPr>
          <a:xfrm>
            <a:off x="5419050" y="4600039"/>
            <a:ext cx="0" cy="12665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002F5C-75B7-1674-E781-67769B383F4B}"/>
              </a:ext>
            </a:extLst>
          </p:cNvPr>
          <p:cNvCxnSpPr>
            <a:cxnSpLocks/>
          </p:cNvCxnSpPr>
          <p:nvPr/>
        </p:nvCxnSpPr>
        <p:spPr>
          <a:xfrm>
            <a:off x="5324689" y="4996252"/>
            <a:ext cx="0" cy="872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625FE60-5259-2803-E8FC-39E8762EC0A8}"/>
              </a:ext>
            </a:extLst>
          </p:cNvPr>
          <p:cNvCxnSpPr>
            <a:cxnSpLocks/>
          </p:cNvCxnSpPr>
          <p:nvPr/>
        </p:nvCxnSpPr>
        <p:spPr>
          <a:xfrm>
            <a:off x="6176792" y="3305495"/>
            <a:ext cx="0" cy="1909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1F308C-4353-F6CE-EF51-F9C132A2ACFE}"/>
              </a:ext>
            </a:extLst>
          </p:cNvPr>
          <p:cNvCxnSpPr>
            <a:cxnSpLocks/>
          </p:cNvCxnSpPr>
          <p:nvPr/>
        </p:nvCxnSpPr>
        <p:spPr>
          <a:xfrm>
            <a:off x="6093022" y="3960045"/>
            <a:ext cx="0" cy="12573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82AEBF-19B9-E2E9-324F-C98E14D481C5}"/>
              </a:ext>
            </a:extLst>
          </p:cNvPr>
          <p:cNvCxnSpPr>
            <a:cxnSpLocks/>
          </p:cNvCxnSpPr>
          <p:nvPr/>
        </p:nvCxnSpPr>
        <p:spPr>
          <a:xfrm>
            <a:off x="6009251" y="4285319"/>
            <a:ext cx="0" cy="9274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2511F26-E4C4-FA9C-B731-45C3F3420332}"/>
              </a:ext>
            </a:extLst>
          </p:cNvPr>
          <p:cNvCxnSpPr>
            <a:cxnSpLocks/>
          </p:cNvCxnSpPr>
          <p:nvPr/>
        </p:nvCxnSpPr>
        <p:spPr>
          <a:xfrm>
            <a:off x="5925481" y="4606863"/>
            <a:ext cx="0" cy="6058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9255C7-E8EF-E909-A51F-937059A822E9}"/>
              </a:ext>
            </a:extLst>
          </p:cNvPr>
          <p:cNvSpPr/>
          <p:nvPr/>
        </p:nvSpPr>
        <p:spPr>
          <a:xfrm>
            <a:off x="3470907" y="2253005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BC43F7-F297-4846-1563-8111185437B3}"/>
              </a:ext>
            </a:extLst>
          </p:cNvPr>
          <p:cNvSpPr/>
          <p:nvPr/>
        </p:nvSpPr>
        <p:spPr>
          <a:xfrm>
            <a:off x="3471718" y="1600827"/>
            <a:ext cx="80456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E456564-C7A6-4BC0-9180-E382E061CDE6}"/>
              </a:ext>
            </a:extLst>
          </p:cNvPr>
          <p:cNvSpPr/>
          <p:nvPr/>
        </p:nvSpPr>
        <p:spPr>
          <a:xfrm>
            <a:off x="4276287" y="1601598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FB4BADD8-425A-AD42-981B-5F5817C48D37}"/>
              </a:ext>
            </a:extLst>
          </p:cNvPr>
          <p:cNvSpPr/>
          <p:nvPr/>
        </p:nvSpPr>
        <p:spPr>
          <a:xfrm>
            <a:off x="4280608" y="2249766"/>
            <a:ext cx="143524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" name="Rectangle: Rounded Corners 16">
            <a:extLst>
              <a:ext uri="{FF2B5EF4-FFF2-40B4-BE49-F238E27FC236}">
                <a16:creationId xmlns:a16="http://schemas.microsoft.com/office/drawing/2014/main" id="{AF7377FE-8B40-BA00-56FF-911D65BD059E}"/>
              </a:ext>
            </a:extLst>
          </p:cNvPr>
          <p:cNvSpPr/>
          <p:nvPr/>
        </p:nvSpPr>
        <p:spPr>
          <a:xfrm>
            <a:off x="3470909" y="1930018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: Rounded Corners 29">
            <a:extLst>
              <a:ext uri="{FF2B5EF4-FFF2-40B4-BE49-F238E27FC236}">
                <a16:creationId xmlns:a16="http://schemas.microsoft.com/office/drawing/2014/main" id="{C49B0B23-C9E1-32A2-C677-8BFAEFD212A0}"/>
              </a:ext>
            </a:extLst>
          </p:cNvPr>
          <p:cNvSpPr/>
          <p:nvPr/>
        </p:nvSpPr>
        <p:spPr>
          <a:xfrm>
            <a:off x="4275478" y="1930789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6DCA65-5EC2-5569-427D-F45A9C049F1A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flipV="1">
            <a:off x="4276286" y="1727598"/>
            <a:ext cx="1" cy="4150541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7003B8D-0870-D099-A2F5-473CFF7DB572}"/>
              </a:ext>
            </a:extLst>
          </p:cNvPr>
          <p:cNvCxnSpPr>
            <a:cxnSpLocks/>
            <a:stCxn id="72" idx="0"/>
            <a:endCxn id="17" idx="1"/>
          </p:cNvCxnSpPr>
          <p:nvPr/>
        </p:nvCxnSpPr>
        <p:spPr>
          <a:xfrm flipV="1">
            <a:off x="3471717" y="1726827"/>
            <a:ext cx="1" cy="345191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63A2161-2D8B-113E-5401-16820E0CCF39}"/>
              </a:ext>
            </a:extLst>
          </p:cNvPr>
          <p:cNvCxnSpPr>
            <a:cxnSpLocks/>
            <a:stCxn id="308" idx="0"/>
            <a:endCxn id="30" idx="3"/>
          </p:cNvCxnSpPr>
          <p:nvPr/>
        </p:nvCxnSpPr>
        <p:spPr>
          <a:xfrm flipH="1" flipV="1">
            <a:off x="5715051" y="1727598"/>
            <a:ext cx="3302" cy="41539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BF4E14F-C80A-1F5A-70F8-5A26C1EE372E}"/>
              </a:ext>
            </a:extLst>
          </p:cNvPr>
          <p:cNvCxnSpPr>
            <a:cxnSpLocks/>
          </p:cNvCxnSpPr>
          <p:nvPr/>
        </p:nvCxnSpPr>
        <p:spPr>
          <a:xfrm>
            <a:off x="4181920" y="1055924"/>
            <a:ext cx="0" cy="48222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62CA84F4-A5D8-24AE-2604-F518698AEB07}"/>
              </a:ext>
            </a:extLst>
          </p:cNvPr>
          <p:cNvSpPr/>
          <p:nvPr/>
        </p:nvSpPr>
        <p:spPr>
          <a:xfrm>
            <a:off x="5721876" y="160213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6872983A-23B0-8753-B7EA-049C15A64652}"/>
              </a:ext>
            </a:extLst>
          </p:cNvPr>
          <p:cNvSpPr/>
          <p:nvPr/>
        </p:nvSpPr>
        <p:spPr>
          <a:xfrm>
            <a:off x="5723553" y="193001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3" name="Rectangle: Rounded Corners 29">
            <a:extLst>
              <a:ext uri="{FF2B5EF4-FFF2-40B4-BE49-F238E27FC236}">
                <a16:creationId xmlns:a16="http://schemas.microsoft.com/office/drawing/2014/main" id="{480C04B2-BBE1-568D-E8FB-E0B77C0D61B7}"/>
              </a:ext>
            </a:extLst>
          </p:cNvPr>
          <p:cNvSpPr/>
          <p:nvPr/>
        </p:nvSpPr>
        <p:spPr>
          <a:xfrm>
            <a:off x="5722674" y="2246661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cxnSp>
        <p:nvCxnSpPr>
          <p:cNvPr id="63" name="Straight Arrow Connector 267">
            <a:extLst>
              <a:ext uri="{FF2B5EF4-FFF2-40B4-BE49-F238E27FC236}">
                <a16:creationId xmlns:a16="http://schemas.microsoft.com/office/drawing/2014/main" id="{1C2A4C56-09E1-161F-DB17-0CB3A08DFC98}"/>
              </a:ext>
            </a:extLst>
          </p:cNvPr>
          <p:cNvCxnSpPr>
            <a:cxnSpLocks/>
          </p:cNvCxnSpPr>
          <p:nvPr/>
        </p:nvCxnSpPr>
        <p:spPr>
          <a:xfrm>
            <a:off x="3180034" y="4996252"/>
            <a:ext cx="0" cy="1876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4" name="Prostokąt: zaokrąglone rogi 263">
            <a:extLst>
              <a:ext uri="{FF2B5EF4-FFF2-40B4-BE49-F238E27FC236}">
                <a16:creationId xmlns:a16="http://schemas.microsoft.com/office/drawing/2014/main" id="{96D42437-11E0-5E41-75D8-143167653D6B}"/>
              </a:ext>
            </a:extLst>
          </p:cNvPr>
          <p:cNvSpPr/>
          <p:nvPr/>
        </p:nvSpPr>
        <p:spPr>
          <a:xfrm>
            <a:off x="3913523" y="195833"/>
            <a:ext cx="3199775" cy="35845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 Memory Buffers Lifetimes</a:t>
            </a:r>
          </a:p>
        </p:txBody>
      </p:sp>
    </p:spTree>
    <p:extLst>
      <p:ext uri="{BB962C8B-B14F-4D97-AF65-F5344CB8AC3E}">
        <p14:creationId xmlns:p14="http://schemas.microsoft.com/office/powerpoint/2010/main" val="2550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37701</TotalTime>
  <Words>1135</Words>
  <Application>Microsoft Office PowerPoint</Application>
  <PresentationFormat>Panoramiczny</PresentationFormat>
  <Paragraphs>189</Paragraphs>
  <Slides>10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Gudea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Paweł</dc:creator>
  <cp:lastModifiedBy>Paweł</cp:lastModifiedBy>
  <cp:revision>84</cp:revision>
  <dcterms:created xsi:type="dcterms:W3CDTF">2023-07-13T00:34:55Z</dcterms:created>
  <dcterms:modified xsi:type="dcterms:W3CDTF">2026-09-29T23:50:53Z</dcterms:modified>
</cp:coreProperties>
</file>
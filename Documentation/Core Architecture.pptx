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2" r:id="rId3"/>
    <p:sldId id="263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weł" initials="P" lastIdx="1" clrIdx="0">
    <p:extLst>
      <p:ext uri="{19B8F6BF-5375-455C-9EA6-DF929625EA0E}">
        <p15:presenceInfo xmlns:p15="http://schemas.microsoft.com/office/powerpoint/2012/main" userId="Paweł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Bez stylu, siatka tabeli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Styl jasny 3 — Ak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7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16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715B7D8-928C-426A-B475-4DF38CFE8C5B}" type="doc">
      <dgm:prSet loTypeId="urn:microsoft.com/office/officeart/2005/8/layout/default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34A286-2148-41EB-A0E1-8F3896B4EFB7}">
      <dgm:prSet phldrT="[Tekst]"/>
      <dgm:spPr/>
      <dgm:t>
        <a:bodyPr/>
        <a:lstStyle/>
        <a:p>
          <a:r>
            <a:rPr lang="en-US" dirty="0"/>
            <a:t>Logging</a:t>
          </a:r>
        </a:p>
      </dgm:t>
    </dgm:pt>
    <dgm:pt modelId="{5737096F-AA45-4F4B-8332-7563C1D6F338}" type="parTrans" cxnId="{8B8750E9-5221-4DBB-8282-4E5CC342422D}">
      <dgm:prSet/>
      <dgm:spPr/>
      <dgm:t>
        <a:bodyPr/>
        <a:lstStyle/>
        <a:p>
          <a:endParaRPr lang="en-US"/>
        </a:p>
      </dgm:t>
    </dgm:pt>
    <dgm:pt modelId="{1E3CBF49-FA9E-418A-9723-E8E38844DADE}" type="sibTrans" cxnId="{8B8750E9-5221-4DBB-8282-4E5CC342422D}">
      <dgm:prSet/>
      <dgm:spPr/>
      <dgm:t>
        <a:bodyPr/>
        <a:lstStyle/>
        <a:p>
          <a:endParaRPr lang="en-US"/>
        </a:p>
      </dgm:t>
    </dgm:pt>
    <dgm:pt modelId="{5DFC3C75-4307-46E1-BFD0-31E90368402C}">
      <dgm:prSet phldrT="[Tekst]"/>
      <dgm:spPr/>
      <dgm:t>
        <a:bodyPr/>
        <a:lstStyle/>
        <a:p>
          <a:r>
            <a:rPr lang="en-US" dirty="0"/>
            <a:t>Enum struct</a:t>
          </a:r>
        </a:p>
      </dgm:t>
    </dgm:pt>
    <dgm:pt modelId="{0606626A-AC1F-4107-A4A1-45C0BFC17632}" type="parTrans" cxnId="{B08FD507-95E0-4801-8D60-73012D531957}">
      <dgm:prSet/>
      <dgm:spPr/>
      <dgm:t>
        <a:bodyPr/>
        <a:lstStyle/>
        <a:p>
          <a:endParaRPr lang="en-US"/>
        </a:p>
      </dgm:t>
    </dgm:pt>
    <dgm:pt modelId="{0C88665F-551C-4EA2-89A4-08B6DEE58261}" type="sibTrans" cxnId="{B08FD507-95E0-4801-8D60-73012D531957}">
      <dgm:prSet/>
      <dgm:spPr/>
      <dgm:t>
        <a:bodyPr/>
        <a:lstStyle/>
        <a:p>
          <a:endParaRPr lang="en-US"/>
        </a:p>
      </dgm:t>
    </dgm:pt>
    <dgm:pt modelId="{143DBCD2-604E-49AD-AF47-EA4451C2766E}">
      <dgm:prSet phldrT="[Tekst]"/>
      <dgm:spPr/>
      <dgm:t>
        <a:bodyPr/>
        <a:lstStyle/>
        <a:p>
          <a:r>
            <a:rPr lang="en-US" dirty="0"/>
            <a:t>Math library</a:t>
          </a:r>
        </a:p>
      </dgm:t>
    </dgm:pt>
    <dgm:pt modelId="{23D3F63B-1969-4935-AC54-12EF477F1AE3}" type="parTrans" cxnId="{4FC008AC-6287-4547-A6C7-BA8062071D50}">
      <dgm:prSet/>
      <dgm:spPr/>
      <dgm:t>
        <a:bodyPr/>
        <a:lstStyle/>
        <a:p>
          <a:endParaRPr lang="en-US"/>
        </a:p>
      </dgm:t>
    </dgm:pt>
    <dgm:pt modelId="{7C1B8F38-F9F0-45E6-85F0-F12DD242F0FD}" type="sibTrans" cxnId="{4FC008AC-6287-4547-A6C7-BA8062071D50}">
      <dgm:prSet/>
      <dgm:spPr/>
      <dgm:t>
        <a:bodyPr/>
        <a:lstStyle/>
        <a:p>
          <a:endParaRPr lang="en-US"/>
        </a:p>
      </dgm:t>
    </dgm:pt>
    <dgm:pt modelId="{F076E82E-AB8B-4F8A-B496-E41F64E4AA9D}">
      <dgm:prSet phldrT="[Tekst]"/>
      <dgm:spPr/>
      <dgm:t>
        <a:bodyPr/>
        <a:lstStyle/>
        <a:p>
          <a:r>
            <a:rPr lang="en-US" dirty="0"/>
            <a:t>Allocators</a:t>
          </a:r>
        </a:p>
      </dgm:t>
    </dgm:pt>
    <dgm:pt modelId="{B36C9221-12AB-46F7-97CE-9BC50A1C1519}" type="parTrans" cxnId="{D2781FC4-96BF-4502-AC63-E3C5CB999BA0}">
      <dgm:prSet/>
      <dgm:spPr/>
      <dgm:t>
        <a:bodyPr/>
        <a:lstStyle/>
        <a:p>
          <a:endParaRPr lang="en-US"/>
        </a:p>
      </dgm:t>
    </dgm:pt>
    <dgm:pt modelId="{6F1A7ACA-2531-4DB7-BFA4-E4B124279AB2}" type="sibTrans" cxnId="{D2781FC4-96BF-4502-AC63-E3C5CB999BA0}">
      <dgm:prSet/>
      <dgm:spPr/>
      <dgm:t>
        <a:bodyPr/>
        <a:lstStyle/>
        <a:p>
          <a:endParaRPr lang="en-US"/>
        </a:p>
      </dgm:t>
    </dgm:pt>
    <dgm:pt modelId="{1B3247D7-F395-4526-94DE-4658E5C35501}">
      <dgm:prSet phldrT="[Tekst]"/>
      <dgm:spPr/>
      <dgm:t>
        <a:bodyPr/>
        <a:lstStyle/>
        <a:p>
          <a:r>
            <a:rPr lang="en-US" dirty="0"/>
            <a:t>Assertions</a:t>
          </a:r>
        </a:p>
      </dgm:t>
    </dgm:pt>
    <dgm:pt modelId="{FBB8039D-D0A1-4603-81DF-7116F16D4318}" type="parTrans" cxnId="{70E8ACA8-5B55-427C-916E-B7D06548510F}">
      <dgm:prSet/>
      <dgm:spPr/>
      <dgm:t>
        <a:bodyPr/>
        <a:lstStyle/>
        <a:p>
          <a:endParaRPr lang="en-US"/>
        </a:p>
      </dgm:t>
    </dgm:pt>
    <dgm:pt modelId="{9B6237EB-F37F-45B0-963E-2369D74FF878}" type="sibTrans" cxnId="{70E8ACA8-5B55-427C-916E-B7D06548510F}">
      <dgm:prSet/>
      <dgm:spPr/>
      <dgm:t>
        <a:bodyPr/>
        <a:lstStyle/>
        <a:p>
          <a:endParaRPr lang="en-US"/>
        </a:p>
      </dgm:t>
    </dgm:pt>
    <dgm:pt modelId="{3E033CD6-1D60-4A57-87DC-C4D5C83BA54C}">
      <dgm:prSet phldrT="[Tekst]"/>
      <dgm:spPr/>
      <dgm:t>
        <a:bodyPr/>
        <a:lstStyle/>
        <a:p>
          <a:r>
            <a:rPr lang="en-US" dirty="0"/>
            <a:t>Utilities</a:t>
          </a:r>
        </a:p>
      </dgm:t>
    </dgm:pt>
    <dgm:pt modelId="{DB7F1F37-D4EB-4FE6-B7FF-312D9E0D9B5C}" type="parTrans" cxnId="{04564A1C-1E54-41CF-BAF1-352EC2FB44BD}">
      <dgm:prSet/>
      <dgm:spPr/>
      <dgm:t>
        <a:bodyPr/>
        <a:lstStyle/>
        <a:p>
          <a:endParaRPr lang="en-US"/>
        </a:p>
      </dgm:t>
    </dgm:pt>
    <dgm:pt modelId="{26088B7A-FE53-4397-87C3-2DF47BE5238A}" type="sibTrans" cxnId="{04564A1C-1E54-41CF-BAF1-352EC2FB44BD}">
      <dgm:prSet/>
      <dgm:spPr/>
      <dgm:t>
        <a:bodyPr/>
        <a:lstStyle/>
        <a:p>
          <a:endParaRPr lang="en-US"/>
        </a:p>
      </dgm:t>
    </dgm:pt>
    <dgm:pt modelId="{3C097E88-D424-4A2A-9DF9-1EB9D3DB1A00}">
      <dgm:prSet phldrT="[Tekst]"/>
      <dgm:spPr/>
      <dgm:t>
        <a:bodyPr/>
        <a:lstStyle/>
        <a:p>
          <a:r>
            <a:rPr lang="en-US" dirty="0"/>
            <a:t>Profiling</a:t>
          </a:r>
        </a:p>
      </dgm:t>
    </dgm:pt>
    <dgm:pt modelId="{7A855ACE-F751-410E-81DE-36EF8FCE8A04}" type="parTrans" cxnId="{13D180A4-30A3-477C-A2CC-D945477E42B2}">
      <dgm:prSet/>
      <dgm:spPr/>
      <dgm:t>
        <a:bodyPr/>
        <a:lstStyle/>
        <a:p>
          <a:endParaRPr lang="en-US"/>
        </a:p>
      </dgm:t>
    </dgm:pt>
    <dgm:pt modelId="{ACB7B37F-C199-4B21-866A-43663209FB5E}" type="sibTrans" cxnId="{13D180A4-30A3-477C-A2CC-D945477E42B2}">
      <dgm:prSet/>
      <dgm:spPr/>
      <dgm:t>
        <a:bodyPr/>
        <a:lstStyle/>
        <a:p>
          <a:endParaRPr lang="en-US"/>
        </a:p>
      </dgm:t>
    </dgm:pt>
    <dgm:pt modelId="{1BB58C00-0717-4757-B97A-822FCB7CF1E4}">
      <dgm:prSet phldrT="[Tekst]"/>
      <dgm:spPr/>
      <dgm:t>
        <a:bodyPr/>
        <a:lstStyle/>
        <a:p>
          <a:r>
            <a:rPr lang="en-US" dirty="0"/>
            <a:t>Splice &amp; Array</a:t>
          </a:r>
        </a:p>
      </dgm:t>
    </dgm:pt>
    <dgm:pt modelId="{A7529454-20CE-4323-B50D-70587E64BF8D}" type="parTrans" cxnId="{96BE818B-6C55-4AD1-BA5F-6EDB48B13CB3}">
      <dgm:prSet/>
      <dgm:spPr/>
      <dgm:t>
        <a:bodyPr/>
        <a:lstStyle/>
        <a:p>
          <a:endParaRPr lang="en-US"/>
        </a:p>
      </dgm:t>
    </dgm:pt>
    <dgm:pt modelId="{571A5B9B-A753-4F39-9718-20F8F03F813A}" type="sibTrans" cxnId="{96BE818B-6C55-4AD1-BA5F-6EDB48B13CB3}">
      <dgm:prSet/>
      <dgm:spPr/>
      <dgm:t>
        <a:bodyPr/>
        <a:lstStyle/>
        <a:p>
          <a:endParaRPr lang="en-US"/>
        </a:p>
      </dgm:t>
    </dgm:pt>
    <dgm:pt modelId="{201C1BB5-B33D-4420-BB6E-88E5220FA8B7}">
      <dgm:prSet phldrT="[Tekst]"/>
      <dgm:spPr/>
      <dgm:t>
        <a:bodyPr/>
        <a:lstStyle/>
        <a:p>
          <a:r>
            <a:rPr lang="en-US" dirty="0" err="1"/>
            <a:t>SpliceArena</a:t>
          </a:r>
          <a:r>
            <a:rPr lang="en-US" dirty="0"/>
            <a:t> &amp; </a:t>
          </a:r>
          <a:r>
            <a:rPr lang="en-US" dirty="0" err="1"/>
            <a:t>ArrayArena</a:t>
          </a:r>
          <a:endParaRPr lang="en-US" dirty="0"/>
        </a:p>
      </dgm:t>
    </dgm:pt>
    <dgm:pt modelId="{936C081A-ED40-4588-AD12-0A621D1FEAB6}" type="parTrans" cxnId="{95673242-483B-45D0-81FF-CF49089D32A9}">
      <dgm:prSet/>
      <dgm:spPr/>
      <dgm:t>
        <a:bodyPr/>
        <a:lstStyle/>
        <a:p>
          <a:endParaRPr lang="en-US"/>
        </a:p>
      </dgm:t>
    </dgm:pt>
    <dgm:pt modelId="{F38C5216-89B5-42FF-9F69-89634D8F61C9}" type="sibTrans" cxnId="{95673242-483B-45D0-81FF-CF49089D32A9}">
      <dgm:prSet/>
      <dgm:spPr/>
      <dgm:t>
        <a:bodyPr/>
        <a:lstStyle/>
        <a:p>
          <a:endParaRPr lang="en-US"/>
        </a:p>
      </dgm:t>
    </dgm:pt>
    <dgm:pt modelId="{979B3400-130B-493D-BC38-04D698DFEA6B}">
      <dgm:prSet phldrT="[Tekst]"/>
      <dgm:spPr/>
      <dgm:t>
        <a:bodyPr/>
        <a:lstStyle/>
        <a:p>
          <a:r>
            <a:rPr lang="en-US" dirty="0" err="1"/>
            <a:t>DynArr</a:t>
          </a:r>
          <a:r>
            <a:rPr lang="en-US" dirty="0"/>
            <a:t>, </a:t>
          </a:r>
          <a:r>
            <a:rPr lang="en-US" dirty="0" err="1"/>
            <a:t>DynArrAllocPM</a:t>
          </a:r>
          <a:r>
            <a:rPr lang="en-US" dirty="0"/>
            <a:t> &amp; </a:t>
          </a:r>
          <a:r>
            <a:rPr lang="en-US" dirty="0" err="1"/>
            <a:t>DynArrAlloc</a:t>
          </a:r>
          <a:endParaRPr lang="en-US" dirty="0"/>
        </a:p>
      </dgm:t>
    </dgm:pt>
    <dgm:pt modelId="{2086B25A-4E07-441F-99DA-E83F41927D72}" type="parTrans" cxnId="{932C32FD-9FBA-4DAC-A8E8-F0CF6970E999}">
      <dgm:prSet/>
      <dgm:spPr/>
      <dgm:t>
        <a:bodyPr/>
        <a:lstStyle/>
        <a:p>
          <a:endParaRPr lang="en-US"/>
        </a:p>
      </dgm:t>
    </dgm:pt>
    <dgm:pt modelId="{5FCCD772-2FC0-42E6-97C6-78FFBF2FACDE}" type="sibTrans" cxnId="{932C32FD-9FBA-4DAC-A8E8-F0CF6970E999}">
      <dgm:prSet/>
      <dgm:spPr/>
      <dgm:t>
        <a:bodyPr/>
        <a:lstStyle/>
        <a:p>
          <a:endParaRPr lang="en-US"/>
        </a:p>
      </dgm:t>
    </dgm:pt>
    <dgm:pt modelId="{6A67CA82-7CB7-4DB5-BC7F-A3723519ED87}" type="pres">
      <dgm:prSet presAssocID="{9715B7D8-928C-426A-B475-4DF38CFE8C5B}" presName="diagram" presStyleCnt="0">
        <dgm:presLayoutVars>
          <dgm:dir/>
          <dgm:resizeHandles val="exact"/>
        </dgm:presLayoutVars>
      </dgm:prSet>
      <dgm:spPr/>
    </dgm:pt>
    <dgm:pt modelId="{6B52F8D2-8F53-4630-AA25-FB723B70E835}" type="pres">
      <dgm:prSet presAssocID="{5734A286-2148-41EB-A0E1-8F3896B4EFB7}" presName="node" presStyleLbl="node1" presStyleIdx="0" presStyleCnt="10">
        <dgm:presLayoutVars>
          <dgm:bulletEnabled val="1"/>
        </dgm:presLayoutVars>
      </dgm:prSet>
      <dgm:spPr/>
    </dgm:pt>
    <dgm:pt modelId="{27AA8046-25DC-45D5-8630-FFB1AD66984D}" type="pres">
      <dgm:prSet presAssocID="{1E3CBF49-FA9E-418A-9723-E8E38844DADE}" presName="sibTrans" presStyleCnt="0"/>
      <dgm:spPr/>
    </dgm:pt>
    <dgm:pt modelId="{E45BD07B-E675-401A-BC69-D39BB7778087}" type="pres">
      <dgm:prSet presAssocID="{3E033CD6-1D60-4A57-87DC-C4D5C83BA54C}" presName="node" presStyleLbl="node1" presStyleIdx="1" presStyleCnt="10">
        <dgm:presLayoutVars>
          <dgm:bulletEnabled val="1"/>
        </dgm:presLayoutVars>
      </dgm:prSet>
      <dgm:spPr/>
    </dgm:pt>
    <dgm:pt modelId="{5FEE924F-6A82-4F42-9FC4-783D9CFC15C2}" type="pres">
      <dgm:prSet presAssocID="{26088B7A-FE53-4397-87C3-2DF47BE5238A}" presName="sibTrans" presStyleCnt="0"/>
      <dgm:spPr/>
    </dgm:pt>
    <dgm:pt modelId="{2B393AAD-0675-48D8-BAB3-9C08A9F6BD4D}" type="pres">
      <dgm:prSet presAssocID="{5DFC3C75-4307-46E1-BFD0-31E90368402C}" presName="node" presStyleLbl="node1" presStyleIdx="2" presStyleCnt="10">
        <dgm:presLayoutVars>
          <dgm:bulletEnabled val="1"/>
        </dgm:presLayoutVars>
      </dgm:prSet>
      <dgm:spPr/>
    </dgm:pt>
    <dgm:pt modelId="{B20BF595-C951-4B51-96A5-AA0FDBEFE253}" type="pres">
      <dgm:prSet presAssocID="{0C88665F-551C-4EA2-89A4-08B6DEE58261}" presName="sibTrans" presStyleCnt="0"/>
      <dgm:spPr/>
    </dgm:pt>
    <dgm:pt modelId="{8889BB9F-CF2F-4254-87DD-5D1E5EB686AA}" type="pres">
      <dgm:prSet presAssocID="{143DBCD2-604E-49AD-AF47-EA4451C2766E}" presName="node" presStyleLbl="node1" presStyleIdx="3" presStyleCnt="10">
        <dgm:presLayoutVars>
          <dgm:bulletEnabled val="1"/>
        </dgm:presLayoutVars>
      </dgm:prSet>
      <dgm:spPr/>
    </dgm:pt>
    <dgm:pt modelId="{097AC19C-16FE-40DC-8DB5-B203657235F2}" type="pres">
      <dgm:prSet presAssocID="{7C1B8F38-F9F0-45E6-85F0-F12DD242F0FD}" presName="sibTrans" presStyleCnt="0"/>
      <dgm:spPr/>
    </dgm:pt>
    <dgm:pt modelId="{A97B010E-89D0-431F-BDBA-7E3168873D2A}" type="pres">
      <dgm:prSet presAssocID="{F076E82E-AB8B-4F8A-B496-E41F64E4AA9D}" presName="node" presStyleLbl="node1" presStyleIdx="4" presStyleCnt="10">
        <dgm:presLayoutVars>
          <dgm:bulletEnabled val="1"/>
        </dgm:presLayoutVars>
      </dgm:prSet>
      <dgm:spPr/>
    </dgm:pt>
    <dgm:pt modelId="{4D572EF5-AFED-4FF6-88ED-60691FA4EDE6}" type="pres">
      <dgm:prSet presAssocID="{6F1A7ACA-2531-4DB7-BFA4-E4B124279AB2}" presName="sibTrans" presStyleCnt="0"/>
      <dgm:spPr/>
    </dgm:pt>
    <dgm:pt modelId="{7641B0FE-5465-49ED-BA37-8824287DA745}" type="pres">
      <dgm:prSet presAssocID="{1B3247D7-F395-4526-94DE-4658E5C35501}" presName="node" presStyleLbl="node1" presStyleIdx="5" presStyleCnt="10">
        <dgm:presLayoutVars>
          <dgm:bulletEnabled val="1"/>
        </dgm:presLayoutVars>
      </dgm:prSet>
      <dgm:spPr/>
    </dgm:pt>
    <dgm:pt modelId="{C93D718F-C562-41BA-AD41-6D2C9BD60DD5}" type="pres">
      <dgm:prSet presAssocID="{9B6237EB-F37F-45B0-963E-2369D74FF878}" presName="sibTrans" presStyleCnt="0"/>
      <dgm:spPr/>
    </dgm:pt>
    <dgm:pt modelId="{8DCF91ED-0B2B-4E36-B905-53C3765FC7A0}" type="pres">
      <dgm:prSet presAssocID="{3C097E88-D424-4A2A-9DF9-1EB9D3DB1A00}" presName="node" presStyleLbl="node1" presStyleIdx="6" presStyleCnt="10">
        <dgm:presLayoutVars>
          <dgm:bulletEnabled val="1"/>
        </dgm:presLayoutVars>
      </dgm:prSet>
      <dgm:spPr/>
    </dgm:pt>
    <dgm:pt modelId="{23A42582-C346-44A7-B848-2C26616EE192}" type="pres">
      <dgm:prSet presAssocID="{ACB7B37F-C199-4B21-866A-43663209FB5E}" presName="sibTrans" presStyleCnt="0"/>
      <dgm:spPr/>
    </dgm:pt>
    <dgm:pt modelId="{9902F2A7-BDBF-4AC6-B5DF-4186CACAB1DB}" type="pres">
      <dgm:prSet presAssocID="{1BB58C00-0717-4757-B97A-822FCB7CF1E4}" presName="node" presStyleLbl="node1" presStyleIdx="7" presStyleCnt="10">
        <dgm:presLayoutVars>
          <dgm:bulletEnabled val="1"/>
        </dgm:presLayoutVars>
      </dgm:prSet>
      <dgm:spPr/>
    </dgm:pt>
    <dgm:pt modelId="{A768CF93-1356-48FD-BD2D-A1A2FB41B877}" type="pres">
      <dgm:prSet presAssocID="{571A5B9B-A753-4F39-9718-20F8F03F813A}" presName="sibTrans" presStyleCnt="0"/>
      <dgm:spPr/>
    </dgm:pt>
    <dgm:pt modelId="{9A876780-72B7-4005-8E9C-A62DF4AAE3EB}" type="pres">
      <dgm:prSet presAssocID="{201C1BB5-B33D-4420-BB6E-88E5220FA8B7}" presName="node" presStyleLbl="node1" presStyleIdx="8" presStyleCnt="10">
        <dgm:presLayoutVars>
          <dgm:bulletEnabled val="1"/>
        </dgm:presLayoutVars>
      </dgm:prSet>
      <dgm:spPr/>
    </dgm:pt>
    <dgm:pt modelId="{1B2DF3C1-4E17-4D9A-8262-6C40C08BF4DF}" type="pres">
      <dgm:prSet presAssocID="{F38C5216-89B5-42FF-9F69-89634D8F61C9}" presName="sibTrans" presStyleCnt="0"/>
      <dgm:spPr/>
    </dgm:pt>
    <dgm:pt modelId="{50E97F52-9028-4251-9FB9-64AB05CA14EB}" type="pres">
      <dgm:prSet presAssocID="{979B3400-130B-493D-BC38-04D698DFEA6B}" presName="node" presStyleLbl="node1" presStyleIdx="9" presStyleCnt="10">
        <dgm:presLayoutVars>
          <dgm:bulletEnabled val="1"/>
        </dgm:presLayoutVars>
      </dgm:prSet>
      <dgm:spPr/>
    </dgm:pt>
  </dgm:ptLst>
  <dgm:cxnLst>
    <dgm:cxn modelId="{B08FD507-95E0-4801-8D60-73012D531957}" srcId="{9715B7D8-928C-426A-B475-4DF38CFE8C5B}" destId="{5DFC3C75-4307-46E1-BFD0-31E90368402C}" srcOrd="2" destOrd="0" parTransId="{0606626A-AC1F-4107-A4A1-45C0BFC17632}" sibTransId="{0C88665F-551C-4EA2-89A4-08B6DEE58261}"/>
    <dgm:cxn modelId="{2BDE5F0D-1696-4DB8-BA1F-F19FB9266B34}" type="presOf" srcId="{9715B7D8-928C-426A-B475-4DF38CFE8C5B}" destId="{6A67CA82-7CB7-4DB5-BC7F-A3723519ED87}" srcOrd="0" destOrd="0" presId="urn:microsoft.com/office/officeart/2005/8/layout/default"/>
    <dgm:cxn modelId="{B345021B-1A57-402B-8004-8FD74C2EFDC7}" type="presOf" srcId="{5734A286-2148-41EB-A0E1-8F3896B4EFB7}" destId="{6B52F8D2-8F53-4630-AA25-FB723B70E835}" srcOrd="0" destOrd="0" presId="urn:microsoft.com/office/officeart/2005/8/layout/default"/>
    <dgm:cxn modelId="{04564A1C-1E54-41CF-BAF1-352EC2FB44BD}" srcId="{9715B7D8-928C-426A-B475-4DF38CFE8C5B}" destId="{3E033CD6-1D60-4A57-87DC-C4D5C83BA54C}" srcOrd="1" destOrd="0" parTransId="{DB7F1F37-D4EB-4FE6-B7FF-312D9E0D9B5C}" sibTransId="{26088B7A-FE53-4397-87C3-2DF47BE5238A}"/>
    <dgm:cxn modelId="{95673242-483B-45D0-81FF-CF49089D32A9}" srcId="{9715B7D8-928C-426A-B475-4DF38CFE8C5B}" destId="{201C1BB5-B33D-4420-BB6E-88E5220FA8B7}" srcOrd="8" destOrd="0" parTransId="{936C081A-ED40-4588-AD12-0A621D1FEAB6}" sibTransId="{F38C5216-89B5-42FF-9F69-89634D8F61C9}"/>
    <dgm:cxn modelId="{0EC9704C-5AC2-43E5-9649-CF51EA8195BC}" type="presOf" srcId="{F076E82E-AB8B-4F8A-B496-E41F64E4AA9D}" destId="{A97B010E-89D0-431F-BDBA-7E3168873D2A}" srcOrd="0" destOrd="0" presId="urn:microsoft.com/office/officeart/2005/8/layout/default"/>
    <dgm:cxn modelId="{9C704F6F-CAF7-4A90-8422-B303F053773C}" type="presOf" srcId="{5DFC3C75-4307-46E1-BFD0-31E90368402C}" destId="{2B393AAD-0675-48D8-BAB3-9C08A9F6BD4D}" srcOrd="0" destOrd="0" presId="urn:microsoft.com/office/officeart/2005/8/layout/default"/>
    <dgm:cxn modelId="{96BE818B-6C55-4AD1-BA5F-6EDB48B13CB3}" srcId="{9715B7D8-928C-426A-B475-4DF38CFE8C5B}" destId="{1BB58C00-0717-4757-B97A-822FCB7CF1E4}" srcOrd="7" destOrd="0" parTransId="{A7529454-20CE-4323-B50D-70587E64BF8D}" sibTransId="{571A5B9B-A753-4F39-9718-20F8F03F813A}"/>
    <dgm:cxn modelId="{6E882093-C226-4871-B46C-1B2960D00988}" type="presOf" srcId="{3E033CD6-1D60-4A57-87DC-C4D5C83BA54C}" destId="{E45BD07B-E675-401A-BC69-D39BB7778087}" srcOrd="0" destOrd="0" presId="urn:microsoft.com/office/officeart/2005/8/layout/default"/>
    <dgm:cxn modelId="{13D180A4-30A3-477C-A2CC-D945477E42B2}" srcId="{9715B7D8-928C-426A-B475-4DF38CFE8C5B}" destId="{3C097E88-D424-4A2A-9DF9-1EB9D3DB1A00}" srcOrd="6" destOrd="0" parTransId="{7A855ACE-F751-410E-81DE-36EF8FCE8A04}" sibTransId="{ACB7B37F-C199-4B21-866A-43663209FB5E}"/>
    <dgm:cxn modelId="{70E8ACA8-5B55-427C-916E-B7D06548510F}" srcId="{9715B7D8-928C-426A-B475-4DF38CFE8C5B}" destId="{1B3247D7-F395-4526-94DE-4658E5C35501}" srcOrd="5" destOrd="0" parTransId="{FBB8039D-D0A1-4603-81DF-7116F16D4318}" sibTransId="{9B6237EB-F37F-45B0-963E-2369D74FF878}"/>
    <dgm:cxn modelId="{4FC008AC-6287-4547-A6C7-BA8062071D50}" srcId="{9715B7D8-928C-426A-B475-4DF38CFE8C5B}" destId="{143DBCD2-604E-49AD-AF47-EA4451C2766E}" srcOrd="3" destOrd="0" parTransId="{23D3F63B-1969-4935-AC54-12EF477F1AE3}" sibTransId="{7C1B8F38-F9F0-45E6-85F0-F12DD242F0FD}"/>
    <dgm:cxn modelId="{AEB500B7-8D06-49B3-B13B-D869A01494D7}" type="presOf" srcId="{3C097E88-D424-4A2A-9DF9-1EB9D3DB1A00}" destId="{8DCF91ED-0B2B-4E36-B905-53C3765FC7A0}" srcOrd="0" destOrd="0" presId="urn:microsoft.com/office/officeart/2005/8/layout/default"/>
    <dgm:cxn modelId="{D750CDB7-29CE-4489-987A-2BF7D2ECCA6F}" type="presOf" srcId="{1B3247D7-F395-4526-94DE-4658E5C35501}" destId="{7641B0FE-5465-49ED-BA37-8824287DA745}" srcOrd="0" destOrd="0" presId="urn:microsoft.com/office/officeart/2005/8/layout/default"/>
    <dgm:cxn modelId="{D2781FC4-96BF-4502-AC63-E3C5CB999BA0}" srcId="{9715B7D8-928C-426A-B475-4DF38CFE8C5B}" destId="{F076E82E-AB8B-4F8A-B496-E41F64E4AA9D}" srcOrd="4" destOrd="0" parTransId="{B36C9221-12AB-46F7-97CE-9BC50A1C1519}" sibTransId="{6F1A7ACA-2531-4DB7-BFA4-E4B124279AB2}"/>
    <dgm:cxn modelId="{D9C44ECB-07CF-4915-AAC7-9105586428FF}" type="presOf" srcId="{979B3400-130B-493D-BC38-04D698DFEA6B}" destId="{50E97F52-9028-4251-9FB9-64AB05CA14EB}" srcOrd="0" destOrd="0" presId="urn:microsoft.com/office/officeart/2005/8/layout/default"/>
    <dgm:cxn modelId="{FB8A12D0-6F45-4853-8A7B-ADC70EC7F4E4}" type="presOf" srcId="{1BB58C00-0717-4757-B97A-822FCB7CF1E4}" destId="{9902F2A7-BDBF-4AC6-B5DF-4186CACAB1DB}" srcOrd="0" destOrd="0" presId="urn:microsoft.com/office/officeart/2005/8/layout/default"/>
    <dgm:cxn modelId="{ABC97DD4-5ECB-43ED-99A4-5ED49694E7F1}" type="presOf" srcId="{143DBCD2-604E-49AD-AF47-EA4451C2766E}" destId="{8889BB9F-CF2F-4254-87DD-5D1E5EB686AA}" srcOrd="0" destOrd="0" presId="urn:microsoft.com/office/officeart/2005/8/layout/default"/>
    <dgm:cxn modelId="{AD9905E1-09BB-4F83-8D8E-CA06F0D003A2}" type="presOf" srcId="{201C1BB5-B33D-4420-BB6E-88E5220FA8B7}" destId="{9A876780-72B7-4005-8E9C-A62DF4AAE3EB}" srcOrd="0" destOrd="0" presId="urn:microsoft.com/office/officeart/2005/8/layout/default"/>
    <dgm:cxn modelId="{8B8750E9-5221-4DBB-8282-4E5CC342422D}" srcId="{9715B7D8-928C-426A-B475-4DF38CFE8C5B}" destId="{5734A286-2148-41EB-A0E1-8F3896B4EFB7}" srcOrd="0" destOrd="0" parTransId="{5737096F-AA45-4F4B-8332-7563C1D6F338}" sibTransId="{1E3CBF49-FA9E-418A-9723-E8E38844DADE}"/>
    <dgm:cxn modelId="{932C32FD-9FBA-4DAC-A8E8-F0CF6970E999}" srcId="{9715B7D8-928C-426A-B475-4DF38CFE8C5B}" destId="{979B3400-130B-493D-BC38-04D698DFEA6B}" srcOrd="9" destOrd="0" parTransId="{2086B25A-4E07-441F-99DA-E83F41927D72}" sibTransId="{5FCCD772-2FC0-42E6-97C6-78FFBF2FACDE}"/>
    <dgm:cxn modelId="{A0485243-0AB9-44E1-B928-97B25D8FF516}" type="presParOf" srcId="{6A67CA82-7CB7-4DB5-BC7F-A3723519ED87}" destId="{6B52F8D2-8F53-4630-AA25-FB723B70E835}" srcOrd="0" destOrd="0" presId="urn:microsoft.com/office/officeart/2005/8/layout/default"/>
    <dgm:cxn modelId="{FE9E4179-4D25-402B-B277-13195D283C85}" type="presParOf" srcId="{6A67CA82-7CB7-4DB5-BC7F-A3723519ED87}" destId="{27AA8046-25DC-45D5-8630-FFB1AD66984D}" srcOrd="1" destOrd="0" presId="urn:microsoft.com/office/officeart/2005/8/layout/default"/>
    <dgm:cxn modelId="{99E1BECF-F9C8-490E-BB44-6A432D9FB9C5}" type="presParOf" srcId="{6A67CA82-7CB7-4DB5-BC7F-A3723519ED87}" destId="{E45BD07B-E675-401A-BC69-D39BB7778087}" srcOrd="2" destOrd="0" presId="urn:microsoft.com/office/officeart/2005/8/layout/default"/>
    <dgm:cxn modelId="{58B4D253-878B-4F09-B2AD-595C28B0572D}" type="presParOf" srcId="{6A67CA82-7CB7-4DB5-BC7F-A3723519ED87}" destId="{5FEE924F-6A82-4F42-9FC4-783D9CFC15C2}" srcOrd="3" destOrd="0" presId="urn:microsoft.com/office/officeart/2005/8/layout/default"/>
    <dgm:cxn modelId="{311E9820-F400-4EF7-9ECC-CC5EE9CDD3A9}" type="presParOf" srcId="{6A67CA82-7CB7-4DB5-BC7F-A3723519ED87}" destId="{2B393AAD-0675-48D8-BAB3-9C08A9F6BD4D}" srcOrd="4" destOrd="0" presId="urn:microsoft.com/office/officeart/2005/8/layout/default"/>
    <dgm:cxn modelId="{D8FF2680-0B14-4EA0-B28A-DC16D18DAEBB}" type="presParOf" srcId="{6A67CA82-7CB7-4DB5-BC7F-A3723519ED87}" destId="{B20BF595-C951-4B51-96A5-AA0FDBEFE253}" srcOrd="5" destOrd="0" presId="urn:microsoft.com/office/officeart/2005/8/layout/default"/>
    <dgm:cxn modelId="{F713C0EE-F249-4D43-B52B-37F99BF5EC7B}" type="presParOf" srcId="{6A67CA82-7CB7-4DB5-BC7F-A3723519ED87}" destId="{8889BB9F-CF2F-4254-87DD-5D1E5EB686AA}" srcOrd="6" destOrd="0" presId="urn:microsoft.com/office/officeart/2005/8/layout/default"/>
    <dgm:cxn modelId="{CCEB8BBC-94C8-4025-8CFA-3266AB55ADE1}" type="presParOf" srcId="{6A67CA82-7CB7-4DB5-BC7F-A3723519ED87}" destId="{097AC19C-16FE-40DC-8DB5-B203657235F2}" srcOrd="7" destOrd="0" presId="urn:microsoft.com/office/officeart/2005/8/layout/default"/>
    <dgm:cxn modelId="{8730EBD3-A89E-450D-95DA-B0676DFF860A}" type="presParOf" srcId="{6A67CA82-7CB7-4DB5-BC7F-A3723519ED87}" destId="{A97B010E-89D0-431F-BDBA-7E3168873D2A}" srcOrd="8" destOrd="0" presId="urn:microsoft.com/office/officeart/2005/8/layout/default"/>
    <dgm:cxn modelId="{220AB23E-5195-4462-B3FF-DD961DDEADFF}" type="presParOf" srcId="{6A67CA82-7CB7-4DB5-BC7F-A3723519ED87}" destId="{4D572EF5-AFED-4FF6-88ED-60691FA4EDE6}" srcOrd="9" destOrd="0" presId="urn:microsoft.com/office/officeart/2005/8/layout/default"/>
    <dgm:cxn modelId="{430F22EA-2549-4DD8-BFA5-7A23D25357BD}" type="presParOf" srcId="{6A67CA82-7CB7-4DB5-BC7F-A3723519ED87}" destId="{7641B0FE-5465-49ED-BA37-8824287DA745}" srcOrd="10" destOrd="0" presId="urn:microsoft.com/office/officeart/2005/8/layout/default"/>
    <dgm:cxn modelId="{3778970A-4395-4D4A-A09B-ADDDB7DD09C0}" type="presParOf" srcId="{6A67CA82-7CB7-4DB5-BC7F-A3723519ED87}" destId="{C93D718F-C562-41BA-AD41-6D2C9BD60DD5}" srcOrd="11" destOrd="0" presId="urn:microsoft.com/office/officeart/2005/8/layout/default"/>
    <dgm:cxn modelId="{D272E9BA-A57B-44F8-BC4E-AA88A8B97716}" type="presParOf" srcId="{6A67CA82-7CB7-4DB5-BC7F-A3723519ED87}" destId="{8DCF91ED-0B2B-4E36-B905-53C3765FC7A0}" srcOrd="12" destOrd="0" presId="urn:microsoft.com/office/officeart/2005/8/layout/default"/>
    <dgm:cxn modelId="{1EA63A62-F3B2-41A2-85A8-ADD7D45B5BA8}" type="presParOf" srcId="{6A67CA82-7CB7-4DB5-BC7F-A3723519ED87}" destId="{23A42582-C346-44A7-B848-2C26616EE192}" srcOrd="13" destOrd="0" presId="urn:microsoft.com/office/officeart/2005/8/layout/default"/>
    <dgm:cxn modelId="{09003312-9ABA-4D1E-9924-932C382DD51D}" type="presParOf" srcId="{6A67CA82-7CB7-4DB5-BC7F-A3723519ED87}" destId="{9902F2A7-BDBF-4AC6-B5DF-4186CACAB1DB}" srcOrd="14" destOrd="0" presId="urn:microsoft.com/office/officeart/2005/8/layout/default"/>
    <dgm:cxn modelId="{0549C2D4-34BC-414A-9AF1-D3AA33AD5164}" type="presParOf" srcId="{6A67CA82-7CB7-4DB5-BC7F-A3723519ED87}" destId="{A768CF93-1356-48FD-BD2D-A1A2FB41B877}" srcOrd="15" destOrd="0" presId="urn:microsoft.com/office/officeart/2005/8/layout/default"/>
    <dgm:cxn modelId="{2BA57038-4FF2-4990-A005-38902B2F4EB4}" type="presParOf" srcId="{6A67CA82-7CB7-4DB5-BC7F-A3723519ED87}" destId="{9A876780-72B7-4005-8E9C-A62DF4AAE3EB}" srcOrd="16" destOrd="0" presId="urn:microsoft.com/office/officeart/2005/8/layout/default"/>
    <dgm:cxn modelId="{110E59D6-DD5D-4F3E-8318-D88DEC78B95E}" type="presParOf" srcId="{6A67CA82-7CB7-4DB5-BC7F-A3723519ED87}" destId="{1B2DF3C1-4E17-4D9A-8262-6C40C08BF4DF}" srcOrd="17" destOrd="0" presId="urn:microsoft.com/office/officeart/2005/8/layout/default"/>
    <dgm:cxn modelId="{0D502529-9CD8-4BB2-BAC2-7BE18D9EF4DC}" type="presParOf" srcId="{6A67CA82-7CB7-4DB5-BC7F-A3723519ED87}" destId="{50E97F52-9028-4251-9FB9-64AB05CA14EB}" srcOrd="1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715B7D8-928C-426A-B475-4DF38CFE8C5B}" type="doc">
      <dgm:prSet loTypeId="urn:microsoft.com/office/officeart/2005/8/layout/defaul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5734A286-2148-41EB-A0E1-8F3896B4EFB7}">
      <dgm:prSet phldrT="[Tekst]"/>
      <dgm:spPr/>
      <dgm:t>
        <a:bodyPr/>
        <a:lstStyle/>
        <a:p>
          <a:r>
            <a:rPr lang="en-US" dirty="0"/>
            <a:t>File I/O</a:t>
          </a:r>
        </a:p>
      </dgm:t>
    </dgm:pt>
    <dgm:pt modelId="{5737096F-AA45-4F4B-8332-7563C1D6F338}" type="parTrans" cxnId="{8B8750E9-5221-4DBB-8282-4E5CC342422D}">
      <dgm:prSet/>
      <dgm:spPr/>
      <dgm:t>
        <a:bodyPr/>
        <a:lstStyle/>
        <a:p>
          <a:endParaRPr lang="en-US"/>
        </a:p>
      </dgm:t>
    </dgm:pt>
    <dgm:pt modelId="{1E3CBF49-FA9E-418A-9723-E8E38844DADE}" type="sibTrans" cxnId="{8B8750E9-5221-4DBB-8282-4E5CC342422D}">
      <dgm:prSet/>
      <dgm:spPr/>
      <dgm:t>
        <a:bodyPr/>
        <a:lstStyle/>
        <a:p>
          <a:endParaRPr lang="en-US"/>
        </a:p>
      </dgm:t>
    </dgm:pt>
    <dgm:pt modelId="{5DFC3C75-4307-46E1-BFD0-31E90368402C}">
      <dgm:prSet phldrT="[Tekst]"/>
      <dgm:spPr/>
      <dgm:t>
        <a:bodyPr/>
        <a:lstStyle/>
        <a:p>
          <a:r>
            <a:rPr lang="en-US" dirty="0"/>
            <a:t>Graphics API</a:t>
          </a:r>
        </a:p>
      </dgm:t>
    </dgm:pt>
    <dgm:pt modelId="{0606626A-AC1F-4107-A4A1-45C0BFC17632}" type="parTrans" cxnId="{B08FD507-95E0-4801-8D60-73012D531957}">
      <dgm:prSet/>
      <dgm:spPr/>
      <dgm:t>
        <a:bodyPr/>
        <a:lstStyle/>
        <a:p>
          <a:endParaRPr lang="en-US"/>
        </a:p>
      </dgm:t>
    </dgm:pt>
    <dgm:pt modelId="{0C88665F-551C-4EA2-89A4-08B6DEE58261}" type="sibTrans" cxnId="{B08FD507-95E0-4801-8D60-73012D531957}">
      <dgm:prSet/>
      <dgm:spPr/>
      <dgm:t>
        <a:bodyPr/>
        <a:lstStyle/>
        <a:p>
          <a:endParaRPr lang="en-US"/>
        </a:p>
      </dgm:t>
    </dgm:pt>
    <dgm:pt modelId="{143DBCD2-604E-49AD-AF47-EA4451C2766E}">
      <dgm:prSet phldrT="[Tekst]"/>
      <dgm:spPr/>
      <dgm:t>
        <a:bodyPr/>
        <a:lstStyle/>
        <a:p>
          <a:r>
            <a:rPr lang="en-US"/>
            <a:t>Window</a:t>
          </a:r>
          <a:endParaRPr lang="en-US" dirty="0"/>
        </a:p>
      </dgm:t>
    </dgm:pt>
    <dgm:pt modelId="{23D3F63B-1969-4935-AC54-12EF477F1AE3}" type="parTrans" cxnId="{4FC008AC-6287-4547-A6C7-BA8062071D50}">
      <dgm:prSet/>
      <dgm:spPr/>
      <dgm:t>
        <a:bodyPr/>
        <a:lstStyle/>
        <a:p>
          <a:endParaRPr lang="en-US"/>
        </a:p>
      </dgm:t>
    </dgm:pt>
    <dgm:pt modelId="{7C1B8F38-F9F0-45E6-85F0-F12DD242F0FD}" type="sibTrans" cxnId="{4FC008AC-6287-4547-A6C7-BA8062071D50}">
      <dgm:prSet/>
      <dgm:spPr/>
      <dgm:t>
        <a:bodyPr/>
        <a:lstStyle/>
        <a:p>
          <a:endParaRPr lang="en-US"/>
        </a:p>
      </dgm:t>
    </dgm:pt>
    <dgm:pt modelId="{1B3247D7-F395-4526-94DE-4658E5C35501}">
      <dgm:prSet phldrT="[Tekst]"/>
      <dgm:spPr/>
      <dgm:t>
        <a:bodyPr/>
        <a:lstStyle/>
        <a:p>
          <a:r>
            <a:rPr lang="en-US" dirty="0"/>
            <a:t>OS events</a:t>
          </a:r>
        </a:p>
      </dgm:t>
    </dgm:pt>
    <dgm:pt modelId="{FBB8039D-D0A1-4603-81DF-7116F16D4318}" type="parTrans" cxnId="{70E8ACA8-5B55-427C-916E-B7D06548510F}">
      <dgm:prSet/>
      <dgm:spPr/>
      <dgm:t>
        <a:bodyPr/>
        <a:lstStyle/>
        <a:p>
          <a:endParaRPr lang="en-US"/>
        </a:p>
      </dgm:t>
    </dgm:pt>
    <dgm:pt modelId="{9B6237EB-F37F-45B0-963E-2369D74FF878}" type="sibTrans" cxnId="{70E8ACA8-5B55-427C-916E-B7D06548510F}">
      <dgm:prSet/>
      <dgm:spPr/>
      <dgm:t>
        <a:bodyPr/>
        <a:lstStyle/>
        <a:p>
          <a:endParaRPr lang="en-US"/>
        </a:p>
      </dgm:t>
    </dgm:pt>
    <dgm:pt modelId="{3E033CD6-1D60-4A57-87DC-C4D5C83BA54C}">
      <dgm:prSet phldrT="[Tekst]"/>
      <dgm:spPr/>
      <dgm:t>
        <a:bodyPr/>
        <a:lstStyle/>
        <a:p>
          <a:r>
            <a:rPr lang="en-US" dirty="0"/>
            <a:t>Platform Detection</a:t>
          </a:r>
        </a:p>
      </dgm:t>
    </dgm:pt>
    <dgm:pt modelId="{DB7F1F37-D4EB-4FE6-B7FF-312D9E0D9B5C}" type="parTrans" cxnId="{04564A1C-1E54-41CF-BAF1-352EC2FB44BD}">
      <dgm:prSet/>
      <dgm:spPr/>
      <dgm:t>
        <a:bodyPr/>
        <a:lstStyle/>
        <a:p>
          <a:endParaRPr lang="en-US"/>
        </a:p>
      </dgm:t>
    </dgm:pt>
    <dgm:pt modelId="{26088B7A-FE53-4397-87C3-2DF47BE5238A}" type="sibTrans" cxnId="{04564A1C-1E54-41CF-BAF1-352EC2FB44BD}">
      <dgm:prSet/>
      <dgm:spPr/>
      <dgm:t>
        <a:bodyPr/>
        <a:lstStyle/>
        <a:p>
          <a:endParaRPr lang="en-US"/>
        </a:p>
      </dgm:t>
    </dgm:pt>
    <dgm:pt modelId="{3C097E88-D424-4A2A-9DF9-1EB9D3DB1A00}">
      <dgm:prSet phldrT="[Tekst]"/>
      <dgm:spPr/>
      <dgm:t>
        <a:bodyPr/>
        <a:lstStyle/>
        <a:p>
          <a:r>
            <a:rPr lang="en-US" dirty="0"/>
            <a:t>Input polling</a:t>
          </a:r>
        </a:p>
      </dgm:t>
    </dgm:pt>
    <dgm:pt modelId="{7A855ACE-F751-410E-81DE-36EF8FCE8A04}" type="parTrans" cxnId="{13D180A4-30A3-477C-A2CC-D945477E42B2}">
      <dgm:prSet/>
      <dgm:spPr/>
      <dgm:t>
        <a:bodyPr/>
        <a:lstStyle/>
        <a:p>
          <a:endParaRPr lang="en-US"/>
        </a:p>
      </dgm:t>
    </dgm:pt>
    <dgm:pt modelId="{ACB7B37F-C199-4B21-866A-43663209FB5E}" type="sibTrans" cxnId="{13D180A4-30A3-477C-A2CC-D945477E42B2}">
      <dgm:prSet/>
      <dgm:spPr/>
      <dgm:t>
        <a:bodyPr/>
        <a:lstStyle/>
        <a:p>
          <a:endParaRPr lang="en-US"/>
        </a:p>
      </dgm:t>
    </dgm:pt>
    <dgm:pt modelId="{6A67CA82-7CB7-4DB5-BC7F-A3723519ED87}" type="pres">
      <dgm:prSet presAssocID="{9715B7D8-928C-426A-B475-4DF38CFE8C5B}" presName="diagram" presStyleCnt="0">
        <dgm:presLayoutVars>
          <dgm:dir/>
          <dgm:resizeHandles val="exact"/>
        </dgm:presLayoutVars>
      </dgm:prSet>
      <dgm:spPr/>
    </dgm:pt>
    <dgm:pt modelId="{6B52F8D2-8F53-4630-AA25-FB723B70E835}" type="pres">
      <dgm:prSet presAssocID="{5734A286-2148-41EB-A0E1-8F3896B4EFB7}" presName="node" presStyleLbl="node1" presStyleIdx="0" presStyleCnt="6">
        <dgm:presLayoutVars>
          <dgm:bulletEnabled val="1"/>
        </dgm:presLayoutVars>
      </dgm:prSet>
      <dgm:spPr/>
    </dgm:pt>
    <dgm:pt modelId="{27AA8046-25DC-45D5-8630-FFB1AD66984D}" type="pres">
      <dgm:prSet presAssocID="{1E3CBF49-FA9E-418A-9723-E8E38844DADE}" presName="sibTrans" presStyleCnt="0"/>
      <dgm:spPr/>
    </dgm:pt>
    <dgm:pt modelId="{E45BD07B-E675-401A-BC69-D39BB7778087}" type="pres">
      <dgm:prSet presAssocID="{3E033CD6-1D60-4A57-87DC-C4D5C83BA54C}" presName="node" presStyleLbl="node1" presStyleIdx="1" presStyleCnt="6">
        <dgm:presLayoutVars>
          <dgm:bulletEnabled val="1"/>
        </dgm:presLayoutVars>
      </dgm:prSet>
      <dgm:spPr/>
    </dgm:pt>
    <dgm:pt modelId="{5FEE924F-6A82-4F42-9FC4-783D9CFC15C2}" type="pres">
      <dgm:prSet presAssocID="{26088B7A-FE53-4397-87C3-2DF47BE5238A}" presName="sibTrans" presStyleCnt="0"/>
      <dgm:spPr/>
    </dgm:pt>
    <dgm:pt modelId="{2B393AAD-0675-48D8-BAB3-9C08A9F6BD4D}" type="pres">
      <dgm:prSet presAssocID="{5DFC3C75-4307-46E1-BFD0-31E90368402C}" presName="node" presStyleLbl="node1" presStyleIdx="2" presStyleCnt="6">
        <dgm:presLayoutVars>
          <dgm:bulletEnabled val="1"/>
        </dgm:presLayoutVars>
      </dgm:prSet>
      <dgm:spPr/>
    </dgm:pt>
    <dgm:pt modelId="{B20BF595-C951-4B51-96A5-AA0FDBEFE253}" type="pres">
      <dgm:prSet presAssocID="{0C88665F-551C-4EA2-89A4-08B6DEE58261}" presName="sibTrans" presStyleCnt="0"/>
      <dgm:spPr/>
    </dgm:pt>
    <dgm:pt modelId="{8889BB9F-CF2F-4254-87DD-5D1E5EB686AA}" type="pres">
      <dgm:prSet presAssocID="{143DBCD2-604E-49AD-AF47-EA4451C2766E}" presName="node" presStyleLbl="node1" presStyleIdx="3" presStyleCnt="6">
        <dgm:presLayoutVars>
          <dgm:bulletEnabled val="1"/>
        </dgm:presLayoutVars>
      </dgm:prSet>
      <dgm:spPr/>
    </dgm:pt>
    <dgm:pt modelId="{097AC19C-16FE-40DC-8DB5-B203657235F2}" type="pres">
      <dgm:prSet presAssocID="{7C1B8F38-F9F0-45E6-85F0-F12DD242F0FD}" presName="sibTrans" presStyleCnt="0"/>
      <dgm:spPr/>
    </dgm:pt>
    <dgm:pt modelId="{7641B0FE-5465-49ED-BA37-8824287DA745}" type="pres">
      <dgm:prSet presAssocID="{1B3247D7-F395-4526-94DE-4658E5C35501}" presName="node" presStyleLbl="node1" presStyleIdx="4" presStyleCnt="6">
        <dgm:presLayoutVars>
          <dgm:bulletEnabled val="1"/>
        </dgm:presLayoutVars>
      </dgm:prSet>
      <dgm:spPr/>
    </dgm:pt>
    <dgm:pt modelId="{C93D718F-C562-41BA-AD41-6D2C9BD60DD5}" type="pres">
      <dgm:prSet presAssocID="{9B6237EB-F37F-45B0-963E-2369D74FF878}" presName="sibTrans" presStyleCnt="0"/>
      <dgm:spPr/>
    </dgm:pt>
    <dgm:pt modelId="{8DCF91ED-0B2B-4E36-B905-53C3765FC7A0}" type="pres">
      <dgm:prSet presAssocID="{3C097E88-D424-4A2A-9DF9-1EB9D3DB1A00}" presName="node" presStyleLbl="node1" presStyleIdx="5" presStyleCnt="6">
        <dgm:presLayoutVars>
          <dgm:bulletEnabled val="1"/>
        </dgm:presLayoutVars>
      </dgm:prSet>
      <dgm:spPr/>
    </dgm:pt>
  </dgm:ptLst>
  <dgm:cxnLst>
    <dgm:cxn modelId="{5B9C7C05-AA01-408A-9F2A-BE4CC4434DBC}" type="presOf" srcId="{3C097E88-D424-4A2A-9DF9-1EB9D3DB1A00}" destId="{8DCF91ED-0B2B-4E36-B905-53C3765FC7A0}" srcOrd="0" destOrd="0" presId="urn:microsoft.com/office/officeart/2005/8/layout/default"/>
    <dgm:cxn modelId="{B08FD507-95E0-4801-8D60-73012D531957}" srcId="{9715B7D8-928C-426A-B475-4DF38CFE8C5B}" destId="{5DFC3C75-4307-46E1-BFD0-31E90368402C}" srcOrd="2" destOrd="0" parTransId="{0606626A-AC1F-4107-A4A1-45C0BFC17632}" sibTransId="{0C88665F-551C-4EA2-89A4-08B6DEE58261}"/>
    <dgm:cxn modelId="{2BDE5F0D-1696-4DB8-BA1F-F19FB9266B34}" type="presOf" srcId="{9715B7D8-928C-426A-B475-4DF38CFE8C5B}" destId="{6A67CA82-7CB7-4DB5-BC7F-A3723519ED87}" srcOrd="0" destOrd="0" presId="urn:microsoft.com/office/officeart/2005/8/layout/default"/>
    <dgm:cxn modelId="{04564A1C-1E54-41CF-BAF1-352EC2FB44BD}" srcId="{9715B7D8-928C-426A-B475-4DF38CFE8C5B}" destId="{3E033CD6-1D60-4A57-87DC-C4D5C83BA54C}" srcOrd="1" destOrd="0" parTransId="{DB7F1F37-D4EB-4FE6-B7FF-312D9E0D9B5C}" sibTransId="{26088B7A-FE53-4397-87C3-2DF47BE5238A}"/>
    <dgm:cxn modelId="{2E386E3C-514B-4CF4-ABF2-923FE8AFEC84}" type="presOf" srcId="{3E033CD6-1D60-4A57-87DC-C4D5C83BA54C}" destId="{E45BD07B-E675-401A-BC69-D39BB7778087}" srcOrd="0" destOrd="0" presId="urn:microsoft.com/office/officeart/2005/8/layout/default"/>
    <dgm:cxn modelId="{422CAF7C-4974-4FBB-BFF0-D113A60B081D}" type="presOf" srcId="{5734A286-2148-41EB-A0E1-8F3896B4EFB7}" destId="{6B52F8D2-8F53-4630-AA25-FB723B70E835}" srcOrd="0" destOrd="0" presId="urn:microsoft.com/office/officeart/2005/8/layout/default"/>
    <dgm:cxn modelId="{13D180A4-30A3-477C-A2CC-D945477E42B2}" srcId="{9715B7D8-928C-426A-B475-4DF38CFE8C5B}" destId="{3C097E88-D424-4A2A-9DF9-1EB9D3DB1A00}" srcOrd="5" destOrd="0" parTransId="{7A855ACE-F751-410E-81DE-36EF8FCE8A04}" sibTransId="{ACB7B37F-C199-4B21-866A-43663209FB5E}"/>
    <dgm:cxn modelId="{70E8ACA8-5B55-427C-916E-B7D06548510F}" srcId="{9715B7D8-928C-426A-B475-4DF38CFE8C5B}" destId="{1B3247D7-F395-4526-94DE-4658E5C35501}" srcOrd="4" destOrd="0" parTransId="{FBB8039D-D0A1-4603-81DF-7116F16D4318}" sibTransId="{9B6237EB-F37F-45B0-963E-2369D74FF878}"/>
    <dgm:cxn modelId="{4FC008AC-6287-4547-A6C7-BA8062071D50}" srcId="{9715B7D8-928C-426A-B475-4DF38CFE8C5B}" destId="{143DBCD2-604E-49AD-AF47-EA4451C2766E}" srcOrd="3" destOrd="0" parTransId="{23D3F63B-1969-4935-AC54-12EF477F1AE3}" sibTransId="{7C1B8F38-F9F0-45E6-85F0-F12DD242F0FD}"/>
    <dgm:cxn modelId="{FF49D9BF-84D5-475C-A4B3-60F38FB75C69}" type="presOf" srcId="{5DFC3C75-4307-46E1-BFD0-31E90368402C}" destId="{2B393AAD-0675-48D8-BAB3-9C08A9F6BD4D}" srcOrd="0" destOrd="0" presId="urn:microsoft.com/office/officeart/2005/8/layout/default"/>
    <dgm:cxn modelId="{E63719D7-9124-441D-973A-F2E6782FF02D}" type="presOf" srcId="{1B3247D7-F395-4526-94DE-4658E5C35501}" destId="{7641B0FE-5465-49ED-BA37-8824287DA745}" srcOrd="0" destOrd="0" presId="urn:microsoft.com/office/officeart/2005/8/layout/default"/>
    <dgm:cxn modelId="{D0CDB3D8-72A7-41CC-A397-FD5002DB065B}" type="presOf" srcId="{143DBCD2-604E-49AD-AF47-EA4451C2766E}" destId="{8889BB9F-CF2F-4254-87DD-5D1E5EB686AA}" srcOrd="0" destOrd="0" presId="urn:microsoft.com/office/officeart/2005/8/layout/default"/>
    <dgm:cxn modelId="{8B8750E9-5221-4DBB-8282-4E5CC342422D}" srcId="{9715B7D8-928C-426A-B475-4DF38CFE8C5B}" destId="{5734A286-2148-41EB-A0E1-8F3896B4EFB7}" srcOrd="0" destOrd="0" parTransId="{5737096F-AA45-4F4B-8332-7563C1D6F338}" sibTransId="{1E3CBF49-FA9E-418A-9723-E8E38844DADE}"/>
    <dgm:cxn modelId="{3E03562F-C796-4B89-AF20-502865125FE1}" type="presParOf" srcId="{6A67CA82-7CB7-4DB5-BC7F-A3723519ED87}" destId="{6B52F8D2-8F53-4630-AA25-FB723B70E835}" srcOrd="0" destOrd="0" presId="urn:microsoft.com/office/officeart/2005/8/layout/default"/>
    <dgm:cxn modelId="{57880F67-FE0B-4471-82CF-76AE31C36F7B}" type="presParOf" srcId="{6A67CA82-7CB7-4DB5-BC7F-A3723519ED87}" destId="{27AA8046-25DC-45D5-8630-FFB1AD66984D}" srcOrd="1" destOrd="0" presId="urn:microsoft.com/office/officeart/2005/8/layout/default"/>
    <dgm:cxn modelId="{149F45C6-1BC3-460E-B7D5-D4BC02C1F3BF}" type="presParOf" srcId="{6A67CA82-7CB7-4DB5-BC7F-A3723519ED87}" destId="{E45BD07B-E675-401A-BC69-D39BB7778087}" srcOrd="2" destOrd="0" presId="urn:microsoft.com/office/officeart/2005/8/layout/default"/>
    <dgm:cxn modelId="{007B0A22-37DD-4158-B61F-5891992485DF}" type="presParOf" srcId="{6A67CA82-7CB7-4DB5-BC7F-A3723519ED87}" destId="{5FEE924F-6A82-4F42-9FC4-783D9CFC15C2}" srcOrd="3" destOrd="0" presId="urn:microsoft.com/office/officeart/2005/8/layout/default"/>
    <dgm:cxn modelId="{52686402-6FFF-4ED1-90A7-8ED5C68DABE8}" type="presParOf" srcId="{6A67CA82-7CB7-4DB5-BC7F-A3723519ED87}" destId="{2B393AAD-0675-48D8-BAB3-9C08A9F6BD4D}" srcOrd="4" destOrd="0" presId="urn:microsoft.com/office/officeart/2005/8/layout/default"/>
    <dgm:cxn modelId="{9D0F5D25-5424-40DF-8E7E-003A20356797}" type="presParOf" srcId="{6A67CA82-7CB7-4DB5-BC7F-A3723519ED87}" destId="{B20BF595-C951-4B51-96A5-AA0FDBEFE253}" srcOrd="5" destOrd="0" presId="urn:microsoft.com/office/officeart/2005/8/layout/default"/>
    <dgm:cxn modelId="{1F1A9E3E-4F57-49DD-84EA-49D083AA0FB6}" type="presParOf" srcId="{6A67CA82-7CB7-4DB5-BC7F-A3723519ED87}" destId="{8889BB9F-CF2F-4254-87DD-5D1E5EB686AA}" srcOrd="6" destOrd="0" presId="urn:microsoft.com/office/officeart/2005/8/layout/default"/>
    <dgm:cxn modelId="{B2B7E8D9-53F4-4115-BC32-22ABF27859D1}" type="presParOf" srcId="{6A67CA82-7CB7-4DB5-BC7F-A3723519ED87}" destId="{097AC19C-16FE-40DC-8DB5-B203657235F2}" srcOrd="7" destOrd="0" presId="urn:microsoft.com/office/officeart/2005/8/layout/default"/>
    <dgm:cxn modelId="{AE0F4C56-420E-415A-B211-218450CB8673}" type="presParOf" srcId="{6A67CA82-7CB7-4DB5-BC7F-A3723519ED87}" destId="{7641B0FE-5465-49ED-BA37-8824287DA745}" srcOrd="8" destOrd="0" presId="urn:microsoft.com/office/officeart/2005/8/layout/default"/>
    <dgm:cxn modelId="{69F4C4A2-C18C-49EB-894D-D75A58EB6707}" type="presParOf" srcId="{6A67CA82-7CB7-4DB5-BC7F-A3723519ED87}" destId="{C93D718F-C562-41BA-AD41-6D2C9BD60DD5}" srcOrd="9" destOrd="0" presId="urn:microsoft.com/office/officeart/2005/8/layout/default"/>
    <dgm:cxn modelId="{CD2D361E-728B-4BAD-9B37-706AE0B0F356}" type="presParOf" srcId="{6A67CA82-7CB7-4DB5-BC7F-A3723519ED87}" destId="{8DCF91ED-0B2B-4E36-B905-53C3765FC7A0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715B7D8-928C-426A-B475-4DF38CFE8C5B}" type="doc">
      <dgm:prSet loTypeId="urn:microsoft.com/office/officeart/2005/8/layout/default" loCatId="list" qsTypeId="urn:microsoft.com/office/officeart/2005/8/quickstyle/simple5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5734A286-2148-41EB-A0E1-8F3896B4EFB7}">
      <dgm:prSet phldrT="[Tekst]"/>
      <dgm:spPr/>
      <dgm:t>
        <a:bodyPr/>
        <a:lstStyle/>
        <a:p>
          <a:r>
            <a:rPr lang="en-US" dirty="0"/>
            <a:t>Application</a:t>
          </a:r>
        </a:p>
      </dgm:t>
    </dgm:pt>
    <dgm:pt modelId="{5737096F-AA45-4F4B-8332-7563C1D6F338}" type="parTrans" cxnId="{8B8750E9-5221-4DBB-8282-4E5CC342422D}">
      <dgm:prSet/>
      <dgm:spPr/>
      <dgm:t>
        <a:bodyPr/>
        <a:lstStyle/>
        <a:p>
          <a:endParaRPr lang="en-US"/>
        </a:p>
      </dgm:t>
    </dgm:pt>
    <dgm:pt modelId="{1E3CBF49-FA9E-418A-9723-E8E38844DADE}" type="sibTrans" cxnId="{8B8750E9-5221-4DBB-8282-4E5CC342422D}">
      <dgm:prSet/>
      <dgm:spPr/>
      <dgm:t>
        <a:bodyPr/>
        <a:lstStyle/>
        <a:p>
          <a:endParaRPr lang="en-US"/>
        </a:p>
      </dgm:t>
    </dgm:pt>
    <dgm:pt modelId="{5DFC3C75-4307-46E1-BFD0-31E90368402C}">
      <dgm:prSet phldrT="[Tekst]"/>
      <dgm:spPr/>
      <dgm:t>
        <a:bodyPr/>
        <a:lstStyle/>
        <a:p>
          <a:r>
            <a:rPr lang="en-US" dirty="0"/>
            <a:t>Startup, Shutdown</a:t>
          </a:r>
        </a:p>
      </dgm:t>
    </dgm:pt>
    <dgm:pt modelId="{0606626A-AC1F-4107-A4A1-45C0BFC17632}" type="parTrans" cxnId="{B08FD507-95E0-4801-8D60-73012D531957}">
      <dgm:prSet/>
      <dgm:spPr/>
      <dgm:t>
        <a:bodyPr/>
        <a:lstStyle/>
        <a:p>
          <a:endParaRPr lang="en-US"/>
        </a:p>
      </dgm:t>
    </dgm:pt>
    <dgm:pt modelId="{0C88665F-551C-4EA2-89A4-08B6DEE58261}" type="sibTrans" cxnId="{B08FD507-95E0-4801-8D60-73012D531957}">
      <dgm:prSet/>
      <dgm:spPr/>
      <dgm:t>
        <a:bodyPr/>
        <a:lstStyle/>
        <a:p>
          <a:endParaRPr lang="en-US"/>
        </a:p>
      </dgm:t>
    </dgm:pt>
    <dgm:pt modelId="{143DBCD2-604E-49AD-AF47-EA4451C2766E}">
      <dgm:prSet phldrT="[Tekst]"/>
      <dgm:spPr/>
      <dgm:t>
        <a:bodyPr/>
        <a:lstStyle/>
        <a:p>
          <a:r>
            <a:rPr lang="en-US" dirty="0"/>
            <a:t>IoC Layers Stack</a:t>
          </a:r>
        </a:p>
      </dgm:t>
    </dgm:pt>
    <dgm:pt modelId="{23D3F63B-1969-4935-AC54-12EF477F1AE3}" type="parTrans" cxnId="{4FC008AC-6287-4547-A6C7-BA8062071D50}">
      <dgm:prSet/>
      <dgm:spPr/>
      <dgm:t>
        <a:bodyPr/>
        <a:lstStyle/>
        <a:p>
          <a:endParaRPr lang="en-US"/>
        </a:p>
      </dgm:t>
    </dgm:pt>
    <dgm:pt modelId="{7C1B8F38-F9F0-45E6-85F0-F12DD242F0FD}" type="sibTrans" cxnId="{4FC008AC-6287-4547-A6C7-BA8062071D50}">
      <dgm:prSet/>
      <dgm:spPr/>
      <dgm:t>
        <a:bodyPr/>
        <a:lstStyle/>
        <a:p>
          <a:endParaRPr lang="en-US"/>
        </a:p>
      </dgm:t>
    </dgm:pt>
    <dgm:pt modelId="{F076E82E-AB8B-4F8A-B496-E41F64E4AA9D}">
      <dgm:prSet phldrT="[Tekst]"/>
      <dgm:spPr/>
      <dgm:t>
        <a:bodyPr/>
        <a:lstStyle/>
        <a:p>
          <a:r>
            <a:rPr lang="en-US" dirty="0"/>
            <a:t>Project</a:t>
          </a:r>
        </a:p>
      </dgm:t>
    </dgm:pt>
    <dgm:pt modelId="{B36C9221-12AB-46F7-97CE-9BC50A1C1519}" type="parTrans" cxnId="{D2781FC4-96BF-4502-AC63-E3C5CB999BA0}">
      <dgm:prSet/>
      <dgm:spPr/>
      <dgm:t>
        <a:bodyPr/>
        <a:lstStyle/>
        <a:p>
          <a:endParaRPr lang="en-US"/>
        </a:p>
      </dgm:t>
    </dgm:pt>
    <dgm:pt modelId="{6F1A7ACA-2531-4DB7-BFA4-E4B124279AB2}" type="sibTrans" cxnId="{D2781FC4-96BF-4502-AC63-E3C5CB999BA0}">
      <dgm:prSet/>
      <dgm:spPr/>
      <dgm:t>
        <a:bodyPr/>
        <a:lstStyle/>
        <a:p>
          <a:endParaRPr lang="en-US"/>
        </a:p>
      </dgm:t>
    </dgm:pt>
    <dgm:pt modelId="{1B3247D7-F395-4526-94DE-4658E5C35501}">
      <dgm:prSet phldrT="[Tekst]"/>
      <dgm:spPr/>
      <dgm:t>
        <a:bodyPr/>
        <a:lstStyle/>
        <a:p>
          <a:r>
            <a:rPr lang="en-US" dirty="0"/>
            <a:t>Type Registries</a:t>
          </a:r>
        </a:p>
      </dgm:t>
    </dgm:pt>
    <dgm:pt modelId="{FBB8039D-D0A1-4603-81DF-7116F16D4318}" type="parTrans" cxnId="{70E8ACA8-5B55-427C-916E-B7D06548510F}">
      <dgm:prSet/>
      <dgm:spPr/>
      <dgm:t>
        <a:bodyPr/>
        <a:lstStyle/>
        <a:p>
          <a:endParaRPr lang="en-US"/>
        </a:p>
      </dgm:t>
    </dgm:pt>
    <dgm:pt modelId="{9B6237EB-F37F-45B0-963E-2369D74FF878}" type="sibTrans" cxnId="{70E8ACA8-5B55-427C-916E-B7D06548510F}">
      <dgm:prSet/>
      <dgm:spPr/>
      <dgm:t>
        <a:bodyPr/>
        <a:lstStyle/>
        <a:p>
          <a:endParaRPr lang="en-US"/>
        </a:p>
      </dgm:t>
    </dgm:pt>
    <dgm:pt modelId="{3E033CD6-1D60-4A57-87DC-C4D5C83BA54C}">
      <dgm:prSet phldrT="[Tekst]"/>
      <dgm:spPr/>
      <dgm:t>
        <a:bodyPr/>
        <a:lstStyle/>
        <a:p>
          <a:r>
            <a:rPr lang="en-US" dirty="0" err="1"/>
            <a:t>ImGui</a:t>
          </a:r>
          <a:endParaRPr lang="en-US" dirty="0"/>
        </a:p>
      </dgm:t>
    </dgm:pt>
    <dgm:pt modelId="{DB7F1F37-D4EB-4FE6-B7FF-312D9E0D9B5C}" type="parTrans" cxnId="{04564A1C-1E54-41CF-BAF1-352EC2FB44BD}">
      <dgm:prSet/>
      <dgm:spPr/>
      <dgm:t>
        <a:bodyPr/>
        <a:lstStyle/>
        <a:p>
          <a:endParaRPr lang="en-US"/>
        </a:p>
      </dgm:t>
    </dgm:pt>
    <dgm:pt modelId="{26088B7A-FE53-4397-87C3-2DF47BE5238A}" type="sibTrans" cxnId="{04564A1C-1E54-41CF-BAF1-352EC2FB44BD}">
      <dgm:prSet/>
      <dgm:spPr/>
      <dgm:t>
        <a:bodyPr/>
        <a:lstStyle/>
        <a:p>
          <a:endParaRPr lang="en-US"/>
        </a:p>
      </dgm:t>
    </dgm:pt>
    <dgm:pt modelId="{3C097E88-D424-4A2A-9DF9-1EB9D3DB1A00}">
      <dgm:prSet phldrT="[Tekst]"/>
      <dgm:spPr/>
      <dgm:t>
        <a:bodyPr/>
        <a:lstStyle/>
        <a:p>
          <a:r>
            <a:rPr lang="en-US" dirty="0"/>
            <a:t>UUID</a:t>
          </a:r>
        </a:p>
      </dgm:t>
    </dgm:pt>
    <dgm:pt modelId="{7A855ACE-F751-410E-81DE-36EF8FCE8A04}" type="parTrans" cxnId="{13D180A4-30A3-477C-A2CC-D945477E42B2}">
      <dgm:prSet/>
      <dgm:spPr/>
      <dgm:t>
        <a:bodyPr/>
        <a:lstStyle/>
        <a:p>
          <a:endParaRPr lang="en-US"/>
        </a:p>
      </dgm:t>
    </dgm:pt>
    <dgm:pt modelId="{ACB7B37F-C199-4B21-866A-43663209FB5E}" type="sibTrans" cxnId="{13D180A4-30A3-477C-A2CC-D945477E42B2}">
      <dgm:prSet/>
      <dgm:spPr/>
      <dgm:t>
        <a:bodyPr/>
        <a:lstStyle/>
        <a:p>
          <a:endParaRPr lang="en-US"/>
        </a:p>
      </dgm:t>
    </dgm:pt>
    <dgm:pt modelId="{839E7B47-2BEC-4C09-B66F-ECF9C998A0E3}">
      <dgm:prSet phldrT="[Tekst]"/>
      <dgm:spPr/>
      <dgm:t>
        <a:bodyPr/>
        <a:lstStyle/>
        <a:p>
          <a:r>
            <a:rPr lang="en-US" dirty="0"/>
            <a:t>Update Module</a:t>
          </a:r>
        </a:p>
      </dgm:t>
    </dgm:pt>
    <dgm:pt modelId="{F00E5199-E1E0-469A-8555-E9573CF58195}" type="parTrans" cxnId="{25FC7EB9-7504-45AC-9F1F-ABC89DD339C3}">
      <dgm:prSet/>
      <dgm:spPr/>
      <dgm:t>
        <a:bodyPr/>
        <a:lstStyle/>
        <a:p>
          <a:endParaRPr lang="en-US"/>
        </a:p>
      </dgm:t>
    </dgm:pt>
    <dgm:pt modelId="{C8D3EDC3-8074-43E4-850B-78CDE8034D92}" type="sibTrans" cxnId="{25FC7EB9-7504-45AC-9F1F-ABC89DD339C3}">
      <dgm:prSet/>
      <dgm:spPr/>
      <dgm:t>
        <a:bodyPr/>
        <a:lstStyle/>
        <a:p>
          <a:endParaRPr lang="en-US"/>
        </a:p>
      </dgm:t>
    </dgm:pt>
    <dgm:pt modelId="{6A67CA82-7CB7-4DB5-BC7F-A3723519ED87}" type="pres">
      <dgm:prSet presAssocID="{9715B7D8-928C-426A-B475-4DF38CFE8C5B}" presName="diagram" presStyleCnt="0">
        <dgm:presLayoutVars>
          <dgm:dir/>
          <dgm:resizeHandles val="exact"/>
        </dgm:presLayoutVars>
      </dgm:prSet>
      <dgm:spPr/>
    </dgm:pt>
    <dgm:pt modelId="{6B52F8D2-8F53-4630-AA25-FB723B70E835}" type="pres">
      <dgm:prSet presAssocID="{5734A286-2148-41EB-A0E1-8F3896B4EFB7}" presName="node" presStyleLbl="node1" presStyleIdx="0" presStyleCnt="8">
        <dgm:presLayoutVars>
          <dgm:bulletEnabled val="1"/>
        </dgm:presLayoutVars>
      </dgm:prSet>
      <dgm:spPr/>
    </dgm:pt>
    <dgm:pt modelId="{27AA8046-25DC-45D5-8630-FFB1AD66984D}" type="pres">
      <dgm:prSet presAssocID="{1E3CBF49-FA9E-418A-9723-E8E38844DADE}" presName="sibTrans" presStyleCnt="0"/>
      <dgm:spPr/>
    </dgm:pt>
    <dgm:pt modelId="{E45BD07B-E675-401A-BC69-D39BB7778087}" type="pres">
      <dgm:prSet presAssocID="{3E033CD6-1D60-4A57-87DC-C4D5C83BA54C}" presName="node" presStyleLbl="node1" presStyleIdx="1" presStyleCnt="8">
        <dgm:presLayoutVars>
          <dgm:bulletEnabled val="1"/>
        </dgm:presLayoutVars>
      </dgm:prSet>
      <dgm:spPr/>
    </dgm:pt>
    <dgm:pt modelId="{5FEE924F-6A82-4F42-9FC4-783D9CFC15C2}" type="pres">
      <dgm:prSet presAssocID="{26088B7A-FE53-4397-87C3-2DF47BE5238A}" presName="sibTrans" presStyleCnt="0"/>
      <dgm:spPr/>
    </dgm:pt>
    <dgm:pt modelId="{2B393AAD-0675-48D8-BAB3-9C08A9F6BD4D}" type="pres">
      <dgm:prSet presAssocID="{5DFC3C75-4307-46E1-BFD0-31E90368402C}" presName="node" presStyleLbl="node1" presStyleIdx="2" presStyleCnt="8">
        <dgm:presLayoutVars>
          <dgm:bulletEnabled val="1"/>
        </dgm:presLayoutVars>
      </dgm:prSet>
      <dgm:spPr/>
    </dgm:pt>
    <dgm:pt modelId="{B20BF595-C951-4B51-96A5-AA0FDBEFE253}" type="pres">
      <dgm:prSet presAssocID="{0C88665F-551C-4EA2-89A4-08B6DEE58261}" presName="sibTrans" presStyleCnt="0"/>
      <dgm:spPr/>
    </dgm:pt>
    <dgm:pt modelId="{8889BB9F-CF2F-4254-87DD-5D1E5EB686AA}" type="pres">
      <dgm:prSet presAssocID="{143DBCD2-604E-49AD-AF47-EA4451C2766E}" presName="node" presStyleLbl="node1" presStyleIdx="3" presStyleCnt="8">
        <dgm:presLayoutVars>
          <dgm:bulletEnabled val="1"/>
        </dgm:presLayoutVars>
      </dgm:prSet>
      <dgm:spPr/>
    </dgm:pt>
    <dgm:pt modelId="{097AC19C-16FE-40DC-8DB5-B203657235F2}" type="pres">
      <dgm:prSet presAssocID="{7C1B8F38-F9F0-45E6-85F0-F12DD242F0FD}" presName="sibTrans" presStyleCnt="0"/>
      <dgm:spPr/>
    </dgm:pt>
    <dgm:pt modelId="{A97B010E-89D0-431F-BDBA-7E3168873D2A}" type="pres">
      <dgm:prSet presAssocID="{F076E82E-AB8B-4F8A-B496-E41F64E4AA9D}" presName="node" presStyleLbl="node1" presStyleIdx="4" presStyleCnt="8">
        <dgm:presLayoutVars>
          <dgm:bulletEnabled val="1"/>
        </dgm:presLayoutVars>
      </dgm:prSet>
      <dgm:spPr/>
    </dgm:pt>
    <dgm:pt modelId="{4D572EF5-AFED-4FF6-88ED-60691FA4EDE6}" type="pres">
      <dgm:prSet presAssocID="{6F1A7ACA-2531-4DB7-BFA4-E4B124279AB2}" presName="sibTrans" presStyleCnt="0"/>
      <dgm:spPr/>
    </dgm:pt>
    <dgm:pt modelId="{7641B0FE-5465-49ED-BA37-8824287DA745}" type="pres">
      <dgm:prSet presAssocID="{1B3247D7-F395-4526-94DE-4658E5C35501}" presName="node" presStyleLbl="node1" presStyleIdx="5" presStyleCnt="8">
        <dgm:presLayoutVars>
          <dgm:bulletEnabled val="1"/>
        </dgm:presLayoutVars>
      </dgm:prSet>
      <dgm:spPr/>
    </dgm:pt>
    <dgm:pt modelId="{C93D718F-C562-41BA-AD41-6D2C9BD60DD5}" type="pres">
      <dgm:prSet presAssocID="{9B6237EB-F37F-45B0-963E-2369D74FF878}" presName="sibTrans" presStyleCnt="0"/>
      <dgm:spPr/>
    </dgm:pt>
    <dgm:pt modelId="{8DCF91ED-0B2B-4E36-B905-53C3765FC7A0}" type="pres">
      <dgm:prSet presAssocID="{3C097E88-D424-4A2A-9DF9-1EB9D3DB1A00}" presName="node" presStyleLbl="node1" presStyleIdx="6" presStyleCnt="8">
        <dgm:presLayoutVars>
          <dgm:bulletEnabled val="1"/>
        </dgm:presLayoutVars>
      </dgm:prSet>
      <dgm:spPr/>
    </dgm:pt>
    <dgm:pt modelId="{B07A9289-6AA7-4FB0-B7B6-B44FBE21B0EA}" type="pres">
      <dgm:prSet presAssocID="{ACB7B37F-C199-4B21-866A-43663209FB5E}" presName="sibTrans" presStyleCnt="0"/>
      <dgm:spPr/>
    </dgm:pt>
    <dgm:pt modelId="{855A1E8B-57F6-494C-8772-D2FDF99658A1}" type="pres">
      <dgm:prSet presAssocID="{839E7B47-2BEC-4C09-B66F-ECF9C998A0E3}" presName="node" presStyleLbl="node1" presStyleIdx="7" presStyleCnt="8">
        <dgm:presLayoutVars>
          <dgm:bulletEnabled val="1"/>
        </dgm:presLayoutVars>
      </dgm:prSet>
      <dgm:spPr/>
    </dgm:pt>
  </dgm:ptLst>
  <dgm:cxnLst>
    <dgm:cxn modelId="{5B9C7C05-AA01-408A-9F2A-BE4CC4434DBC}" type="presOf" srcId="{3C097E88-D424-4A2A-9DF9-1EB9D3DB1A00}" destId="{8DCF91ED-0B2B-4E36-B905-53C3765FC7A0}" srcOrd="0" destOrd="0" presId="urn:microsoft.com/office/officeart/2005/8/layout/default"/>
    <dgm:cxn modelId="{B08FD507-95E0-4801-8D60-73012D531957}" srcId="{9715B7D8-928C-426A-B475-4DF38CFE8C5B}" destId="{5DFC3C75-4307-46E1-BFD0-31E90368402C}" srcOrd="2" destOrd="0" parTransId="{0606626A-AC1F-4107-A4A1-45C0BFC17632}" sibTransId="{0C88665F-551C-4EA2-89A4-08B6DEE58261}"/>
    <dgm:cxn modelId="{2BDE5F0D-1696-4DB8-BA1F-F19FB9266B34}" type="presOf" srcId="{9715B7D8-928C-426A-B475-4DF38CFE8C5B}" destId="{6A67CA82-7CB7-4DB5-BC7F-A3723519ED87}" srcOrd="0" destOrd="0" presId="urn:microsoft.com/office/officeart/2005/8/layout/default"/>
    <dgm:cxn modelId="{04564A1C-1E54-41CF-BAF1-352EC2FB44BD}" srcId="{9715B7D8-928C-426A-B475-4DF38CFE8C5B}" destId="{3E033CD6-1D60-4A57-87DC-C4D5C83BA54C}" srcOrd="1" destOrd="0" parTransId="{DB7F1F37-D4EB-4FE6-B7FF-312D9E0D9B5C}" sibTransId="{26088B7A-FE53-4397-87C3-2DF47BE5238A}"/>
    <dgm:cxn modelId="{2E386E3C-514B-4CF4-ABF2-923FE8AFEC84}" type="presOf" srcId="{3E033CD6-1D60-4A57-87DC-C4D5C83BA54C}" destId="{E45BD07B-E675-401A-BC69-D39BB7778087}" srcOrd="0" destOrd="0" presId="urn:microsoft.com/office/officeart/2005/8/layout/default"/>
    <dgm:cxn modelId="{422CAF7C-4974-4FBB-BFF0-D113A60B081D}" type="presOf" srcId="{5734A286-2148-41EB-A0E1-8F3896B4EFB7}" destId="{6B52F8D2-8F53-4630-AA25-FB723B70E835}" srcOrd="0" destOrd="0" presId="urn:microsoft.com/office/officeart/2005/8/layout/default"/>
    <dgm:cxn modelId="{E8AF1699-3059-4893-BF02-E2172CCAD8D2}" type="presOf" srcId="{839E7B47-2BEC-4C09-B66F-ECF9C998A0E3}" destId="{855A1E8B-57F6-494C-8772-D2FDF99658A1}" srcOrd="0" destOrd="0" presId="urn:microsoft.com/office/officeart/2005/8/layout/default"/>
    <dgm:cxn modelId="{13D180A4-30A3-477C-A2CC-D945477E42B2}" srcId="{9715B7D8-928C-426A-B475-4DF38CFE8C5B}" destId="{3C097E88-D424-4A2A-9DF9-1EB9D3DB1A00}" srcOrd="6" destOrd="0" parTransId="{7A855ACE-F751-410E-81DE-36EF8FCE8A04}" sibTransId="{ACB7B37F-C199-4B21-866A-43663209FB5E}"/>
    <dgm:cxn modelId="{70E8ACA8-5B55-427C-916E-B7D06548510F}" srcId="{9715B7D8-928C-426A-B475-4DF38CFE8C5B}" destId="{1B3247D7-F395-4526-94DE-4658E5C35501}" srcOrd="5" destOrd="0" parTransId="{FBB8039D-D0A1-4603-81DF-7116F16D4318}" sibTransId="{9B6237EB-F37F-45B0-963E-2369D74FF878}"/>
    <dgm:cxn modelId="{4FC008AC-6287-4547-A6C7-BA8062071D50}" srcId="{9715B7D8-928C-426A-B475-4DF38CFE8C5B}" destId="{143DBCD2-604E-49AD-AF47-EA4451C2766E}" srcOrd="3" destOrd="0" parTransId="{23D3F63B-1969-4935-AC54-12EF477F1AE3}" sibTransId="{7C1B8F38-F9F0-45E6-85F0-F12DD242F0FD}"/>
    <dgm:cxn modelId="{B88634B4-E24E-4275-9AFF-F45DB8B08488}" type="presOf" srcId="{F076E82E-AB8B-4F8A-B496-E41F64E4AA9D}" destId="{A97B010E-89D0-431F-BDBA-7E3168873D2A}" srcOrd="0" destOrd="0" presId="urn:microsoft.com/office/officeart/2005/8/layout/default"/>
    <dgm:cxn modelId="{25FC7EB9-7504-45AC-9F1F-ABC89DD339C3}" srcId="{9715B7D8-928C-426A-B475-4DF38CFE8C5B}" destId="{839E7B47-2BEC-4C09-B66F-ECF9C998A0E3}" srcOrd="7" destOrd="0" parTransId="{F00E5199-E1E0-469A-8555-E9573CF58195}" sibTransId="{C8D3EDC3-8074-43E4-850B-78CDE8034D92}"/>
    <dgm:cxn modelId="{FF49D9BF-84D5-475C-A4B3-60F38FB75C69}" type="presOf" srcId="{5DFC3C75-4307-46E1-BFD0-31E90368402C}" destId="{2B393AAD-0675-48D8-BAB3-9C08A9F6BD4D}" srcOrd="0" destOrd="0" presId="urn:microsoft.com/office/officeart/2005/8/layout/default"/>
    <dgm:cxn modelId="{D2781FC4-96BF-4502-AC63-E3C5CB999BA0}" srcId="{9715B7D8-928C-426A-B475-4DF38CFE8C5B}" destId="{F076E82E-AB8B-4F8A-B496-E41F64E4AA9D}" srcOrd="4" destOrd="0" parTransId="{B36C9221-12AB-46F7-97CE-9BC50A1C1519}" sibTransId="{6F1A7ACA-2531-4DB7-BFA4-E4B124279AB2}"/>
    <dgm:cxn modelId="{E63719D7-9124-441D-973A-F2E6782FF02D}" type="presOf" srcId="{1B3247D7-F395-4526-94DE-4658E5C35501}" destId="{7641B0FE-5465-49ED-BA37-8824287DA745}" srcOrd="0" destOrd="0" presId="urn:microsoft.com/office/officeart/2005/8/layout/default"/>
    <dgm:cxn modelId="{D0CDB3D8-72A7-41CC-A397-FD5002DB065B}" type="presOf" srcId="{143DBCD2-604E-49AD-AF47-EA4451C2766E}" destId="{8889BB9F-CF2F-4254-87DD-5D1E5EB686AA}" srcOrd="0" destOrd="0" presId="urn:microsoft.com/office/officeart/2005/8/layout/default"/>
    <dgm:cxn modelId="{8B8750E9-5221-4DBB-8282-4E5CC342422D}" srcId="{9715B7D8-928C-426A-B475-4DF38CFE8C5B}" destId="{5734A286-2148-41EB-A0E1-8F3896B4EFB7}" srcOrd="0" destOrd="0" parTransId="{5737096F-AA45-4F4B-8332-7563C1D6F338}" sibTransId="{1E3CBF49-FA9E-418A-9723-E8E38844DADE}"/>
    <dgm:cxn modelId="{3E03562F-C796-4B89-AF20-502865125FE1}" type="presParOf" srcId="{6A67CA82-7CB7-4DB5-BC7F-A3723519ED87}" destId="{6B52F8D2-8F53-4630-AA25-FB723B70E835}" srcOrd="0" destOrd="0" presId="urn:microsoft.com/office/officeart/2005/8/layout/default"/>
    <dgm:cxn modelId="{57880F67-FE0B-4471-82CF-76AE31C36F7B}" type="presParOf" srcId="{6A67CA82-7CB7-4DB5-BC7F-A3723519ED87}" destId="{27AA8046-25DC-45D5-8630-FFB1AD66984D}" srcOrd="1" destOrd="0" presId="urn:microsoft.com/office/officeart/2005/8/layout/default"/>
    <dgm:cxn modelId="{149F45C6-1BC3-460E-B7D5-D4BC02C1F3BF}" type="presParOf" srcId="{6A67CA82-7CB7-4DB5-BC7F-A3723519ED87}" destId="{E45BD07B-E675-401A-BC69-D39BB7778087}" srcOrd="2" destOrd="0" presId="urn:microsoft.com/office/officeart/2005/8/layout/default"/>
    <dgm:cxn modelId="{007B0A22-37DD-4158-B61F-5891992485DF}" type="presParOf" srcId="{6A67CA82-7CB7-4DB5-BC7F-A3723519ED87}" destId="{5FEE924F-6A82-4F42-9FC4-783D9CFC15C2}" srcOrd="3" destOrd="0" presId="urn:microsoft.com/office/officeart/2005/8/layout/default"/>
    <dgm:cxn modelId="{52686402-6FFF-4ED1-90A7-8ED5C68DABE8}" type="presParOf" srcId="{6A67CA82-7CB7-4DB5-BC7F-A3723519ED87}" destId="{2B393AAD-0675-48D8-BAB3-9C08A9F6BD4D}" srcOrd="4" destOrd="0" presId="urn:microsoft.com/office/officeart/2005/8/layout/default"/>
    <dgm:cxn modelId="{9D0F5D25-5424-40DF-8E7E-003A20356797}" type="presParOf" srcId="{6A67CA82-7CB7-4DB5-BC7F-A3723519ED87}" destId="{B20BF595-C951-4B51-96A5-AA0FDBEFE253}" srcOrd="5" destOrd="0" presId="urn:microsoft.com/office/officeart/2005/8/layout/default"/>
    <dgm:cxn modelId="{1F1A9E3E-4F57-49DD-84EA-49D083AA0FB6}" type="presParOf" srcId="{6A67CA82-7CB7-4DB5-BC7F-A3723519ED87}" destId="{8889BB9F-CF2F-4254-87DD-5D1E5EB686AA}" srcOrd="6" destOrd="0" presId="urn:microsoft.com/office/officeart/2005/8/layout/default"/>
    <dgm:cxn modelId="{B2B7E8D9-53F4-4115-BC32-22ABF27859D1}" type="presParOf" srcId="{6A67CA82-7CB7-4DB5-BC7F-A3723519ED87}" destId="{097AC19C-16FE-40DC-8DB5-B203657235F2}" srcOrd="7" destOrd="0" presId="urn:microsoft.com/office/officeart/2005/8/layout/default"/>
    <dgm:cxn modelId="{482834EC-A41A-4439-8A20-8B5F9CAA60AD}" type="presParOf" srcId="{6A67CA82-7CB7-4DB5-BC7F-A3723519ED87}" destId="{A97B010E-89D0-431F-BDBA-7E3168873D2A}" srcOrd="8" destOrd="0" presId="urn:microsoft.com/office/officeart/2005/8/layout/default"/>
    <dgm:cxn modelId="{7EA0DA4A-9007-44B3-BF06-F987DA0B1C2E}" type="presParOf" srcId="{6A67CA82-7CB7-4DB5-BC7F-A3723519ED87}" destId="{4D572EF5-AFED-4FF6-88ED-60691FA4EDE6}" srcOrd="9" destOrd="0" presId="urn:microsoft.com/office/officeart/2005/8/layout/default"/>
    <dgm:cxn modelId="{AE0F4C56-420E-415A-B211-218450CB8673}" type="presParOf" srcId="{6A67CA82-7CB7-4DB5-BC7F-A3723519ED87}" destId="{7641B0FE-5465-49ED-BA37-8824287DA745}" srcOrd="10" destOrd="0" presId="urn:microsoft.com/office/officeart/2005/8/layout/default"/>
    <dgm:cxn modelId="{69F4C4A2-C18C-49EB-894D-D75A58EB6707}" type="presParOf" srcId="{6A67CA82-7CB7-4DB5-BC7F-A3723519ED87}" destId="{C93D718F-C562-41BA-AD41-6D2C9BD60DD5}" srcOrd="11" destOrd="0" presId="urn:microsoft.com/office/officeart/2005/8/layout/default"/>
    <dgm:cxn modelId="{CD2D361E-728B-4BAD-9B37-706AE0B0F356}" type="presParOf" srcId="{6A67CA82-7CB7-4DB5-BC7F-A3723519ED87}" destId="{8DCF91ED-0B2B-4E36-B905-53C3765FC7A0}" srcOrd="12" destOrd="0" presId="urn:microsoft.com/office/officeart/2005/8/layout/default"/>
    <dgm:cxn modelId="{D99C9717-F460-4924-8095-032FA89789A9}" type="presParOf" srcId="{6A67CA82-7CB7-4DB5-BC7F-A3723519ED87}" destId="{B07A9289-6AA7-4FB0-B7B6-B44FBE21B0EA}" srcOrd="13" destOrd="0" presId="urn:microsoft.com/office/officeart/2005/8/layout/default"/>
    <dgm:cxn modelId="{451041E2-B96F-4698-ACFF-226713317A7F}" type="presParOf" srcId="{6A67CA82-7CB7-4DB5-BC7F-A3723519ED87}" destId="{855A1E8B-57F6-494C-8772-D2FDF99658A1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715B7D8-928C-426A-B475-4DF38CFE8C5B}" type="doc">
      <dgm:prSet loTypeId="urn:microsoft.com/office/officeart/2005/8/layout/default" loCatId="list" qsTypeId="urn:microsoft.com/office/officeart/2005/8/quickstyle/simple5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5734A286-2148-41EB-A0E1-8F3896B4EFB7}">
      <dgm:prSet phldrT="[Tekst]"/>
      <dgm:spPr/>
      <dgm:t>
        <a:bodyPr/>
        <a:lstStyle/>
        <a:p>
          <a:r>
            <a:rPr lang="en-US" dirty="0"/>
            <a:t>Asset Manager</a:t>
          </a:r>
        </a:p>
      </dgm:t>
    </dgm:pt>
    <dgm:pt modelId="{5737096F-AA45-4F4B-8332-7563C1D6F338}" type="parTrans" cxnId="{8B8750E9-5221-4DBB-8282-4E5CC342422D}">
      <dgm:prSet/>
      <dgm:spPr/>
      <dgm:t>
        <a:bodyPr/>
        <a:lstStyle/>
        <a:p>
          <a:endParaRPr lang="en-US"/>
        </a:p>
      </dgm:t>
    </dgm:pt>
    <dgm:pt modelId="{1E3CBF49-FA9E-418A-9723-E8E38844DADE}" type="sibTrans" cxnId="{8B8750E9-5221-4DBB-8282-4E5CC342422D}">
      <dgm:prSet/>
      <dgm:spPr/>
      <dgm:t>
        <a:bodyPr/>
        <a:lstStyle/>
        <a:p>
          <a:endParaRPr lang="en-US"/>
        </a:p>
      </dgm:t>
    </dgm:pt>
    <dgm:pt modelId="{3E033CD6-1D60-4A57-87DC-C4D5C83BA54C}">
      <dgm:prSet phldrT="[Tekst]"/>
      <dgm:spPr/>
      <dgm:t>
        <a:bodyPr/>
        <a:lstStyle/>
        <a:p>
          <a:r>
            <a:rPr lang="en-US" dirty="0"/>
            <a:t>Rendering</a:t>
          </a:r>
        </a:p>
      </dgm:t>
    </dgm:pt>
    <dgm:pt modelId="{DB7F1F37-D4EB-4FE6-B7FF-312D9E0D9B5C}" type="parTrans" cxnId="{04564A1C-1E54-41CF-BAF1-352EC2FB44BD}">
      <dgm:prSet/>
      <dgm:spPr/>
      <dgm:t>
        <a:bodyPr/>
        <a:lstStyle/>
        <a:p>
          <a:endParaRPr lang="en-US"/>
        </a:p>
      </dgm:t>
    </dgm:pt>
    <dgm:pt modelId="{26088B7A-FE53-4397-87C3-2DF47BE5238A}" type="sibTrans" cxnId="{04564A1C-1E54-41CF-BAF1-352EC2FB44BD}">
      <dgm:prSet/>
      <dgm:spPr/>
      <dgm:t>
        <a:bodyPr/>
        <a:lstStyle/>
        <a:p>
          <a:endParaRPr lang="en-US"/>
        </a:p>
      </dgm:t>
    </dgm:pt>
    <dgm:pt modelId="{6A67CA82-7CB7-4DB5-BC7F-A3723519ED87}" type="pres">
      <dgm:prSet presAssocID="{9715B7D8-928C-426A-B475-4DF38CFE8C5B}" presName="diagram" presStyleCnt="0">
        <dgm:presLayoutVars>
          <dgm:dir/>
          <dgm:resizeHandles val="exact"/>
        </dgm:presLayoutVars>
      </dgm:prSet>
      <dgm:spPr/>
    </dgm:pt>
    <dgm:pt modelId="{6B52F8D2-8F53-4630-AA25-FB723B70E835}" type="pres">
      <dgm:prSet presAssocID="{5734A286-2148-41EB-A0E1-8F3896B4EFB7}" presName="node" presStyleLbl="node1" presStyleIdx="0" presStyleCnt="2">
        <dgm:presLayoutVars>
          <dgm:bulletEnabled val="1"/>
        </dgm:presLayoutVars>
      </dgm:prSet>
      <dgm:spPr/>
    </dgm:pt>
    <dgm:pt modelId="{27AA8046-25DC-45D5-8630-FFB1AD66984D}" type="pres">
      <dgm:prSet presAssocID="{1E3CBF49-FA9E-418A-9723-E8E38844DADE}" presName="sibTrans" presStyleCnt="0"/>
      <dgm:spPr/>
    </dgm:pt>
    <dgm:pt modelId="{E45BD07B-E675-401A-BC69-D39BB7778087}" type="pres">
      <dgm:prSet presAssocID="{3E033CD6-1D60-4A57-87DC-C4D5C83BA54C}" presName="node" presStyleLbl="node1" presStyleIdx="1" presStyleCnt="2">
        <dgm:presLayoutVars>
          <dgm:bulletEnabled val="1"/>
        </dgm:presLayoutVars>
      </dgm:prSet>
      <dgm:spPr/>
    </dgm:pt>
  </dgm:ptLst>
  <dgm:cxnLst>
    <dgm:cxn modelId="{2BDE5F0D-1696-4DB8-BA1F-F19FB9266B34}" type="presOf" srcId="{9715B7D8-928C-426A-B475-4DF38CFE8C5B}" destId="{6A67CA82-7CB7-4DB5-BC7F-A3723519ED87}" srcOrd="0" destOrd="0" presId="urn:microsoft.com/office/officeart/2005/8/layout/default"/>
    <dgm:cxn modelId="{04564A1C-1E54-41CF-BAF1-352EC2FB44BD}" srcId="{9715B7D8-928C-426A-B475-4DF38CFE8C5B}" destId="{3E033CD6-1D60-4A57-87DC-C4D5C83BA54C}" srcOrd="1" destOrd="0" parTransId="{DB7F1F37-D4EB-4FE6-B7FF-312D9E0D9B5C}" sibTransId="{26088B7A-FE53-4397-87C3-2DF47BE5238A}"/>
    <dgm:cxn modelId="{2E386E3C-514B-4CF4-ABF2-923FE8AFEC84}" type="presOf" srcId="{3E033CD6-1D60-4A57-87DC-C4D5C83BA54C}" destId="{E45BD07B-E675-401A-BC69-D39BB7778087}" srcOrd="0" destOrd="0" presId="urn:microsoft.com/office/officeart/2005/8/layout/default"/>
    <dgm:cxn modelId="{422CAF7C-4974-4FBB-BFF0-D113A60B081D}" type="presOf" srcId="{5734A286-2148-41EB-A0E1-8F3896B4EFB7}" destId="{6B52F8D2-8F53-4630-AA25-FB723B70E835}" srcOrd="0" destOrd="0" presId="urn:microsoft.com/office/officeart/2005/8/layout/default"/>
    <dgm:cxn modelId="{8B8750E9-5221-4DBB-8282-4E5CC342422D}" srcId="{9715B7D8-928C-426A-B475-4DF38CFE8C5B}" destId="{5734A286-2148-41EB-A0E1-8F3896B4EFB7}" srcOrd="0" destOrd="0" parTransId="{5737096F-AA45-4F4B-8332-7563C1D6F338}" sibTransId="{1E3CBF49-FA9E-418A-9723-E8E38844DADE}"/>
    <dgm:cxn modelId="{3E03562F-C796-4B89-AF20-502865125FE1}" type="presParOf" srcId="{6A67CA82-7CB7-4DB5-BC7F-A3723519ED87}" destId="{6B52F8D2-8F53-4630-AA25-FB723B70E835}" srcOrd="0" destOrd="0" presId="urn:microsoft.com/office/officeart/2005/8/layout/default"/>
    <dgm:cxn modelId="{57880F67-FE0B-4471-82CF-76AE31C36F7B}" type="presParOf" srcId="{6A67CA82-7CB7-4DB5-BC7F-A3723519ED87}" destId="{27AA8046-25DC-45D5-8630-FFB1AD66984D}" srcOrd="1" destOrd="0" presId="urn:microsoft.com/office/officeart/2005/8/layout/default"/>
    <dgm:cxn modelId="{149F45C6-1BC3-460E-B7D5-D4BC02C1F3BF}" type="presParOf" srcId="{6A67CA82-7CB7-4DB5-BC7F-A3723519ED87}" destId="{E45BD07B-E675-401A-BC69-D39BB7778087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2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52F8D2-8F53-4630-AA25-FB723B70E835}">
      <dsp:nvSpPr>
        <dsp:cNvPr id="0" name=""/>
        <dsp:cNvSpPr/>
      </dsp:nvSpPr>
      <dsp:spPr>
        <a:xfrm>
          <a:off x="3835" y="21494"/>
          <a:ext cx="944341" cy="56660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Logging</a:t>
          </a:r>
        </a:p>
      </dsp:txBody>
      <dsp:txXfrm>
        <a:off x="3835" y="21494"/>
        <a:ext cx="944341" cy="566605"/>
      </dsp:txXfrm>
    </dsp:sp>
    <dsp:sp modelId="{E45BD07B-E675-401A-BC69-D39BB7778087}">
      <dsp:nvSpPr>
        <dsp:cNvPr id="0" name=""/>
        <dsp:cNvSpPr/>
      </dsp:nvSpPr>
      <dsp:spPr>
        <a:xfrm>
          <a:off x="1042611" y="21494"/>
          <a:ext cx="944341" cy="56660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Utilities</a:t>
          </a:r>
        </a:p>
      </dsp:txBody>
      <dsp:txXfrm>
        <a:off x="1042611" y="21494"/>
        <a:ext cx="944341" cy="566605"/>
      </dsp:txXfrm>
    </dsp:sp>
    <dsp:sp modelId="{2B393AAD-0675-48D8-BAB3-9C08A9F6BD4D}">
      <dsp:nvSpPr>
        <dsp:cNvPr id="0" name=""/>
        <dsp:cNvSpPr/>
      </dsp:nvSpPr>
      <dsp:spPr>
        <a:xfrm>
          <a:off x="2081387" y="21494"/>
          <a:ext cx="944341" cy="56660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Enum struct</a:t>
          </a:r>
        </a:p>
      </dsp:txBody>
      <dsp:txXfrm>
        <a:off x="2081387" y="21494"/>
        <a:ext cx="944341" cy="566605"/>
      </dsp:txXfrm>
    </dsp:sp>
    <dsp:sp modelId="{8889BB9F-CF2F-4254-87DD-5D1E5EB686AA}">
      <dsp:nvSpPr>
        <dsp:cNvPr id="0" name=""/>
        <dsp:cNvSpPr/>
      </dsp:nvSpPr>
      <dsp:spPr>
        <a:xfrm>
          <a:off x="3120163" y="21494"/>
          <a:ext cx="944341" cy="56660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Math library</a:t>
          </a:r>
        </a:p>
      </dsp:txBody>
      <dsp:txXfrm>
        <a:off x="3120163" y="21494"/>
        <a:ext cx="944341" cy="566605"/>
      </dsp:txXfrm>
    </dsp:sp>
    <dsp:sp modelId="{A97B010E-89D0-431F-BDBA-7E3168873D2A}">
      <dsp:nvSpPr>
        <dsp:cNvPr id="0" name=""/>
        <dsp:cNvSpPr/>
      </dsp:nvSpPr>
      <dsp:spPr>
        <a:xfrm>
          <a:off x="4158939" y="21494"/>
          <a:ext cx="944341" cy="56660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Allocators</a:t>
          </a:r>
        </a:p>
      </dsp:txBody>
      <dsp:txXfrm>
        <a:off x="4158939" y="21494"/>
        <a:ext cx="944341" cy="566605"/>
      </dsp:txXfrm>
    </dsp:sp>
    <dsp:sp modelId="{7641B0FE-5465-49ED-BA37-8824287DA745}">
      <dsp:nvSpPr>
        <dsp:cNvPr id="0" name=""/>
        <dsp:cNvSpPr/>
      </dsp:nvSpPr>
      <dsp:spPr>
        <a:xfrm>
          <a:off x="5197715" y="21494"/>
          <a:ext cx="944341" cy="56660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Assertions</a:t>
          </a:r>
        </a:p>
      </dsp:txBody>
      <dsp:txXfrm>
        <a:off x="5197715" y="21494"/>
        <a:ext cx="944341" cy="566605"/>
      </dsp:txXfrm>
    </dsp:sp>
    <dsp:sp modelId="{8DCF91ED-0B2B-4E36-B905-53C3765FC7A0}">
      <dsp:nvSpPr>
        <dsp:cNvPr id="0" name=""/>
        <dsp:cNvSpPr/>
      </dsp:nvSpPr>
      <dsp:spPr>
        <a:xfrm>
          <a:off x="6236491" y="21494"/>
          <a:ext cx="944341" cy="56660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Profiling</a:t>
          </a:r>
        </a:p>
      </dsp:txBody>
      <dsp:txXfrm>
        <a:off x="6236491" y="21494"/>
        <a:ext cx="944341" cy="566605"/>
      </dsp:txXfrm>
    </dsp:sp>
    <dsp:sp modelId="{9902F2A7-BDBF-4AC6-B5DF-4186CACAB1DB}">
      <dsp:nvSpPr>
        <dsp:cNvPr id="0" name=""/>
        <dsp:cNvSpPr/>
      </dsp:nvSpPr>
      <dsp:spPr>
        <a:xfrm>
          <a:off x="7275267" y="21494"/>
          <a:ext cx="944341" cy="56660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Splice &amp; Array</a:t>
          </a:r>
        </a:p>
      </dsp:txBody>
      <dsp:txXfrm>
        <a:off x="7275267" y="21494"/>
        <a:ext cx="944341" cy="566605"/>
      </dsp:txXfrm>
    </dsp:sp>
    <dsp:sp modelId="{9A876780-72B7-4005-8E9C-A62DF4AAE3EB}">
      <dsp:nvSpPr>
        <dsp:cNvPr id="0" name=""/>
        <dsp:cNvSpPr/>
      </dsp:nvSpPr>
      <dsp:spPr>
        <a:xfrm>
          <a:off x="8314043" y="21494"/>
          <a:ext cx="944341" cy="56660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SpliceArena</a:t>
          </a:r>
          <a:r>
            <a:rPr lang="en-US" sz="1000" kern="1200" dirty="0"/>
            <a:t> &amp; </a:t>
          </a:r>
          <a:r>
            <a:rPr lang="en-US" sz="1000" kern="1200" dirty="0" err="1"/>
            <a:t>ArrayArena</a:t>
          </a:r>
          <a:endParaRPr lang="en-US" sz="1000" kern="1200" dirty="0"/>
        </a:p>
      </dsp:txBody>
      <dsp:txXfrm>
        <a:off x="8314043" y="21494"/>
        <a:ext cx="944341" cy="566605"/>
      </dsp:txXfrm>
    </dsp:sp>
    <dsp:sp modelId="{50E97F52-9028-4251-9FB9-64AB05CA14EB}">
      <dsp:nvSpPr>
        <dsp:cNvPr id="0" name=""/>
        <dsp:cNvSpPr/>
      </dsp:nvSpPr>
      <dsp:spPr>
        <a:xfrm>
          <a:off x="9352818" y="21494"/>
          <a:ext cx="944341" cy="56660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DynArr</a:t>
          </a:r>
          <a:r>
            <a:rPr lang="en-US" sz="1000" kern="1200" dirty="0"/>
            <a:t>, </a:t>
          </a:r>
          <a:r>
            <a:rPr lang="en-US" sz="1000" kern="1200" dirty="0" err="1"/>
            <a:t>DynArrAllocPM</a:t>
          </a:r>
          <a:r>
            <a:rPr lang="en-US" sz="1000" kern="1200" dirty="0"/>
            <a:t> &amp; </a:t>
          </a:r>
          <a:r>
            <a:rPr lang="en-US" sz="1000" kern="1200" dirty="0" err="1"/>
            <a:t>DynArrAlloc</a:t>
          </a:r>
          <a:endParaRPr lang="en-US" sz="1000" kern="1200" dirty="0"/>
        </a:p>
      </dsp:txBody>
      <dsp:txXfrm>
        <a:off x="9352818" y="21494"/>
        <a:ext cx="944341" cy="56660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52F8D2-8F53-4630-AA25-FB723B70E835}">
      <dsp:nvSpPr>
        <dsp:cNvPr id="0" name=""/>
        <dsp:cNvSpPr/>
      </dsp:nvSpPr>
      <dsp:spPr>
        <a:xfrm>
          <a:off x="765224" y="294"/>
          <a:ext cx="1015007" cy="60900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File I/O</a:t>
          </a:r>
        </a:p>
      </dsp:txBody>
      <dsp:txXfrm>
        <a:off x="765224" y="294"/>
        <a:ext cx="1015007" cy="609004"/>
      </dsp:txXfrm>
    </dsp:sp>
    <dsp:sp modelId="{E45BD07B-E675-401A-BC69-D39BB7778087}">
      <dsp:nvSpPr>
        <dsp:cNvPr id="0" name=""/>
        <dsp:cNvSpPr/>
      </dsp:nvSpPr>
      <dsp:spPr>
        <a:xfrm>
          <a:off x="1881733" y="294"/>
          <a:ext cx="1015007" cy="60900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Platform Detection</a:t>
          </a:r>
        </a:p>
      </dsp:txBody>
      <dsp:txXfrm>
        <a:off x="1881733" y="294"/>
        <a:ext cx="1015007" cy="609004"/>
      </dsp:txXfrm>
    </dsp:sp>
    <dsp:sp modelId="{2B393AAD-0675-48D8-BAB3-9C08A9F6BD4D}">
      <dsp:nvSpPr>
        <dsp:cNvPr id="0" name=""/>
        <dsp:cNvSpPr/>
      </dsp:nvSpPr>
      <dsp:spPr>
        <a:xfrm>
          <a:off x="2998241" y="294"/>
          <a:ext cx="1015007" cy="60900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Graphics API</a:t>
          </a:r>
        </a:p>
      </dsp:txBody>
      <dsp:txXfrm>
        <a:off x="2998241" y="294"/>
        <a:ext cx="1015007" cy="609004"/>
      </dsp:txXfrm>
    </dsp:sp>
    <dsp:sp modelId="{8889BB9F-CF2F-4254-87DD-5D1E5EB686AA}">
      <dsp:nvSpPr>
        <dsp:cNvPr id="0" name=""/>
        <dsp:cNvSpPr/>
      </dsp:nvSpPr>
      <dsp:spPr>
        <a:xfrm>
          <a:off x="4114750" y="294"/>
          <a:ext cx="1015007" cy="60900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Window</a:t>
          </a:r>
          <a:endParaRPr lang="en-US" sz="1700" kern="1200" dirty="0"/>
        </a:p>
      </dsp:txBody>
      <dsp:txXfrm>
        <a:off x="4114750" y="294"/>
        <a:ext cx="1015007" cy="609004"/>
      </dsp:txXfrm>
    </dsp:sp>
    <dsp:sp modelId="{7641B0FE-5465-49ED-BA37-8824287DA745}">
      <dsp:nvSpPr>
        <dsp:cNvPr id="0" name=""/>
        <dsp:cNvSpPr/>
      </dsp:nvSpPr>
      <dsp:spPr>
        <a:xfrm>
          <a:off x="5231258" y="294"/>
          <a:ext cx="1015007" cy="60900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OS events</a:t>
          </a:r>
        </a:p>
      </dsp:txBody>
      <dsp:txXfrm>
        <a:off x="5231258" y="294"/>
        <a:ext cx="1015007" cy="609004"/>
      </dsp:txXfrm>
    </dsp:sp>
    <dsp:sp modelId="{8DCF91ED-0B2B-4E36-B905-53C3765FC7A0}">
      <dsp:nvSpPr>
        <dsp:cNvPr id="0" name=""/>
        <dsp:cNvSpPr/>
      </dsp:nvSpPr>
      <dsp:spPr>
        <a:xfrm>
          <a:off x="6347767" y="294"/>
          <a:ext cx="1015007" cy="60900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Input polling</a:t>
          </a:r>
        </a:p>
      </dsp:txBody>
      <dsp:txXfrm>
        <a:off x="6347767" y="294"/>
        <a:ext cx="1015007" cy="60900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52F8D2-8F53-4630-AA25-FB723B70E835}">
      <dsp:nvSpPr>
        <dsp:cNvPr id="0" name=""/>
        <dsp:cNvSpPr/>
      </dsp:nvSpPr>
      <dsp:spPr>
        <a:xfrm>
          <a:off x="2629" y="24702"/>
          <a:ext cx="933648" cy="560189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Application</a:t>
          </a:r>
        </a:p>
      </dsp:txBody>
      <dsp:txXfrm>
        <a:off x="2629" y="24702"/>
        <a:ext cx="933648" cy="560189"/>
      </dsp:txXfrm>
    </dsp:sp>
    <dsp:sp modelId="{E45BD07B-E675-401A-BC69-D39BB7778087}">
      <dsp:nvSpPr>
        <dsp:cNvPr id="0" name=""/>
        <dsp:cNvSpPr/>
      </dsp:nvSpPr>
      <dsp:spPr>
        <a:xfrm>
          <a:off x="1029642" y="24702"/>
          <a:ext cx="933648" cy="560189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 err="1"/>
            <a:t>ImGui</a:t>
          </a:r>
          <a:endParaRPr lang="en-US" sz="1400" kern="1200" dirty="0"/>
        </a:p>
      </dsp:txBody>
      <dsp:txXfrm>
        <a:off x="1029642" y="24702"/>
        <a:ext cx="933648" cy="560189"/>
      </dsp:txXfrm>
    </dsp:sp>
    <dsp:sp modelId="{2B393AAD-0675-48D8-BAB3-9C08A9F6BD4D}">
      <dsp:nvSpPr>
        <dsp:cNvPr id="0" name=""/>
        <dsp:cNvSpPr/>
      </dsp:nvSpPr>
      <dsp:spPr>
        <a:xfrm>
          <a:off x="2056655" y="24702"/>
          <a:ext cx="933648" cy="560189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Startup, Shutdown</a:t>
          </a:r>
        </a:p>
      </dsp:txBody>
      <dsp:txXfrm>
        <a:off x="2056655" y="24702"/>
        <a:ext cx="933648" cy="560189"/>
      </dsp:txXfrm>
    </dsp:sp>
    <dsp:sp modelId="{8889BB9F-CF2F-4254-87DD-5D1E5EB686AA}">
      <dsp:nvSpPr>
        <dsp:cNvPr id="0" name=""/>
        <dsp:cNvSpPr/>
      </dsp:nvSpPr>
      <dsp:spPr>
        <a:xfrm>
          <a:off x="3083669" y="24702"/>
          <a:ext cx="933648" cy="560189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IoC Layers Stack</a:t>
          </a:r>
        </a:p>
      </dsp:txBody>
      <dsp:txXfrm>
        <a:off x="3083669" y="24702"/>
        <a:ext cx="933648" cy="560189"/>
      </dsp:txXfrm>
    </dsp:sp>
    <dsp:sp modelId="{A97B010E-89D0-431F-BDBA-7E3168873D2A}">
      <dsp:nvSpPr>
        <dsp:cNvPr id="0" name=""/>
        <dsp:cNvSpPr/>
      </dsp:nvSpPr>
      <dsp:spPr>
        <a:xfrm>
          <a:off x="4110682" y="24702"/>
          <a:ext cx="933648" cy="560189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Project</a:t>
          </a:r>
        </a:p>
      </dsp:txBody>
      <dsp:txXfrm>
        <a:off x="4110682" y="24702"/>
        <a:ext cx="933648" cy="560189"/>
      </dsp:txXfrm>
    </dsp:sp>
    <dsp:sp modelId="{7641B0FE-5465-49ED-BA37-8824287DA745}">
      <dsp:nvSpPr>
        <dsp:cNvPr id="0" name=""/>
        <dsp:cNvSpPr/>
      </dsp:nvSpPr>
      <dsp:spPr>
        <a:xfrm>
          <a:off x="5137695" y="24702"/>
          <a:ext cx="933648" cy="560189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Type Registries</a:t>
          </a:r>
        </a:p>
      </dsp:txBody>
      <dsp:txXfrm>
        <a:off x="5137695" y="24702"/>
        <a:ext cx="933648" cy="560189"/>
      </dsp:txXfrm>
    </dsp:sp>
    <dsp:sp modelId="{8DCF91ED-0B2B-4E36-B905-53C3765FC7A0}">
      <dsp:nvSpPr>
        <dsp:cNvPr id="0" name=""/>
        <dsp:cNvSpPr/>
      </dsp:nvSpPr>
      <dsp:spPr>
        <a:xfrm>
          <a:off x="6164708" y="24702"/>
          <a:ext cx="933648" cy="560189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UUID</a:t>
          </a:r>
        </a:p>
      </dsp:txBody>
      <dsp:txXfrm>
        <a:off x="6164708" y="24702"/>
        <a:ext cx="933648" cy="560189"/>
      </dsp:txXfrm>
    </dsp:sp>
    <dsp:sp modelId="{855A1E8B-57F6-494C-8772-D2FDF99658A1}">
      <dsp:nvSpPr>
        <dsp:cNvPr id="0" name=""/>
        <dsp:cNvSpPr/>
      </dsp:nvSpPr>
      <dsp:spPr>
        <a:xfrm>
          <a:off x="7191722" y="24702"/>
          <a:ext cx="933648" cy="560189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Update Module</a:t>
          </a:r>
        </a:p>
      </dsp:txBody>
      <dsp:txXfrm>
        <a:off x="7191722" y="24702"/>
        <a:ext cx="933648" cy="56018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52F8D2-8F53-4630-AA25-FB723B70E835}">
      <dsp:nvSpPr>
        <dsp:cNvPr id="0" name=""/>
        <dsp:cNvSpPr/>
      </dsp:nvSpPr>
      <dsp:spPr>
        <a:xfrm>
          <a:off x="2998241" y="294"/>
          <a:ext cx="1015007" cy="609004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Asset Manager</a:t>
          </a:r>
        </a:p>
      </dsp:txBody>
      <dsp:txXfrm>
        <a:off x="2998241" y="294"/>
        <a:ext cx="1015007" cy="609004"/>
      </dsp:txXfrm>
    </dsp:sp>
    <dsp:sp modelId="{E45BD07B-E675-401A-BC69-D39BB7778087}">
      <dsp:nvSpPr>
        <dsp:cNvPr id="0" name=""/>
        <dsp:cNvSpPr/>
      </dsp:nvSpPr>
      <dsp:spPr>
        <a:xfrm>
          <a:off x="4114750" y="294"/>
          <a:ext cx="1015007" cy="609004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Rendering</a:t>
          </a:r>
        </a:p>
      </dsp:txBody>
      <dsp:txXfrm>
        <a:off x="4114750" y="294"/>
        <a:ext cx="1015007" cy="6090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E2DD2C-27F7-4F93-96E8-CD28AD9267D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3D7F03-7197-42E4-9778-D52D335F3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875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D7F03-7197-42E4-9778-D52D335F305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0883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D7F03-7197-42E4-9778-D52D335F305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262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332CA-85A8-A44F-F7F0-802848A946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2FFC50-B98E-45BB-0118-2B09714D3D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E2D5DF-840E-0993-11D1-AAA521D56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4D1D5-E8AF-342E-705C-AE4C01085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52823-B688-A38B-17EF-3FEDFDA52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13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DE4B3-132B-83A5-2743-CBE9BC3BC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0CCFE-7693-8884-0C3F-822ABA3C6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B34CA-5271-55F1-6AFA-82A90882F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5BFFB0-D236-17CC-F596-41DA82DA3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F85A3-9CB6-5F69-EFCD-88F1076FF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45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020B7-F9C9-13AC-B4AE-B3967BC9E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CE9105-ABDA-4736-7007-B6853BE17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D09C2-4FA4-0F6D-65FA-995661FDE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B737E-1B51-2B0C-79C3-AA1AB3D1E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DB55B-30F4-FCF5-72BA-81C84BA55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834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36031-7FB2-0C1D-5A93-52B986191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B9E38-7FC2-F7AE-DD61-974B30AADF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F273DE-30CA-5A8B-1AB6-D3CADE634F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22EBAD-4F63-5B18-B8AF-B5E37CF27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2D032F-EF20-749F-D600-7277E3AE5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BDE34E-5F86-0A0C-E6E1-28959B81B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489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9D96A-B277-8388-F7B0-5068DFBDE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034513-3231-231C-130B-F655B007B1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D11966-1223-9692-C64C-68F6B5FEC1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8459A1-DC9E-0C88-F6FD-194B467F84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0B534A-BCC5-4FE9-E055-5FC972A8D5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C15C0B-27A2-7AE2-BC80-3AE861F20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BFA42A-C695-11E1-7724-7BB32D878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103B81-5DD6-63D1-593D-55CA3AFAB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132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0D25D-BADB-7C0C-DD66-A9E2B4A44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65EB57-2494-4E83-7292-75DF2717F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6E685C-6440-03FB-8C4E-59070373C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8A13E0-BE0E-980D-818A-8E88C06CB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139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A45830-6E9B-9456-6CA8-2377D36DB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58CA50-43E3-8CE3-98AC-DE04D18E8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8B89A-8DFE-4D36-2508-C08FC9E65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9527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15379-2ECF-A6D6-B85D-90DF8087E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03E64-CE2D-7B8B-63BD-B48235499A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1AFBA4-928B-9329-F1DF-AF1F9E436B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4F36D3-E685-24AF-F778-65396A07A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5C4B8E-4840-0DF1-2189-93EBC2B7A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3DF11D-93C4-70A3-E20A-67B460A10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321D6-A2A9-5C00-555B-CF8EFF23C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48E170-7BC2-1FA9-716D-DA05A4B55D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6034C9-83A4-D79F-3719-2F4F0D746B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02F53-6C2A-E201-F362-CA043AA61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75F5C9-FC76-4AB3-2AAE-D1ECD043B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EF40C9-E37A-0F43-A1B8-1C15AC8BE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916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C199B-9503-B417-CF08-73FB88A77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BCB738-529D-4CA4-E043-AA4DE1B540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E0CD9-0448-8E6C-4B78-2CECD1EF5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2D9D0-E7BC-793F-EBD5-E50CFEE3C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D2100-B4C9-9382-D087-4543B17B2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534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753A06-C757-3F42-1BE6-EFD332C3E9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C61104-2880-E51C-E0C6-52AF223B7B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6BE62-7C0C-A74A-D0C1-7FCF9DA0D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B8DD3E-CA3A-05B3-CA96-C920EB449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3BBBF-35DD-F10B-827A-E14C9728B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25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8749CB-74CC-5D46-B148-11027265E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D360-C622-AB11-B89C-2B0A30A0C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FD4EE-E6CB-BF3A-214B-B0C817C9E3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3DC7D5-4D76-4679-A391-31CBAFA90932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2BDF7-3175-7879-1EFB-79C312B11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CFED2-DD52-1D59-3D1A-CB449D5D8F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356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18" Type="http://schemas.openxmlformats.org/officeDocument/2006/relationships/diagramData" Target="../diagrams/data4.xml"/><Relationship Id="rId3" Type="http://schemas.openxmlformats.org/officeDocument/2006/relationships/diagramData" Target="../diagrams/data1.xml"/><Relationship Id="rId21" Type="http://schemas.openxmlformats.org/officeDocument/2006/relationships/diagramColors" Target="../diagrams/colors4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6" Type="http://schemas.openxmlformats.org/officeDocument/2006/relationships/diagramColors" Target="../diagrams/colors3.xml"/><Relationship Id="rId20" Type="http://schemas.openxmlformats.org/officeDocument/2006/relationships/diagramQuickStyle" Target="../diagrams/quickStyl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19" Type="http://schemas.openxmlformats.org/officeDocument/2006/relationships/diagramLayout" Target="../diagrams/layout4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Relationship Id="rId22" Type="http://schemas.microsoft.com/office/2007/relationships/diagramDrawing" Target="../diagrams/drawing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: zaokrąglone rogi 48">
            <a:extLst>
              <a:ext uri="{FF2B5EF4-FFF2-40B4-BE49-F238E27FC236}">
                <a16:creationId xmlns:a16="http://schemas.microsoft.com/office/drawing/2014/main" id="{00E3EF20-8713-973F-1F1F-5AC08054FF40}"/>
              </a:ext>
            </a:extLst>
          </p:cNvPr>
          <p:cNvSpPr/>
          <p:nvPr/>
        </p:nvSpPr>
        <p:spPr>
          <a:xfrm>
            <a:off x="2930925" y="2077081"/>
            <a:ext cx="6330150" cy="2703838"/>
          </a:xfrm>
          <a:prstGeom prst="roundRect">
            <a:avLst>
              <a:gd name="adj" fmla="val 9724"/>
            </a:avLst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Core Architecture</a:t>
            </a:r>
          </a:p>
          <a:p>
            <a:pPr algn="ctr"/>
            <a:r>
              <a:rPr lang="en-US" sz="3200" b="1" dirty="0">
                <a:solidFill>
                  <a:schemeClr val="tx1"/>
                </a:solidFill>
              </a:rPr>
              <a:t>of Fools Engine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8E659E-F4D7-EE37-2E21-72B8063294EB}"/>
              </a:ext>
            </a:extLst>
          </p:cNvPr>
          <p:cNvSpPr/>
          <p:nvPr/>
        </p:nvSpPr>
        <p:spPr>
          <a:xfrm>
            <a:off x="6891306" y="4638612"/>
            <a:ext cx="2113415" cy="442061"/>
          </a:xfrm>
          <a:prstGeom prst="roundRect">
            <a:avLst>
              <a:gd name="adj" fmla="val 33105"/>
            </a:avLst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in progress</a:t>
            </a:r>
          </a:p>
        </p:txBody>
      </p:sp>
    </p:spTree>
    <p:extLst>
      <p:ext uri="{BB962C8B-B14F-4D97-AF65-F5344CB8AC3E}">
        <p14:creationId xmlns:p14="http://schemas.microsoft.com/office/powerpoint/2010/main" val="17824965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5EEAA0-BA8E-B192-BBB1-12A181CEC021}"/>
              </a:ext>
            </a:extLst>
          </p:cNvPr>
          <p:cNvSpPr/>
          <p:nvPr/>
        </p:nvSpPr>
        <p:spPr>
          <a:xfrm>
            <a:off x="4901682" y="466531"/>
            <a:ext cx="2388636" cy="429208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Project Structure</a:t>
            </a:r>
            <a:endParaRPr lang="en-US" sz="1400" dirty="0"/>
          </a:p>
        </p:txBody>
      </p:sp>
      <p:sp>
        <p:nvSpPr>
          <p:cNvPr id="5" name="Prostokąt: zaokrąglone rogi 4">
            <a:extLst>
              <a:ext uri="{FF2B5EF4-FFF2-40B4-BE49-F238E27FC236}">
                <a16:creationId xmlns:a16="http://schemas.microsoft.com/office/drawing/2014/main" id="{A6B1F588-B6DF-86E9-8C61-C298A00922F1}"/>
              </a:ext>
            </a:extLst>
          </p:cNvPr>
          <p:cNvSpPr/>
          <p:nvPr/>
        </p:nvSpPr>
        <p:spPr>
          <a:xfrm>
            <a:off x="4198776" y="1492899"/>
            <a:ext cx="3794448" cy="106369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Engine – “</a:t>
            </a:r>
            <a:r>
              <a:rPr lang="en-US" dirty="0" err="1"/>
              <a:t>FoolsEngine</a:t>
            </a:r>
            <a:r>
              <a:rPr lang="en-US" dirty="0"/>
              <a:t>”</a:t>
            </a:r>
          </a:p>
          <a:p>
            <a:pPr algn="ctr"/>
            <a:r>
              <a:rPr lang="en-US" dirty="0"/>
              <a:t>(.LIB)</a:t>
            </a:r>
          </a:p>
        </p:txBody>
      </p: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78FAB0F7-85B4-B340-D1D2-5FADFF016322}"/>
              </a:ext>
            </a:extLst>
          </p:cNvPr>
          <p:cNvSpPr/>
          <p:nvPr/>
        </p:nvSpPr>
        <p:spPr>
          <a:xfrm>
            <a:off x="4948335" y="3113313"/>
            <a:ext cx="2295330" cy="106369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Game Code</a:t>
            </a:r>
          </a:p>
          <a:p>
            <a:pPr algn="ctr"/>
            <a:r>
              <a:rPr lang="en-US" dirty="0"/>
              <a:t>(hot reloadable .DLL)</a:t>
            </a:r>
          </a:p>
          <a:p>
            <a:pPr algn="ctr"/>
            <a:r>
              <a:rPr lang="en-US" dirty="0"/>
              <a:t>PLANNED</a:t>
            </a: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299626A8-942D-CDDB-B401-0442BAD7B88C}"/>
              </a:ext>
            </a:extLst>
          </p:cNvPr>
          <p:cNvSpPr/>
          <p:nvPr/>
        </p:nvSpPr>
        <p:spPr>
          <a:xfrm>
            <a:off x="3334139" y="4733728"/>
            <a:ext cx="2581470" cy="106369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Game App – “Sandbox”</a:t>
            </a:r>
          </a:p>
          <a:p>
            <a:pPr algn="ctr"/>
            <a:r>
              <a:rPr lang="en-US" dirty="0"/>
              <a:t>(.EXE)</a:t>
            </a:r>
          </a:p>
        </p:txBody>
      </p: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596143CF-17E4-6F6D-AE88-A2732C669765}"/>
              </a:ext>
            </a:extLst>
          </p:cNvPr>
          <p:cNvSpPr/>
          <p:nvPr/>
        </p:nvSpPr>
        <p:spPr>
          <a:xfrm>
            <a:off x="6276393" y="4733728"/>
            <a:ext cx="2581470" cy="1063690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Editor – “</a:t>
            </a:r>
            <a:r>
              <a:rPr lang="en-US" dirty="0" err="1"/>
              <a:t>FoolsTools</a:t>
            </a:r>
            <a:r>
              <a:rPr lang="en-US" dirty="0"/>
              <a:t>”</a:t>
            </a:r>
          </a:p>
          <a:p>
            <a:pPr algn="ctr"/>
            <a:r>
              <a:rPr lang="en-US" dirty="0"/>
              <a:t>(.EXE)</a:t>
            </a:r>
          </a:p>
        </p:txBody>
      </p:sp>
      <p:cxnSp>
        <p:nvCxnSpPr>
          <p:cNvPr id="10" name="Łącznik prosty ze strzałką 9">
            <a:extLst>
              <a:ext uri="{FF2B5EF4-FFF2-40B4-BE49-F238E27FC236}">
                <a16:creationId xmlns:a16="http://schemas.microsoft.com/office/drawing/2014/main" id="{019B1C11-F888-50F3-E8CC-64C2F99BFFC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2556589"/>
            <a:ext cx="0" cy="556724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6C6C4044-3FFD-8A1E-EB1C-D915931E74CD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7567128" y="2556589"/>
            <a:ext cx="0" cy="2177139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Łącznik prosty ze strzałką 14">
            <a:extLst>
              <a:ext uri="{FF2B5EF4-FFF2-40B4-BE49-F238E27FC236}">
                <a16:creationId xmlns:a16="http://schemas.microsoft.com/office/drawing/2014/main" id="{0763CC2B-1409-1A68-FA08-6D028145856E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4624872" y="2556589"/>
            <a:ext cx="2" cy="2177139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Łącznik prosty ze strzałką 17">
            <a:extLst>
              <a:ext uri="{FF2B5EF4-FFF2-40B4-BE49-F238E27FC236}">
                <a16:creationId xmlns:a16="http://schemas.microsoft.com/office/drawing/2014/main" id="{53A4D493-3AF3-E676-AEAD-C0C1BD8E57B1}"/>
              </a:ext>
            </a:extLst>
          </p:cNvPr>
          <p:cNvCxnSpPr/>
          <p:nvPr/>
        </p:nvCxnSpPr>
        <p:spPr>
          <a:xfrm>
            <a:off x="6736702" y="4177003"/>
            <a:ext cx="0" cy="55672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Łącznik prosty ze strzałką 19">
            <a:extLst>
              <a:ext uri="{FF2B5EF4-FFF2-40B4-BE49-F238E27FC236}">
                <a16:creationId xmlns:a16="http://schemas.microsoft.com/office/drawing/2014/main" id="{B5D49F0C-5443-82A4-A971-491F93F78940}"/>
              </a:ext>
            </a:extLst>
          </p:cNvPr>
          <p:cNvCxnSpPr/>
          <p:nvPr/>
        </p:nvCxnSpPr>
        <p:spPr>
          <a:xfrm>
            <a:off x="5430416" y="4177003"/>
            <a:ext cx="0" cy="55672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Prostokąt: zaokrąglone rogi 20">
            <a:extLst>
              <a:ext uri="{FF2B5EF4-FFF2-40B4-BE49-F238E27FC236}">
                <a16:creationId xmlns:a16="http://schemas.microsoft.com/office/drawing/2014/main" id="{FD369852-5105-EF3C-D7C9-49E2A72BAAB0}"/>
              </a:ext>
            </a:extLst>
          </p:cNvPr>
          <p:cNvSpPr/>
          <p:nvPr/>
        </p:nvSpPr>
        <p:spPr>
          <a:xfrm>
            <a:off x="766665" y="1492899"/>
            <a:ext cx="2295330" cy="106369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External Libs</a:t>
            </a:r>
          </a:p>
          <a:p>
            <a:pPr algn="ctr"/>
            <a:r>
              <a:rPr lang="en-US" dirty="0"/>
              <a:t>(.LIB)</a:t>
            </a:r>
          </a:p>
        </p:txBody>
      </p:sp>
      <p:cxnSp>
        <p:nvCxnSpPr>
          <p:cNvPr id="22" name="Łącznik prosty ze strzałką 21">
            <a:extLst>
              <a:ext uri="{FF2B5EF4-FFF2-40B4-BE49-F238E27FC236}">
                <a16:creationId xmlns:a16="http://schemas.microsoft.com/office/drawing/2014/main" id="{B83B5A45-A7E9-837E-10B4-A226D98217C5}"/>
              </a:ext>
            </a:extLst>
          </p:cNvPr>
          <p:cNvCxnSpPr>
            <a:cxnSpLocks/>
            <a:stCxn id="21" idx="3"/>
            <a:endCxn id="5" idx="1"/>
          </p:cNvCxnSpPr>
          <p:nvPr/>
        </p:nvCxnSpPr>
        <p:spPr>
          <a:xfrm>
            <a:off x="3061995" y="2024744"/>
            <a:ext cx="1136781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4045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818EF-3816-A206-9AED-39CDEE01E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E24CF12-A67A-3DB3-1FFA-BC50F232FF67}"/>
              </a:ext>
            </a:extLst>
          </p:cNvPr>
          <p:cNvSpPr/>
          <p:nvPr/>
        </p:nvSpPr>
        <p:spPr>
          <a:xfrm>
            <a:off x="4901682" y="466531"/>
            <a:ext cx="2388636" cy="429208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Core Layers</a:t>
            </a:r>
            <a:endParaRPr lang="en-US" sz="1400" dirty="0"/>
          </a:p>
        </p:txBody>
      </p:sp>
      <p:sp>
        <p:nvSpPr>
          <p:cNvPr id="2" name="Prostokąt: zaokrąglone rogi 1">
            <a:extLst>
              <a:ext uri="{FF2B5EF4-FFF2-40B4-BE49-F238E27FC236}">
                <a16:creationId xmlns:a16="http://schemas.microsoft.com/office/drawing/2014/main" id="{366E6C57-AADA-5927-C771-0418173331A3}"/>
              </a:ext>
            </a:extLst>
          </p:cNvPr>
          <p:cNvSpPr/>
          <p:nvPr/>
        </p:nvSpPr>
        <p:spPr>
          <a:xfrm>
            <a:off x="478972" y="5350329"/>
            <a:ext cx="11234056" cy="126506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Foundation Layer</a:t>
            </a:r>
          </a:p>
        </p:txBody>
      </p: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11069426-63F8-357C-C80D-FDF076D7061D}"/>
              </a:ext>
            </a:extLst>
          </p:cNvPr>
          <p:cNvSpPr/>
          <p:nvPr/>
        </p:nvSpPr>
        <p:spPr>
          <a:xfrm>
            <a:off x="478972" y="3957718"/>
            <a:ext cx="11234056" cy="126506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Platform Layer</a:t>
            </a:r>
          </a:p>
        </p:txBody>
      </p: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42F886CD-FDB1-60DC-EC96-335D94A0318A}"/>
              </a:ext>
            </a:extLst>
          </p:cNvPr>
          <p:cNvSpPr/>
          <p:nvPr/>
        </p:nvSpPr>
        <p:spPr>
          <a:xfrm>
            <a:off x="478972" y="2572107"/>
            <a:ext cx="11234056" cy="126506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Application Layer</a:t>
            </a:r>
          </a:p>
        </p:txBody>
      </p:sp>
      <p:graphicFrame>
        <p:nvGraphicFramePr>
          <p:cNvPr id="22" name="Diagram 21">
            <a:extLst>
              <a:ext uri="{FF2B5EF4-FFF2-40B4-BE49-F238E27FC236}">
                <a16:creationId xmlns:a16="http://schemas.microsoft.com/office/drawing/2014/main" id="{7FEA399C-AE54-DBCF-9BCF-B0B54C23D5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0427315"/>
              </p:ext>
            </p:extLst>
          </p:nvPr>
        </p:nvGraphicFramePr>
        <p:xfrm>
          <a:off x="945502" y="5853396"/>
          <a:ext cx="10300996" cy="6095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23" name="Diagram 22">
            <a:extLst>
              <a:ext uri="{FF2B5EF4-FFF2-40B4-BE49-F238E27FC236}">
                <a16:creationId xmlns:a16="http://schemas.microsoft.com/office/drawing/2014/main" id="{58F5E628-07DE-3413-9CCB-1FDB12A45C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0031728"/>
              </p:ext>
            </p:extLst>
          </p:nvPr>
        </p:nvGraphicFramePr>
        <p:xfrm>
          <a:off x="2032000" y="4485672"/>
          <a:ext cx="8128000" cy="6095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24" name="Diagram 23">
            <a:extLst>
              <a:ext uri="{FF2B5EF4-FFF2-40B4-BE49-F238E27FC236}">
                <a16:creationId xmlns:a16="http://schemas.microsoft.com/office/drawing/2014/main" id="{00E84F52-8A69-D1D5-EC63-91EE5739EB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6424397"/>
              </p:ext>
            </p:extLst>
          </p:nvPr>
        </p:nvGraphicFramePr>
        <p:xfrm>
          <a:off x="2032000" y="3072063"/>
          <a:ext cx="8128000" cy="6095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sp>
        <p:nvSpPr>
          <p:cNvPr id="25" name="Prostokąt: zaokrąglone rogi 24">
            <a:extLst>
              <a:ext uri="{FF2B5EF4-FFF2-40B4-BE49-F238E27FC236}">
                <a16:creationId xmlns:a16="http://schemas.microsoft.com/office/drawing/2014/main" id="{A720D413-1C7E-FE7D-F4B4-99C203E94EC3}"/>
              </a:ext>
            </a:extLst>
          </p:cNvPr>
          <p:cNvSpPr/>
          <p:nvPr/>
        </p:nvSpPr>
        <p:spPr>
          <a:xfrm>
            <a:off x="478972" y="1175639"/>
            <a:ext cx="11234056" cy="126506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Service Layer</a:t>
            </a:r>
          </a:p>
        </p:txBody>
      </p:sp>
      <p:graphicFrame>
        <p:nvGraphicFramePr>
          <p:cNvPr id="26" name="Diagram 25">
            <a:extLst>
              <a:ext uri="{FF2B5EF4-FFF2-40B4-BE49-F238E27FC236}">
                <a16:creationId xmlns:a16="http://schemas.microsoft.com/office/drawing/2014/main" id="{7A6DDAFD-A1E8-7F5D-AE22-B414EA7A9E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2378921"/>
              </p:ext>
            </p:extLst>
          </p:nvPr>
        </p:nvGraphicFramePr>
        <p:xfrm>
          <a:off x="2032000" y="1675595"/>
          <a:ext cx="8128000" cy="6095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8" r:lo="rId19" r:qs="rId20" r:cs="rId21"/>
          </a:graphicData>
        </a:graphic>
      </p:graphicFrame>
    </p:spTree>
    <p:extLst>
      <p:ext uri="{BB962C8B-B14F-4D97-AF65-F5344CB8AC3E}">
        <p14:creationId xmlns:p14="http://schemas.microsoft.com/office/powerpoint/2010/main" val="1286821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5ECA-56E3-DE76-AA11-E3E6631D2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84F6B3-7709-56C2-6D06-D57565B7EDE1}"/>
              </a:ext>
            </a:extLst>
          </p:cNvPr>
          <p:cNvSpPr/>
          <p:nvPr/>
        </p:nvSpPr>
        <p:spPr>
          <a:xfrm>
            <a:off x="4901682" y="466530"/>
            <a:ext cx="2388636" cy="572277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dirty="0" err="1"/>
              <a:t>Lifetimes</a:t>
            </a:r>
            <a:br>
              <a:rPr lang="en-US" sz="2000" dirty="0"/>
            </a:br>
            <a:r>
              <a:rPr lang="en-US" sz="1050" dirty="0"/>
              <a:t>(temporary)</a:t>
            </a:r>
            <a:endParaRPr lang="en-US" sz="2000" dirty="0"/>
          </a:p>
        </p:txBody>
      </p:sp>
      <p:sp>
        <p:nvSpPr>
          <p:cNvPr id="3" name="Prostokąt: zaokrąglone rogi 2">
            <a:extLst>
              <a:ext uri="{FF2B5EF4-FFF2-40B4-BE49-F238E27FC236}">
                <a16:creationId xmlns:a16="http://schemas.microsoft.com/office/drawing/2014/main" id="{B8329270-A902-76C9-B4EA-DEC8A943A76D}"/>
              </a:ext>
            </a:extLst>
          </p:cNvPr>
          <p:cNvSpPr/>
          <p:nvPr/>
        </p:nvSpPr>
        <p:spPr>
          <a:xfrm>
            <a:off x="524075" y="5253134"/>
            <a:ext cx="11134530" cy="264368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Logging, Profiling, Allocators</a:t>
            </a: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BF8F6450-A2CD-771B-251F-27065967F3AD}"/>
              </a:ext>
            </a:extLst>
          </p:cNvPr>
          <p:cNvSpPr/>
          <p:nvPr/>
        </p:nvSpPr>
        <p:spPr>
          <a:xfrm>
            <a:off x="702906" y="4921896"/>
            <a:ext cx="10776868" cy="26436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Application</a:t>
            </a:r>
          </a:p>
        </p:txBody>
      </p: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70C8249B-2BDB-832B-DE76-52D3F40E2618}"/>
              </a:ext>
            </a:extLst>
          </p:cNvPr>
          <p:cNvSpPr/>
          <p:nvPr/>
        </p:nvSpPr>
        <p:spPr>
          <a:xfrm>
            <a:off x="920620" y="4590658"/>
            <a:ext cx="10341440" cy="26436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Platform</a:t>
            </a:r>
          </a:p>
        </p:txBody>
      </p: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58BF4F8C-8836-DB35-6F59-B093F4D3ED9F}"/>
              </a:ext>
            </a:extLst>
          </p:cNvPr>
          <p:cNvSpPr/>
          <p:nvPr/>
        </p:nvSpPr>
        <p:spPr>
          <a:xfrm>
            <a:off x="1125894" y="4259420"/>
            <a:ext cx="9930892" cy="26436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Render Context</a:t>
            </a:r>
          </a:p>
        </p:txBody>
      </p: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EE15F85B-24F1-1A17-C43B-05E0CA61758E}"/>
              </a:ext>
            </a:extLst>
          </p:cNvPr>
          <p:cNvSpPr/>
          <p:nvPr/>
        </p:nvSpPr>
        <p:spPr>
          <a:xfrm>
            <a:off x="1343608" y="3928182"/>
            <a:ext cx="9495464" cy="26436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Window</a:t>
            </a:r>
          </a:p>
        </p:txBody>
      </p:sp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0C5183EE-B2B1-4103-C98E-A79E67E4D405}"/>
              </a:ext>
            </a:extLst>
          </p:cNvPr>
          <p:cNvSpPr/>
          <p:nvPr/>
        </p:nvSpPr>
        <p:spPr>
          <a:xfrm>
            <a:off x="1561322" y="3596944"/>
            <a:ext cx="9060036" cy="264368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Renderer</a:t>
            </a:r>
          </a:p>
        </p:txBody>
      </p:sp>
      <p:sp>
        <p:nvSpPr>
          <p:cNvPr id="18" name="Prostokąt: zaokrąglone rogi 17">
            <a:extLst>
              <a:ext uri="{FF2B5EF4-FFF2-40B4-BE49-F238E27FC236}">
                <a16:creationId xmlns:a16="http://schemas.microsoft.com/office/drawing/2014/main" id="{C4ACE650-1AF3-1B15-9047-D597F5A5919B}"/>
              </a:ext>
            </a:extLst>
          </p:cNvPr>
          <p:cNvSpPr/>
          <p:nvPr/>
        </p:nvSpPr>
        <p:spPr>
          <a:xfrm>
            <a:off x="1785257" y="3265706"/>
            <a:ext cx="8621486" cy="26436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Types Registries</a:t>
            </a:r>
          </a:p>
        </p:txBody>
      </p:sp>
      <p:sp>
        <p:nvSpPr>
          <p:cNvPr id="19" name="Prostokąt: zaokrąglone rogi 18">
            <a:extLst>
              <a:ext uri="{FF2B5EF4-FFF2-40B4-BE49-F238E27FC236}">
                <a16:creationId xmlns:a16="http://schemas.microsoft.com/office/drawing/2014/main" id="{26DFFA3B-6CC1-BD1E-5241-C51CCD62AF40}"/>
              </a:ext>
            </a:extLst>
          </p:cNvPr>
          <p:cNvSpPr/>
          <p:nvPr/>
        </p:nvSpPr>
        <p:spPr>
          <a:xfrm>
            <a:off x="2009192" y="2928262"/>
            <a:ext cx="8164296" cy="264368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Asset Manager</a:t>
            </a:r>
          </a:p>
        </p:txBody>
      </p: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20E52509-5065-0B09-82D5-A1A08DD23DF2}"/>
              </a:ext>
            </a:extLst>
          </p:cNvPr>
          <p:cNvSpPr/>
          <p:nvPr/>
        </p:nvSpPr>
        <p:spPr>
          <a:xfrm>
            <a:off x="2220686" y="2593922"/>
            <a:ext cx="7731974" cy="26436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Core layers (</a:t>
            </a:r>
            <a:r>
              <a:rPr lang="en-US" sz="1600" dirty="0" err="1"/>
              <a:t>ApplicationLayer</a:t>
            </a:r>
            <a:r>
              <a:rPr lang="en-US" sz="1600" dirty="0"/>
              <a:t>, </a:t>
            </a:r>
            <a:r>
              <a:rPr lang="en-US" sz="1600" dirty="0" err="1"/>
              <a:t>ImGuiLayer</a:t>
            </a:r>
            <a:r>
              <a:rPr lang="en-US" sz="1600" dirty="0"/>
              <a:t>)</a:t>
            </a:r>
          </a:p>
        </p:txBody>
      </p:sp>
      <p:sp>
        <p:nvSpPr>
          <p:cNvPr id="22" name="Prostokąt: zaokrąglone rogi 21">
            <a:extLst>
              <a:ext uri="{FF2B5EF4-FFF2-40B4-BE49-F238E27FC236}">
                <a16:creationId xmlns:a16="http://schemas.microsoft.com/office/drawing/2014/main" id="{50D6541F-FA5D-A66C-CB04-00D158D44322}"/>
              </a:ext>
            </a:extLst>
          </p:cNvPr>
          <p:cNvSpPr/>
          <p:nvPr/>
        </p:nvSpPr>
        <p:spPr>
          <a:xfrm>
            <a:off x="2444620" y="2262683"/>
            <a:ext cx="7284106" cy="26436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Client Application</a:t>
            </a:r>
          </a:p>
        </p:txBody>
      </p:sp>
      <p:cxnSp>
        <p:nvCxnSpPr>
          <p:cNvPr id="5" name="Łącznik prosty ze strzałką 4">
            <a:extLst>
              <a:ext uri="{FF2B5EF4-FFF2-40B4-BE49-F238E27FC236}">
                <a16:creationId xmlns:a16="http://schemas.microsoft.com/office/drawing/2014/main" id="{B56D2E5F-068A-A96F-8D66-96CB802655B2}"/>
              </a:ext>
            </a:extLst>
          </p:cNvPr>
          <p:cNvCxnSpPr/>
          <p:nvPr/>
        </p:nvCxnSpPr>
        <p:spPr>
          <a:xfrm>
            <a:off x="3449220" y="5941654"/>
            <a:ext cx="5542384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pole tekstowe 5">
            <a:extLst>
              <a:ext uri="{FF2B5EF4-FFF2-40B4-BE49-F238E27FC236}">
                <a16:creationId xmlns:a16="http://schemas.microsoft.com/office/drawing/2014/main" id="{16DF4EB5-61DF-B416-5282-8BD53F8C8706}"/>
              </a:ext>
            </a:extLst>
          </p:cNvPr>
          <p:cNvSpPr txBox="1"/>
          <p:nvPr/>
        </p:nvSpPr>
        <p:spPr>
          <a:xfrm>
            <a:off x="5511285" y="5572322"/>
            <a:ext cx="141825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Time</a:t>
            </a:r>
          </a:p>
        </p:txBody>
      </p:sp>
      <p:sp>
        <p:nvSpPr>
          <p:cNvPr id="2" name="Prostokąt: zaokrąglone rogi 1">
            <a:extLst>
              <a:ext uri="{FF2B5EF4-FFF2-40B4-BE49-F238E27FC236}">
                <a16:creationId xmlns:a16="http://schemas.microsoft.com/office/drawing/2014/main" id="{7AF1F8FC-7548-D9F0-980C-A86F63D9E223}"/>
              </a:ext>
            </a:extLst>
          </p:cNvPr>
          <p:cNvSpPr/>
          <p:nvPr/>
        </p:nvSpPr>
        <p:spPr>
          <a:xfrm>
            <a:off x="6207966" y="1925239"/>
            <a:ext cx="3289036" cy="26436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Runtime</a:t>
            </a: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F82BCBF4-23E5-A7C8-03D8-B1EAFD357D85}"/>
              </a:ext>
            </a:extLst>
          </p:cNvPr>
          <p:cNvSpPr/>
          <p:nvPr/>
        </p:nvSpPr>
        <p:spPr>
          <a:xfrm>
            <a:off x="2694997" y="1923894"/>
            <a:ext cx="3289036" cy="26436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Project Loading/Creation</a:t>
            </a:r>
          </a:p>
        </p:txBody>
      </p:sp>
    </p:spTree>
    <p:extLst>
      <p:ext uri="{BB962C8B-B14F-4D97-AF65-F5344CB8AC3E}">
        <p14:creationId xmlns:p14="http://schemas.microsoft.com/office/powerpoint/2010/main" val="3509704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8558</TotalTime>
  <Words>146</Words>
  <Application>Microsoft Office PowerPoint</Application>
  <PresentationFormat>Panoramiczny</PresentationFormat>
  <Paragraphs>62</Paragraphs>
  <Slides>4</Slides>
  <Notes>2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Paweł</dc:creator>
  <cp:lastModifiedBy>Paweł</cp:lastModifiedBy>
  <cp:revision>25</cp:revision>
  <dcterms:created xsi:type="dcterms:W3CDTF">2024-03-28T22:47:25Z</dcterms:created>
  <dcterms:modified xsi:type="dcterms:W3CDTF">2026-04-05T03:50:32Z</dcterms:modified>
</cp:coreProperties>
</file>
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2" r:id="rId3"/>
    <p:sldId id="263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weł" initials="P" lastIdx="1" clrIdx="0">
    <p:extLst>
      <p:ext uri="{19B8F6BF-5375-455C-9EA6-DF929625EA0E}">
        <p15:presenceInfo xmlns:p15="http://schemas.microsoft.com/office/powerpoint/2012/main" userId="Paweł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Styl jasny 3 — Ak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7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6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2DD2C-27F7-4F93-96E8-CD28AD9267D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D7F03-7197-42E4-9778-D52D335F3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75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D7F03-7197-42E4-9778-D52D335F30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88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D7F03-7197-42E4-9778-D52D335F30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6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32CA-85A8-A44F-F7F0-802848A94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FFC50-B98E-45BB-0118-2B09714D3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2D5DF-840E-0993-11D1-AAA521D5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4D1D5-E8AF-342E-705C-AE4C0108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52823-B688-A38B-17EF-3FEDFDA5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3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E4B3-132B-83A5-2743-CBE9BC3BC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CCFE-7693-8884-0C3F-822ABA3C6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B34CA-5271-55F1-6AFA-82A90882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BFFB0-D236-17CC-F596-41DA82DA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F85A3-9CB6-5F69-EFCD-88F1076F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5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20B7-F9C9-13AC-B4AE-B3967BC9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E9105-ABDA-4736-7007-B6853BE17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D09C2-4FA4-0F6D-65FA-995661FDE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B737E-1B51-2B0C-79C3-AA1AB3D1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B55B-30F4-FCF5-72BA-81C84BA55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3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6031-7FB2-0C1D-5A93-52B986191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B9E38-7FC2-F7AE-DD61-974B30AAD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273DE-30CA-5A8B-1AB6-D3CADE634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2EBAD-4F63-5B18-B8AF-B5E37CF27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D032F-EF20-749F-D600-7277E3AE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DE34E-5F86-0A0C-E6E1-28959B81B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8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D96A-B277-8388-F7B0-5068DFBDE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34513-3231-231C-130B-F655B007B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11966-1223-9692-C64C-68F6B5FEC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459A1-DC9E-0C88-F6FD-194B467F8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0B534A-BCC5-4FE9-E055-5FC972A8D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C15C0B-27A2-7AE2-BC80-3AE861F2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BFA42A-C695-11E1-7724-7BB32D878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103B81-5DD6-63D1-593D-55CA3AFA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32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D25D-BADB-7C0C-DD66-A9E2B4A4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65EB57-2494-4E83-7292-75DF2717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E685C-6440-03FB-8C4E-59070373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A13E0-BE0E-980D-818A-8E88C06C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3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A45830-6E9B-9456-6CA8-2377D36D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8CA50-43E3-8CE3-98AC-DE04D18E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8B89A-8DFE-4D36-2508-C08FC9E6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5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15379-2ECF-A6D6-B85D-90DF8087E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03E64-CE2D-7B8B-63BD-B48235499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AFBA4-928B-9329-F1DF-AF1F9E436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F36D3-E685-24AF-F778-65396A07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C4B8E-4840-0DF1-2189-93EBC2B7A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DF11D-93C4-70A3-E20A-67B460A1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21D6-A2A9-5C00-555B-CF8EFF23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8E170-7BC2-1FA9-716D-DA05A4B55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034C9-83A4-D79F-3719-2F4F0D746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02F53-6C2A-E201-F362-CA043AA61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5F5C9-FC76-4AB3-2AAE-D1ECD043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40C9-E37A-0F43-A1B8-1C15AC8B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1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199B-9503-B417-CF08-73FB88A7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CB738-529D-4CA4-E043-AA4DE1B54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E0CD9-0448-8E6C-4B78-2CECD1EF5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2D9D0-E7BC-793F-EBD5-E50CFEE3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D2100-B4C9-9382-D087-4543B17B2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3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753A06-C757-3F42-1BE6-EFD332C3E9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C61104-2880-E51C-E0C6-52AF223B7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6BE62-7C0C-A74A-D0C1-7FCF9DA0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8DD3E-CA3A-05B3-CA96-C920EB44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3BBBF-35DD-F10B-827A-E14C9728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5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749CB-74CC-5D46-B148-11027265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D360-C622-AB11-B89C-2B0A30A0C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FD4EE-E6CB-BF3A-214B-B0C817C9E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DC7D5-4D76-4679-A391-31CBAFA9093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2BDF7-3175-7879-1EFB-79C312B11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CFED2-DD52-1D59-3D1A-CB449D5D8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09E66-07F0-48AB-B31F-400C003F3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5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48">
            <a:extLst>
              <a:ext uri="{FF2B5EF4-FFF2-40B4-BE49-F238E27FC236}">
                <a16:creationId xmlns:a16="http://schemas.microsoft.com/office/drawing/2014/main" id="{00E3EF20-8713-973F-1F1F-5AC08054FF40}"/>
              </a:ext>
            </a:extLst>
          </p:cNvPr>
          <p:cNvSpPr/>
          <p:nvPr/>
        </p:nvSpPr>
        <p:spPr>
          <a:xfrm>
            <a:off x="2930925" y="2077081"/>
            <a:ext cx="6330150" cy="2703838"/>
          </a:xfrm>
          <a:prstGeom prst="roundRect">
            <a:avLst>
              <a:gd name="adj" fmla="val 9724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Core Architecture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of Fools Engine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8E659E-F4D7-EE37-2E21-72B8063294EB}"/>
              </a:ext>
            </a:extLst>
          </p:cNvPr>
          <p:cNvSpPr/>
          <p:nvPr/>
        </p:nvSpPr>
        <p:spPr>
          <a:xfrm>
            <a:off x="6891306" y="4638612"/>
            <a:ext cx="2113415" cy="442061"/>
          </a:xfrm>
          <a:prstGeom prst="roundRect">
            <a:avLst>
              <a:gd name="adj" fmla="val 33105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in progress</a:t>
            </a:r>
          </a:p>
        </p:txBody>
      </p:sp>
    </p:spTree>
    <p:extLst>
      <p:ext uri="{BB962C8B-B14F-4D97-AF65-F5344CB8AC3E}">
        <p14:creationId xmlns:p14="http://schemas.microsoft.com/office/powerpoint/2010/main" val="1782496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5EEAA0-BA8E-B192-BBB1-12A181CEC021}"/>
              </a:ext>
            </a:extLst>
          </p:cNvPr>
          <p:cNvSpPr/>
          <p:nvPr/>
        </p:nvSpPr>
        <p:spPr>
          <a:xfrm>
            <a:off x="4901682" y="466531"/>
            <a:ext cx="2388636" cy="42920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Project Structure</a:t>
            </a:r>
            <a:endParaRPr lang="en-US" sz="1400" dirty="0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A6B1F588-B6DF-86E9-8C61-C298A00922F1}"/>
              </a:ext>
            </a:extLst>
          </p:cNvPr>
          <p:cNvSpPr/>
          <p:nvPr/>
        </p:nvSpPr>
        <p:spPr>
          <a:xfrm>
            <a:off x="4198776" y="1492899"/>
            <a:ext cx="3794448" cy="106369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Engine – “</a:t>
            </a:r>
            <a:r>
              <a:rPr lang="en-US" dirty="0" err="1"/>
              <a:t>FoolsEngine</a:t>
            </a:r>
            <a:r>
              <a:rPr lang="en-US" dirty="0"/>
              <a:t>”</a:t>
            </a:r>
          </a:p>
          <a:p>
            <a:pPr algn="ctr"/>
            <a:r>
              <a:rPr lang="en-US" dirty="0"/>
              <a:t>(LIB)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78FAB0F7-85B4-B340-D1D2-5FADFF016322}"/>
              </a:ext>
            </a:extLst>
          </p:cNvPr>
          <p:cNvSpPr/>
          <p:nvPr/>
        </p:nvSpPr>
        <p:spPr>
          <a:xfrm>
            <a:off x="4948335" y="3113313"/>
            <a:ext cx="2295330" cy="106369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Game Code</a:t>
            </a:r>
          </a:p>
          <a:p>
            <a:pPr algn="ctr"/>
            <a:r>
              <a:rPr lang="en-US" dirty="0"/>
              <a:t>(hot reloadable DLL)</a:t>
            </a:r>
          </a:p>
          <a:p>
            <a:pPr algn="ctr"/>
            <a:r>
              <a:rPr lang="en-US" dirty="0"/>
              <a:t>PLANNED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299626A8-942D-CDDB-B401-0442BAD7B88C}"/>
              </a:ext>
            </a:extLst>
          </p:cNvPr>
          <p:cNvSpPr/>
          <p:nvPr/>
        </p:nvSpPr>
        <p:spPr>
          <a:xfrm>
            <a:off x="3334139" y="4733728"/>
            <a:ext cx="2581470" cy="106369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 App – “Sandbox”</a:t>
            </a:r>
          </a:p>
          <a:p>
            <a:pPr algn="ctr"/>
            <a:r>
              <a:rPr lang="en-US" dirty="0"/>
              <a:t>(EXE)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596143CF-17E4-6F6D-AE88-A2732C669765}"/>
              </a:ext>
            </a:extLst>
          </p:cNvPr>
          <p:cNvSpPr/>
          <p:nvPr/>
        </p:nvSpPr>
        <p:spPr>
          <a:xfrm>
            <a:off x="6276393" y="4733728"/>
            <a:ext cx="2581470" cy="106369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Editor – “</a:t>
            </a:r>
            <a:r>
              <a:rPr lang="en-US" dirty="0" err="1"/>
              <a:t>FoolsTools</a:t>
            </a:r>
            <a:r>
              <a:rPr lang="en-US" dirty="0"/>
              <a:t>”</a:t>
            </a:r>
          </a:p>
          <a:p>
            <a:pPr algn="ctr"/>
            <a:r>
              <a:rPr lang="en-US" dirty="0"/>
              <a:t>(EXE)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019B1C11-F888-50F3-E8CC-64C2F99BFFC5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96000" y="2556589"/>
            <a:ext cx="0" cy="55672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6C6C4044-3FFD-8A1E-EB1C-D915931E74C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567128" y="2556589"/>
            <a:ext cx="0" cy="217713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0763CC2B-1409-1A68-FA08-6D028145856E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4624872" y="2556589"/>
            <a:ext cx="2" cy="217713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53A4D493-3AF3-E676-AEAD-C0C1BD8E57B1}"/>
              </a:ext>
            </a:extLst>
          </p:cNvPr>
          <p:cNvCxnSpPr/>
          <p:nvPr/>
        </p:nvCxnSpPr>
        <p:spPr>
          <a:xfrm>
            <a:off x="6736702" y="4177003"/>
            <a:ext cx="0" cy="55672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B5D49F0C-5443-82A4-A971-491F93F78940}"/>
              </a:ext>
            </a:extLst>
          </p:cNvPr>
          <p:cNvCxnSpPr/>
          <p:nvPr/>
        </p:nvCxnSpPr>
        <p:spPr>
          <a:xfrm>
            <a:off x="5430416" y="4177003"/>
            <a:ext cx="0" cy="55672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FD369852-5105-EF3C-D7C9-49E2A72BAAB0}"/>
              </a:ext>
            </a:extLst>
          </p:cNvPr>
          <p:cNvSpPr/>
          <p:nvPr/>
        </p:nvSpPr>
        <p:spPr>
          <a:xfrm>
            <a:off x="766665" y="1492899"/>
            <a:ext cx="2295330" cy="106369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External Libs</a:t>
            </a:r>
          </a:p>
          <a:p>
            <a:pPr algn="ctr"/>
            <a:r>
              <a:rPr lang="en-US" dirty="0"/>
              <a:t>(LIB)</a:t>
            </a: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B83B5A45-A7E9-837E-10B4-A226D98217C5}"/>
              </a:ext>
            </a:extLst>
          </p:cNvPr>
          <p:cNvCxnSpPr>
            <a:cxnSpLocks/>
            <a:stCxn id="21" idx="3"/>
            <a:endCxn id="5" idx="1"/>
          </p:cNvCxnSpPr>
          <p:nvPr/>
        </p:nvCxnSpPr>
        <p:spPr>
          <a:xfrm>
            <a:off x="3061995" y="2024744"/>
            <a:ext cx="113678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04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818EF-3816-A206-9AED-39CDEE01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24CF12-A67A-3DB3-1FFA-BC50F232FF67}"/>
              </a:ext>
            </a:extLst>
          </p:cNvPr>
          <p:cNvSpPr/>
          <p:nvPr/>
        </p:nvSpPr>
        <p:spPr>
          <a:xfrm>
            <a:off x="4901682" y="466531"/>
            <a:ext cx="2388636" cy="42920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Core Layers</a:t>
            </a:r>
            <a:endParaRPr lang="en-US" sz="1400" dirty="0"/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366E6C57-AADA-5927-C771-0418173331A3}"/>
              </a:ext>
            </a:extLst>
          </p:cNvPr>
          <p:cNvSpPr/>
          <p:nvPr/>
        </p:nvSpPr>
        <p:spPr>
          <a:xfrm>
            <a:off x="478972" y="4802157"/>
            <a:ext cx="11234056" cy="101081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Foundation Layer</a:t>
            </a: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B8F3FBD3-C67B-9997-BA90-8A3F07431D67}"/>
              </a:ext>
            </a:extLst>
          </p:cNvPr>
          <p:cNvSpPr/>
          <p:nvPr/>
        </p:nvSpPr>
        <p:spPr>
          <a:xfrm>
            <a:off x="1184964" y="5231361"/>
            <a:ext cx="1138323" cy="454087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Logging</a:t>
            </a: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64876DB2-099D-C479-C890-EC75D6AEF45C}"/>
              </a:ext>
            </a:extLst>
          </p:cNvPr>
          <p:cNvSpPr/>
          <p:nvPr/>
        </p:nvSpPr>
        <p:spPr>
          <a:xfrm>
            <a:off x="6395214" y="5231362"/>
            <a:ext cx="1138323" cy="454087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Allocators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11069426-63F8-357C-C80D-FDF076D7061D}"/>
              </a:ext>
            </a:extLst>
          </p:cNvPr>
          <p:cNvSpPr/>
          <p:nvPr/>
        </p:nvSpPr>
        <p:spPr>
          <a:xfrm>
            <a:off x="478972" y="3211287"/>
            <a:ext cx="11234056" cy="101081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Platform Layer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350DFB50-7101-399F-75C8-04B0051F65A4}"/>
              </a:ext>
            </a:extLst>
          </p:cNvPr>
          <p:cNvSpPr/>
          <p:nvPr/>
        </p:nvSpPr>
        <p:spPr>
          <a:xfrm>
            <a:off x="615803" y="3646714"/>
            <a:ext cx="1138323" cy="45408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File I/O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DE36A00E-7727-E967-0154-88CE0530846F}"/>
              </a:ext>
            </a:extLst>
          </p:cNvPr>
          <p:cNvSpPr/>
          <p:nvPr/>
        </p:nvSpPr>
        <p:spPr>
          <a:xfrm>
            <a:off x="2252815" y="3646716"/>
            <a:ext cx="1138323" cy="45408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Platform Detection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90823743-E95B-9868-185B-A9E30D97783F}"/>
              </a:ext>
            </a:extLst>
          </p:cNvPr>
          <p:cNvSpPr/>
          <p:nvPr/>
        </p:nvSpPr>
        <p:spPr>
          <a:xfrm>
            <a:off x="8131964" y="5231361"/>
            <a:ext cx="1138323" cy="454087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Assertions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8E4259F7-30F6-9A1C-374E-AFE8677F31B0}"/>
              </a:ext>
            </a:extLst>
          </p:cNvPr>
          <p:cNvSpPr/>
          <p:nvPr/>
        </p:nvSpPr>
        <p:spPr>
          <a:xfrm>
            <a:off x="9868712" y="5231360"/>
            <a:ext cx="1138323" cy="454087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Profiling</a:t>
            </a: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84511EE8-E4AA-4571-7F30-6EC9B884B0E5}"/>
              </a:ext>
            </a:extLst>
          </p:cNvPr>
          <p:cNvSpPr/>
          <p:nvPr/>
        </p:nvSpPr>
        <p:spPr>
          <a:xfrm>
            <a:off x="3889827" y="3629613"/>
            <a:ext cx="1138323" cy="45408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Graphics API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066F4DC9-9186-8982-59DA-AEE3A6F58DC3}"/>
              </a:ext>
            </a:extLst>
          </p:cNvPr>
          <p:cNvSpPr/>
          <p:nvPr/>
        </p:nvSpPr>
        <p:spPr>
          <a:xfrm>
            <a:off x="5526839" y="3646715"/>
            <a:ext cx="1138323" cy="45408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Window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C6BC2550-72CE-D6D5-8C25-5D71EA04EDFB}"/>
              </a:ext>
            </a:extLst>
          </p:cNvPr>
          <p:cNvSpPr/>
          <p:nvPr/>
        </p:nvSpPr>
        <p:spPr>
          <a:xfrm>
            <a:off x="7163851" y="3646715"/>
            <a:ext cx="1138323" cy="45408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Swapchain</a:t>
            </a:r>
            <a:endParaRPr lang="en-US" sz="1400" dirty="0"/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D3345082-99A5-A849-03C0-555D2484B34B}"/>
              </a:ext>
            </a:extLst>
          </p:cNvPr>
          <p:cNvSpPr/>
          <p:nvPr/>
        </p:nvSpPr>
        <p:spPr>
          <a:xfrm>
            <a:off x="10437874" y="3646714"/>
            <a:ext cx="1138323" cy="45408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Input polling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42F886CD-FDB1-60DC-EC96-335D94A0318A}"/>
              </a:ext>
            </a:extLst>
          </p:cNvPr>
          <p:cNvSpPr/>
          <p:nvPr/>
        </p:nvSpPr>
        <p:spPr>
          <a:xfrm>
            <a:off x="478972" y="1620417"/>
            <a:ext cx="11234056" cy="101081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Application Layer</a:t>
            </a: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2EDF1FDD-8E7A-90AA-8E4B-11324640AEC3}"/>
              </a:ext>
            </a:extLst>
          </p:cNvPr>
          <p:cNvSpPr/>
          <p:nvPr/>
        </p:nvSpPr>
        <p:spPr>
          <a:xfrm>
            <a:off x="615803" y="2055845"/>
            <a:ext cx="1138323" cy="4540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Application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4B87D7A6-49E7-5E20-241F-8758561D2C96}"/>
              </a:ext>
            </a:extLst>
          </p:cNvPr>
          <p:cNvSpPr/>
          <p:nvPr/>
        </p:nvSpPr>
        <p:spPr>
          <a:xfrm>
            <a:off x="3422109" y="2055844"/>
            <a:ext cx="1138323" cy="4540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Startup, Shutdown</a:t>
            </a:r>
          </a:p>
        </p:txBody>
      </p: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2D45F15D-0AC4-0927-97A9-EF1976F528A2}"/>
              </a:ext>
            </a:extLst>
          </p:cNvPr>
          <p:cNvSpPr/>
          <p:nvPr/>
        </p:nvSpPr>
        <p:spPr>
          <a:xfrm>
            <a:off x="4825262" y="2038743"/>
            <a:ext cx="1138323" cy="4540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IoC Layers Stack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9974360C-F022-DD99-7A62-8D1E752A668F}"/>
              </a:ext>
            </a:extLst>
          </p:cNvPr>
          <p:cNvSpPr/>
          <p:nvPr/>
        </p:nvSpPr>
        <p:spPr>
          <a:xfrm>
            <a:off x="6228415" y="2055844"/>
            <a:ext cx="1138323" cy="4540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EC0CC2D6-884E-787C-E728-C56CA15B36BD}"/>
              </a:ext>
            </a:extLst>
          </p:cNvPr>
          <p:cNvSpPr/>
          <p:nvPr/>
        </p:nvSpPr>
        <p:spPr>
          <a:xfrm>
            <a:off x="7631568" y="2055844"/>
            <a:ext cx="1138323" cy="4540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Type Registries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2016A259-602C-1720-F899-4331BEF1AB50}"/>
              </a:ext>
            </a:extLst>
          </p:cNvPr>
          <p:cNvSpPr/>
          <p:nvPr/>
        </p:nvSpPr>
        <p:spPr>
          <a:xfrm>
            <a:off x="9034721" y="2055844"/>
            <a:ext cx="1138323" cy="4540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UUID</a:t>
            </a:r>
          </a:p>
        </p:txBody>
      </p: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449ABC7D-7EC9-8311-8923-CFAC7447FF1F}"/>
              </a:ext>
            </a:extLst>
          </p:cNvPr>
          <p:cNvSpPr/>
          <p:nvPr/>
        </p:nvSpPr>
        <p:spPr>
          <a:xfrm>
            <a:off x="8800863" y="3646714"/>
            <a:ext cx="1138323" cy="45408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OS events</a:t>
            </a: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39C24A91-D400-6CD7-A53D-453842EF7729}"/>
              </a:ext>
            </a:extLst>
          </p:cNvPr>
          <p:cNvSpPr/>
          <p:nvPr/>
        </p:nvSpPr>
        <p:spPr>
          <a:xfrm>
            <a:off x="10437874" y="2038743"/>
            <a:ext cx="1138323" cy="4540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 Module</a:t>
            </a:r>
          </a:p>
        </p:txBody>
      </p:sp>
      <p:sp>
        <p:nvSpPr>
          <p:cNvPr id="33" name="Prostokąt: zaokrąglone rogi 32">
            <a:extLst>
              <a:ext uri="{FF2B5EF4-FFF2-40B4-BE49-F238E27FC236}">
                <a16:creationId xmlns:a16="http://schemas.microsoft.com/office/drawing/2014/main" id="{66D8BB27-4BF9-4A39-A5A7-46710B24F0CC}"/>
              </a:ext>
            </a:extLst>
          </p:cNvPr>
          <p:cNvSpPr/>
          <p:nvPr/>
        </p:nvSpPr>
        <p:spPr>
          <a:xfrm>
            <a:off x="2018956" y="2055844"/>
            <a:ext cx="1138323" cy="4540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ImGui</a:t>
            </a:r>
            <a:endParaRPr lang="en-US" sz="1400" dirty="0"/>
          </a:p>
        </p:txBody>
      </p: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9E6A4074-679D-A492-B233-1E3299DE4A0D}"/>
              </a:ext>
            </a:extLst>
          </p:cNvPr>
          <p:cNvSpPr/>
          <p:nvPr/>
        </p:nvSpPr>
        <p:spPr>
          <a:xfrm>
            <a:off x="2921714" y="5231361"/>
            <a:ext cx="1138323" cy="454087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Enum struct</a:t>
            </a:r>
          </a:p>
        </p:txBody>
      </p:sp>
      <p:sp>
        <p:nvSpPr>
          <p:cNvPr id="35" name="Prostokąt: zaokrąglone rogi 34">
            <a:extLst>
              <a:ext uri="{FF2B5EF4-FFF2-40B4-BE49-F238E27FC236}">
                <a16:creationId xmlns:a16="http://schemas.microsoft.com/office/drawing/2014/main" id="{19FBD40F-2ED5-500D-9033-EA588BE52B43}"/>
              </a:ext>
            </a:extLst>
          </p:cNvPr>
          <p:cNvSpPr/>
          <p:nvPr/>
        </p:nvSpPr>
        <p:spPr>
          <a:xfrm>
            <a:off x="4658464" y="5231360"/>
            <a:ext cx="1138323" cy="454087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Math library</a:t>
            </a:r>
          </a:p>
        </p:txBody>
      </p:sp>
    </p:spTree>
    <p:extLst>
      <p:ext uri="{BB962C8B-B14F-4D97-AF65-F5344CB8AC3E}">
        <p14:creationId xmlns:p14="http://schemas.microsoft.com/office/powerpoint/2010/main" val="128682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5ECA-56E3-DE76-AA11-E3E6631D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84F6B3-7709-56C2-6D06-D57565B7EDE1}"/>
              </a:ext>
            </a:extLst>
          </p:cNvPr>
          <p:cNvSpPr/>
          <p:nvPr/>
        </p:nvSpPr>
        <p:spPr>
          <a:xfrm>
            <a:off x="4901682" y="466531"/>
            <a:ext cx="2388636" cy="42920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 err="1"/>
              <a:t>Lifetimes</a:t>
            </a:r>
            <a:r>
              <a:rPr lang="en-US" sz="2000" dirty="0"/>
              <a:t> </a:t>
            </a:r>
            <a:r>
              <a:rPr lang="en-US" sz="1050" dirty="0"/>
              <a:t>(temporary)</a:t>
            </a:r>
            <a:endParaRPr lang="en-US" sz="2000" dirty="0"/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B8329270-A902-76C9-B4EA-DEC8A943A76D}"/>
              </a:ext>
            </a:extLst>
          </p:cNvPr>
          <p:cNvSpPr/>
          <p:nvPr/>
        </p:nvSpPr>
        <p:spPr>
          <a:xfrm>
            <a:off x="528735" y="4797491"/>
            <a:ext cx="11134530" cy="26436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Logging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BF8F6450-A2CD-771B-251F-27065967F3AD}"/>
              </a:ext>
            </a:extLst>
          </p:cNvPr>
          <p:cNvSpPr/>
          <p:nvPr/>
        </p:nvSpPr>
        <p:spPr>
          <a:xfrm>
            <a:off x="845976" y="4466253"/>
            <a:ext cx="10500048" cy="26436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Application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70C8249B-2BDB-832B-DE76-52D3F40E2618}"/>
              </a:ext>
            </a:extLst>
          </p:cNvPr>
          <p:cNvSpPr/>
          <p:nvPr/>
        </p:nvSpPr>
        <p:spPr>
          <a:xfrm>
            <a:off x="1206759" y="4135015"/>
            <a:ext cx="9778482" cy="26436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Allocators</a:t>
            </a: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58BF4F8C-8836-DB35-6F59-B093F4D3ED9F}"/>
              </a:ext>
            </a:extLst>
          </p:cNvPr>
          <p:cNvSpPr/>
          <p:nvPr/>
        </p:nvSpPr>
        <p:spPr>
          <a:xfrm>
            <a:off x="1604867" y="3803777"/>
            <a:ext cx="9069356" cy="26436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Platform Abstraction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EE15F85B-24F1-1A17-C43B-05E0CA61758E}"/>
              </a:ext>
            </a:extLst>
          </p:cNvPr>
          <p:cNvSpPr/>
          <p:nvPr/>
        </p:nvSpPr>
        <p:spPr>
          <a:xfrm>
            <a:off x="1878563" y="3472539"/>
            <a:ext cx="8347788" cy="26436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Rendering, Window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0C5183EE-B2B1-4103-C98E-A79E67E4D405}"/>
              </a:ext>
            </a:extLst>
          </p:cNvPr>
          <p:cNvSpPr/>
          <p:nvPr/>
        </p:nvSpPr>
        <p:spPr>
          <a:xfrm>
            <a:off x="2251788" y="3141301"/>
            <a:ext cx="7688424" cy="26436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Types Registries</a:t>
            </a:r>
          </a:p>
        </p:txBody>
      </p: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C4ACE650-1AF3-1B15-9047-D597F5A5919B}"/>
              </a:ext>
            </a:extLst>
          </p:cNvPr>
          <p:cNvSpPr/>
          <p:nvPr/>
        </p:nvSpPr>
        <p:spPr>
          <a:xfrm>
            <a:off x="2556588" y="2810063"/>
            <a:ext cx="7078824" cy="26436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Asset Manager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26DFFA3B-6CC1-BD1E-5241-C51CCD62AF40}"/>
              </a:ext>
            </a:extLst>
          </p:cNvPr>
          <p:cNvSpPr/>
          <p:nvPr/>
        </p:nvSpPr>
        <p:spPr>
          <a:xfrm>
            <a:off x="2892490" y="2475722"/>
            <a:ext cx="6407020" cy="26436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Core layers (</a:t>
            </a:r>
            <a:r>
              <a:rPr lang="en-US" sz="1600" dirty="0" err="1"/>
              <a:t>ApplicationLayer</a:t>
            </a:r>
            <a:r>
              <a:rPr lang="en-US" sz="1600" dirty="0"/>
              <a:t>, </a:t>
            </a:r>
            <a:r>
              <a:rPr lang="en-US" sz="1600" dirty="0" err="1"/>
              <a:t>ImGuiLayer</a:t>
            </a:r>
            <a:r>
              <a:rPr lang="en-US" sz="1600" dirty="0"/>
              <a:t>)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20E52509-5065-0B09-82D5-A1A08DD23DF2}"/>
              </a:ext>
            </a:extLst>
          </p:cNvPr>
          <p:cNvSpPr/>
          <p:nvPr/>
        </p:nvSpPr>
        <p:spPr>
          <a:xfrm>
            <a:off x="3147526" y="2141381"/>
            <a:ext cx="5809862" cy="26436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Client Application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8C93D661-EC4A-8C2E-E138-FEE3936D8388}"/>
              </a:ext>
            </a:extLst>
          </p:cNvPr>
          <p:cNvSpPr/>
          <p:nvPr/>
        </p:nvSpPr>
        <p:spPr>
          <a:xfrm>
            <a:off x="3502086" y="1807040"/>
            <a:ext cx="2469503" cy="26436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Project Loading/Creation</a:t>
            </a: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50D6541F-FA5D-A66C-CB04-00D158D44322}"/>
              </a:ext>
            </a:extLst>
          </p:cNvPr>
          <p:cNvSpPr/>
          <p:nvPr/>
        </p:nvSpPr>
        <p:spPr>
          <a:xfrm>
            <a:off x="6220412" y="1807040"/>
            <a:ext cx="2469503" cy="26436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Runtime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B56D2E5F-068A-A96F-8D66-96CB802655B2}"/>
              </a:ext>
            </a:extLst>
          </p:cNvPr>
          <p:cNvCxnSpPr/>
          <p:nvPr/>
        </p:nvCxnSpPr>
        <p:spPr>
          <a:xfrm>
            <a:off x="3449220" y="5996474"/>
            <a:ext cx="554238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6DF4EB5-61DF-B416-5282-8BD53F8C8706}"/>
              </a:ext>
            </a:extLst>
          </p:cNvPr>
          <p:cNvSpPr txBox="1"/>
          <p:nvPr/>
        </p:nvSpPr>
        <p:spPr>
          <a:xfrm>
            <a:off x="5511285" y="5572322"/>
            <a:ext cx="141825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509704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7549</TotalTime>
  <Words>125</Words>
  <Application>Microsoft Office PowerPoint</Application>
  <PresentationFormat>Panoramiczny</PresentationFormat>
  <Paragraphs>55</Paragraphs>
  <Slides>4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Paweł</dc:creator>
  <cp:lastModifiedBy>Paweł</cp:lastModifiedBy>
  <cp:revision>23</cp:revision>
  <dcterms:created xsi:type="dcterms:W3CDTF">2024-03-28T22:47:25Z</dcterms:created>
  <dcterms:modified xsi:type="dcterms:W3CDTF">2025-06-23T05:35:14Z</dcterms:modified>
</cp:coreProperties>
</file>
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2" r:id="rId3"/>
    <p:sldId id="263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yl jasny 3 — Ak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7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62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E2DD2C-27F7-4F93-96E8-CD28AD9267D9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D7F03-7197-42E4-9778-D52D335F3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875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D7F03-7197-42E4-9778-D52D335F305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62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32CA-85A8-A44F-F7F0-802848A946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2FFC50-B98E-45BB-0118-2B09714D3D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2D5DF-840E-0993-11D1-AAA521D56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4D1D5-E8AF-342E-705C-AE4C0108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52823-B688-A38B-17EF-3FEDFDA52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3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DE4B3-132B-83A5-2743-CBE9BC3BC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0CCFE-7693-8884-0C3F-822ABA3C6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B34CA-5271-55F1-6AFA-82A90882F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BFFB0-D236-17CC-F596-41DA82DA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F85A3-9CB6-5F69-EFCD-88F1076FF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5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20B7-F9C9-13AC-B4AE-B3967BC9E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CE9105-ABDA-4736-7007-B6853BE17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D09C2-4FA4-0F6D-65FA-995661FDE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B737E-1B51-2B0C-79C3-AA1AB3D1E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B55B-30F4-FCF5-72BA-81C84BA55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3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6031-7FB2-0C1D-5A93-52B986191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B9E38-7FC2-F7AE-DD61-974B30AAD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273DE-30CA-5A8B-1AB6-D3CADE634F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22EBAD-4F63-5B18-B8AF-B5E37CF27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2D032F-EF20-749F-D600-7277E3AE5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DE34E-5F86-0A0C-E6E1-28959B81B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489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D96A-B277-8388-F7B0-5068DFBDE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34513-3231-231C-130B-F655B007B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D11966-1223-9692-C64C-68F6B5FEC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8459A1-DC9E-0C88-F6FD-194B467F84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0B534A-BCC5-4FE9-E055-5FC972A8D5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C15C0B-27A2-7AE2-BC80-3AE861F20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BFA42A-C695-11E1-7724-7BB32D878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103B81-5DD6-63D1-593D-55CA3AFA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132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0D25D-BADB-7C0C-DD66-A9E2B4A44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65EB57-2494-4E83-7292-75DF2717F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E685C-6440-03FB-8C4E-59070373C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8A13E0-BE0E-980D-818A-8E88C06C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139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A45830-6E9B-9456-6CA8-2377D36DB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58CA50-43E3-8CE3-98AC-DE04D18E8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8B89A-8DFE-4D36-2508-C08FC9E65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952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15379-2ECF-A6D6-B85D-90DF8087E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03E64-CE2D-7B8B-63BD-B48235499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1AFBA4-928B-9329-F1DF-AF1F9E436B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F36D3-E685-24AF-F778-65396A07A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5C4B8E-4840-0DF1-2189-93EBC2B7A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DF11D-93C4-70A3-E20A-67B460A10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21D6-A2A9-5C00-555B-CF8EFF23C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48E170-7BC2-1FA9-716D-DA05A4B55D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6034C9-83A4-D79F-3719-2F4F0D746B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02F53-6C2A-E201-F362-CA043AA61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75F5C9-FC76-4AB3-2AAE-D1ECD043B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EF40C9-E37A-0F43-A1B8-1C15AC8BE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1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C199B-9503-B417-CF08-73FB88A77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BCB738-529D-4CA4-E043-AA4DE1B54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E0CD9-0448-8E6C-4B78-2CECD1EF5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2D9D0-E7BC-793F-EBD5-E50CFEE3C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D2100-B4C9-9382-D087-4543B17B2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3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753A06-C757-3F42-1BE6-EFD332C3E9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C61104-2880-E51C-E0C6-52AF223B7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6BE62-7C0C-A74A-D0C1-7FCF9DA0D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8DD3E-CA3A-05B3-CA96-C920EB44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3BBBF-35DD-F10B-827A-E14C9728B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25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749CB-74CC-5D46-B148-11027265E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D360-C622-AB11-B89C-2B0A30A0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FD4EE-E6CB-BF3A-214B-B0C817C9E3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DC7D5-4D76-4679-A391-31CBAFA90932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2BDF7-3175-7879-1EFB-79C312B11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CFED2-DD52-1D59-3D1A-CB449D5D8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B09E66-07F0-48AB-B31F-400C003F37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5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: zaokrąglone rogi 48">
            <a:extLst>
              <a:ext uri="{FF2B5EF4-FFF2-40B4-BE49-F238E27FC236}">
                <a16:creationId xmlns:a16="http://schemas.microsoft.com/office/drawing/2014/main" id="{00E3EF20-8713-973F-1F1F-5AC08054FF40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Core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8E659E-F4D7-EE37-2E21-72B8063294EB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1782496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5EEAA0-BA8E-B192-BBB1-12A181CEC021}"/>
              </a:ext>
            </a:extLst>
          </p:cNvPr>
          <p:cNvSpPr/>
          <p:nvPr/>
        </p:nvSpPr>
        <p:spPr>
          <a:xfrm>
            <a:off x="4901682" y="466531"/>
            <a:ext cx="2388636" cy="42920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Project Structure</a:t>
            </a:r>
            <a:endParaRPr lang="en-US" sz="1400" dirty="0"/>
          </a:p>
        </p:txBody>
      </p:sp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A6B1F588-B6DF-86E9-8C61-C298A00922F1}"/>
              </a:ext>
            </a:extLst>
          </p:cNvPr>
          <p:cNvSpPr/>
          <p:nvPr/>
        </p:nvSpPr>
        <p:spPr>
          <a:xfrm>
            <a:off x="4198776" y="1492899"/>
            <a:ext cx="3794448" cy="106369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Engine – “</a:t>
            </a:r>
            <a:r>
              <a:rPr lang="en-US" dirty="0" err="1"/>
              <a:t>FoolsEngine</a:t>
            </a:r>
            <a:r>
              <a:rPr lang="en-US" dirty="0"/>
              <a:t>”</a:t>
            </a:r>
          </a:p>
          <a:p>
            <a:pPr algn="ctr"/>
            <a:r>
              <a:rPr lang="en-US" dirty="0"/>
              <a:t>(LIB)</a:t>
            </a:r>
          </a:p>
        </p:txBody>
      </p:sp>
      <p:sp>
        <p:nvSpPr>
          <p:cNvPr id="6" name="Prostokąt: zaokrąglone rogi 5">
            <a:extLst>
              <a:ext uri="{FF2B5EF4-FFF2-40B4-BE49-F238E27FC236}">
                <a16:creationId xmlns:a16="http://schemas.microsoft.com/office/drawing/2014/main" id="{78FAB0F7-85B4-B340-D1D2-5FADFF016322}"/>
              </a:ext>
            </a:extLst>
          </p:cNvPr>
          <p:cNvSpPr/>
          <p:nvPr/>
        </p:nvSpPr>
        <p:spPr>
          <a:xfrm>
            <a:off x="4948335" y="3113313"/>
            <a:ext cx="2295330" cy="106369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Game Code</a:t>
            </a:r>
          </a:p>
          <a:p>
            <a:pPr algn="ctr"/>
            <a:r>
              <a:rPr lang="en-US" dirty="0"/>
              <a:t>(hot reloadable DLL)</a:t>
            </a:r>
          </a:p>
          <a:p>
            <a:pPr algn="ctr"/>
            <a:r>
              <a:rPr lang="en-US" dirty="0"/>
              <a:t>PLANNED</a:t>
            </a:r>
          </a:p>
        </p:txBody>
      </p:sp>
      <p:sp>
        <p:nvSpPr>
          <p:cNvPr id="7" name="Prostokąt: zaokrąglone rogi 6">
            <a:extLst>
              <a:ext uri="{FF2B5EF4-FFF2-40B4-BE49-F238E27FC236}">
                <a16:creationId xmlns:a16="http://schemas.microsoft.com/office/drawing/2014/main" id="{299626A8-942D-CDDB-B401-0442BAD7B88C}"/>
              </a:ext>
            </a:extLst>
          </p:cNvPr>
          <p:cNvSpPr/>
          <p:nvPr/>
        </p:nvSpPr>
        <p:spPr>
          <a:xfrm>
            <a:off x="3334139" y="4733728"/>
            <a:ext cx="2581470" cy="106369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Game App – “Sandbox”</a:t>
            </a:r>
          </a:p>
          <a:p>
            <a:pPr algn="ctr"/>
            <a:r>
              <a:rPr lang="en-US" dirty="0"/>
              <a:t>(EXE)</a:t>
            </a: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596143CF-17E4-6F6D-AE88-A2732C669765}"/>
              </a:ext>
            </a:extLst>
          </p:cNvPr>
          <p:cNvSpPr/>
          <p:nvPr/>
        </p:nvSpPr>
        <p:spPr>
          <a:xfrm>
            <a:off x="6276393" y="4733728"/>
            <a:ext cx="2581470" cy="1063690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Editor – “</a:t>
            </a:r>
            <a:r>
              <a:rPr lang="en-US" dirty="0" err="1"/>
              <a:t>FoolsTools</a:t>
            </a:r>
            <a:r>
              <a:rPr lang="en-US" dirty="0"/>
              <a:t>”</a:t>
            </a:r>
          </a:p>
          <a:p>
            <a:pPr algn="ctr"/>
            <a:r>
              <a:rPr lang="en-US" dirty="0"/>
              <a:t>(EXE)</a:t>
            </a:r>
          </a:p>
        </p:txBody>
      </p:sp>
      <p:cxnSp>
        <p:nvCxnSpPr>
          <p:cNvPr id="10" name="Łącznik prosty ze strzałką 9">
            <a:extLst>
              <a:ext uri="{FF2B5EF4-FFF2-40B4-BE49-F238E27FC236}">
                <a16:creationId xmlns:a16="http://schemas.microsoft.com/office/drawing/2014/main" id="{019B1C11-F888-50F3-E8CC-64C2F99BFFC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556589"/>
            <a:ext cx="0" cy="556724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6C6C4044-3FFD-8A1E-EB1C-D915931E74CD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7567128" y="2556589"/>
            <a:ext cx="0" cy="217713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0763CC2B-1409-1A68-FA08-6D028145856E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4624872" y="2556589"/>
            <a:ext cx="2" cy="217713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Łącznik prosty ze strzałką 17">
            <a:extLst>
              <a:ext uri="{FF2B5EF4-FFF2-40B4-BE49-F238E27FC236}">
                <a16:creationId xmlns:a16="http://schemas.microsoft.com/office/drawing/2014/main" id="{53A4D493-3AF3-E676-AEAD-C0C1BD8E57B1}"/>
              </a:ext>
            </a:extLst>
          </p:cNvPr>
          <p:cNvCxnSpPr/>
          <p:nvPr/>
        </p:nvCxnSpPr>
        <p:spPr>
          <a:xfrm>
            <a:off x="6736702" y="4177003"/>
            <a:ext cx="0" cy="55672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Łącznik prosty ze strzałką 19">
            <a:extLst>
              <a:ext uri="{FF2B5EF4-FFF2-40B4-BE49-F238E27FC236}">
                <a16:creationId xmlns:a16="http://schemas.microsoft.com/office/drawing/2014/main" id="{B5D49F0C-5443-82A4-A971-491F93F78940}"/>
              </a:ext>
            </a:extLst>
          </p:cNvPr>
          <p:cNvCxnSpPr/>
          <p:nvPr/>
        </p:nvCxnSpPr>
        <p:spPr>
          <a:xfrm>
            <a:off x="5430416" y="4177003"/>
            <a:ext cx="0" cy="55672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Prostokąt: zaokrąglone rogi 20">
            <a:extLst>
              <a:ext uri="{FF2B5EF4-FFF2-40B4-BE49-F238E27FC236}">
                <a16:creationId xmlns:a16="http://schemas.microsoft.com/office/drawing/2014/main" id="{FD369852-5105-EF3C-D7C9-49E2A72BAAB0}"/>
              </a:ext>
            </a:extLst>
          </p:cNvPr>
          <p:cNvSpPr/>
          <p:nvPr/>
        </p:nvSpPr>
        <p:spPr>
          <a:xfrm>
            <a:off x="766665" y="1492899"/>
            <a:ext cx="2295330" cy="10636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External Libs</a:t>
            </a:r>
          </a:p>
          <a:p>
            <a:pPr algn="ctr"/>
            <a:r>
              <a:rPr lang="en-US" dirty="0"/>
              <a:t>(LIB)</a:t>
            </a:r>
          </a:p>
        </p:txBody>
      </p:sp>
      <p:cxnSp>
        <p:nvCxnSpPr>
          <p:cNvPr id="22" name="Łącznik prosty ze strzałką 21">
            <a:extLst>
              <a:ext uri="{FF2B5EF4-FFF2-40B4-BE49-F238E27FC236}">
                <a16:creationId xmlns:a16="http://schemas.microsoft.com/office/drawing/2014/main" id="{B83B5A45-A7E9-837E-10B4-A226D98217C5}"/>
              </a:ext>
            </a:extLst>
          </p:cNvPr>
          <p:cNvCxnSpPr>
            <a:cxnSpLocks/>
            <a:stCxn id="21" idx="3"/>
            <a:endCxn id="5" idx="1"/>
          </p:cNvCxnSpPr>
          <p:nvPr/>
        </p:nvCxnSpPr>
        <p:spPr>
          <a:xfrm>
            <a:off x="3061995" y="2024744"/>
            <a:ext cx="113678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045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818EF-3816-A206-9AED-39CDEE01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E24CF12-A67A-3DB3-1FFA-BC50F232FF67}"/>
              </a:ext>
            </a:extLst>
          </p:cNvPr>
          <p:cNvSpPr/>
          <p:nvPr/>
        </p:nvSpPr>
        <p:spPr>
          <a:xfrm>
            <a:off x="4901682" y="466531"/>
            <a:ext cx="2388636" cy="42920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Layers Stack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86821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5ECA-56E3-DE76-AA11-E3E6631D2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84F6B3-7709-56C2-6D06-D57565B7EDE1}"/>
              </a:ext>
            </a:extLst>
          </p:cNvPr>
          <p:cNvSpPr/>
          <p:nvPr/>
        </p:nvSpPr>
        <p:spPr>
          <a:xfrm>
            <a:off x="4901682" y="466531"/>
            <a:ext cx="2388636" cy="42920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2000" dirty="0" err="1"/>
              <a:t>Lifetimes</a:t>
            </a:r>
            <a:endParaRPr lang="en-US" sz="1400" dirty="0"/>
          </a:p>
        </p:txBody>
      </p:sp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B8329270-A902-76C9-B4EA-DEC8A943A76D}"/>
              </a:ext>
            </a:extLst>
          </p:cNvPr>
          <p:cNvSpPr/>
          <p:nvPr/>
        </p:nvSpPr>
        <p:spPr>
          <a:xfrm>
            <a:off x="528735" y="4797491"/>
            <a:ext cx="11134530" cy="264368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Logging</a:t>
            </a:r>
          </a:p>
        </p:txBody>
      </p:sp>
      <p:sp>
        <p:nvSpPr>
          <p:cNvPr id="12" name="Prostokąt: zaokrąglone rogi 11">
            <a:extLst>
              <a:ext uri="{FF2B5EF4-FFF2-40B4-BE49-F238E27FC236}">
                <a16:creationId xmlns:a16="http://schemas.microsoft.com/office/drawing/2014/main" id="{BF8F6450-A2CD-771B-251F-27065967F3AD}"/>
              </a:ext>
            </a:extLst>
          </p:cNvPr>
          <p:cNvSpPr/>
          <p:nvPr/>
        </p:nvSpPr>
        <p:spPr>
          <a:xfrm>
            <a:off x="845976" y="4466253"/>
            <a:ext cx="10500048" cy="26436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Application</a:t>
            </a:r>
          </a:p>
        </p:txBody>
      </p:sp>
      <p:sp>
        <p:nvSpPr>
          <p:cNvPr id="13" name="Prostokąt: zaokrąglone rogi 12">
            <a:extLst>
              <a:ext uri="{FF2B5EF4-FFF2-40B4-BE49-F238E27FC236}">
                <a16:creationId xmlns:a16="http://schemas.microsoft.com/office/drawing/2014/main" id="{70C8249B-2BDB-832B-DE76-52D3F40E2618}"/>
              </a:ext>
            </a:extLst>
          </p:cNvPr>
          <p:cNvSpPr/>
          <p:nvPr/>
        </p:nvSpPr>
        <p:spPr>
          <a:xfrm>
            <a:off x="1206759" y="4135015"/>
            <a:ext cx="9778482" cy="26436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Allocators</a:t>
            </a:r>
          </a:p>
        </p:txBody>
      </p:sp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58BF4F8C-8836-DB35-6F59-B093F4D3ED9F}"/>
              </a:ext>
            </a:extLst>
          </p:cNvPr>
          <p:cNvSpPr/>
          <p:nvPr/>
        </p:nvSpPr>
        <p:spPr>
          <a:xfrm>
            <a:off x="1604867" y="3803777"/>
            <a:ext cx="9069356" cy="26436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Platform Abstraction</a:t>
            </a:r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EE15F85B-24F1-1A17-C43B-05E0CA61758E}"/>
              </a:ext>
            </a:extLst>
          </p:cNvPr>
          <p:cNvSpPr/>
          <p:nvPr/>
        </p:nvSpPr>
        <p:spPr>
          <a:xfrm>
            <a:off x="1878563" y="3472539"/>
            <a:ext cx="8347788" cy="264368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Rendering, Window</a:t>
            </a:r>
          </a:p>
        </p:txBody>
      </p:sp>
      <p:sp>
        <p:nvSpPr>
          <p:cNvPr id="17" name="Prostokąt: zaokrąglone rogi 16">
            <a:extLst>
              <a:ext uri="{FF2B5EF4-FFF2-40B4-BE49-F238E27FC236}">
                <a16:creationId xmlns:a16="http://schemas.microsoft.com/office/drawing/2014/main" id="{0C5183EE-B2B1-4103-C98E-A79E67E4D405}"/>
              </a:ext>
            </a:extLst>
          </p:cNvPr>
          <p:cNvSpPr/>
          <p:nvPr/>
        </p:nvSpPr>
        <p:spPr>
          <a:xfrm>
            <a:off x="2251788" y="3141301"/>
            <a:ext cx="7688424" cy="264368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Types Registries</a:t>
            </a:r>
          </a:p>
        </p:txBody>
      </p:sp>
      <p:sp>
        <p:nvSpPr>
          <p:cNvPr id="18" name="Prostokąt: zaokrąglone rogi 17">
            <a:extLst>
              <a:ext uri="{FF2B5EF4-FFF2-40B4-BE49-F238E27FC236}">
                <a16:creationId xmlns:a16="http://schemas.microsoft.com/office/drawing/2014/main" id="{C4ACE650-1AF3-1B15-9047-D597F5A5919B}"/>
              </a:ext>
            </a:extLst>
          </p:cNvPr>
          <p:cNvSpPr/>
          <p:nvPr/>
        </p:nvSpPr>
        <p:spPr>
          <a:xfrm>
            <a:off x="2556588" y="2810063"/>
            <a:ext cx="7078824" cy="26436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Asset Manager</a:t>
            </a:r>
          </a:p>
        </p:txBody>
      </p:sp>
      <p:sp>
        <p:nvSpPr>
          <p:cNvPr id="19" name="Prostokąt: zaokrąglone rogi 18">
            <a:extLst>
              <a:ext uri="{FF2B5EF4-FFF2-40B4-BE49-F238E27FC236}">
                <a16:creationId xmlns:a16="http://schemas.microsoft.com/office/drawing/2014/main" id="{26DFFA3B-6CC1-BD1E-5241-C51CCD62AF40}"/>
              </a:ext>
            </a:extLst>
          </p:cNvPr>
          <p:cNvSpPr/>
          <p:nvPr/>
        </p:nvSpPr>
        <p:spPr>
          <a:xfrm>
            <a:off x="2892490" y="2475722"/>
            <a:ext cx="6407020" cy="264368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Core layers (</a:t>
            </a:r>
            <a:r>
              <a:rPr lang="en-US" sz="1600" dirty="0" err="1"/>
              <a:t>ApplicationLayer</a:t>
            </a:r>
            <a:r>
              <a:rPr lang="en-US" sz="1600" dirty="0"/>
              <a:t>, </a:t>
            </a:r>
            <a:r>
              <a:rPr lang="en-US" sz="1600" dirty="0" err="1"/>
              <a:t>ImGuiLayer</a:t>
            </a:r>
            <a:r>
              <a:rPr lang="en-US" sz="1600" dirty="0"/>
              <a:t>)</a:t>
            </a:r>
          </a:p>
        </p:txBody>
      </p:sp>
      <p:sp>
        <p:nvSpPr>
          <p:cNvPr id="20" name="Prostokąt: zaokrąglone rogi 19">
            <a:extLst>
              <a:ext uri="{FF2B5EF4-FFF2-40B4-BE49-F238E27FC236}">
                <a16:creationId xmlns:a16="http://schemas.microsoft.com/office/drawing/2014/main" id="{20E52509-5065-0B09-82D5-A1A08DD23DF2}"/>
              </a:ext>
            </a:extLst>
          </p:cNvPr>
          <p:cNvSpPr/>
          <p:nvPr/>
        </p:nvSpPr>
        <p:spPr>
          <a:xfrm>
            <a:off x="3147526" y="2141381"/>
            <a:ext cx="5809862" cy="26436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Client Application</a:t>
            </a:r>
          </a:p>
        </p:txBody>
      </p:sp>
      <p:sp>
        <p:nvSpPr>
          <p:cNvPr id="21" name="Prostokąt: zaokrąglone rogi 20">
            <a:extLst>
              <a:ext uri="{FF2B5EF4-FFF2-40B4-BE49-F238E27FC236}">
                <a16:creationId xmlns:a16="http://schemas.microsoft.com/office/drawing/2014/main" id="{8C93D661-EC4A-8C2E-E138-FEE3936D8388}"/>
              </a:ext>
            </a:extLst>
          </p:cNvPr>
          <p:cNvSpPr/>
          <p:nvPr/>
        </p:nvSpPr>
        <p:spPr>
          <a:xfrm>
            <a:off x="3502086" y="1807040"/>
            <a:ext cx="2469503" cy="26436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Project Loading/Creation</a:t>
            </a:r>
          </a:p>
        </p:txBody>
      </p:sp>
      <p:sp>
        <p:nvSpPr>
          <p:cNvPr id="22" name="Prostokąt: zaokrąglone rogi 21">
            <a:extLst>
              <a:ext uri="{FF2B5EF4-FFF2-40B4-BE49-F238E27FC236}">
                <a16:creationId xmlns:a16="http://schemas.microsoft.com/office/drawing/2014/main" id="{50D6541F-FA5D-A66C-CB04-00D158D44322}"/>
              </a:ext>
            </a:extLst>
          </p:cNvPr>
          <p:cNvSpPr/>
          <p:nvPr/>
        </p:nvSpPr>
        <p:spPr>
          <a:xfrm>
            <a:off x="6220412" y="1807040"/>
            <a:ext cx="2469503" cy="26436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Runtime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B56D2E5F-068A-A96F-8D66-96CB802655B2}"/>
              </a:ext>
            </a:extLst>
          </p:cNvPr>
          <p:cNvCxnSpPr/>
          <p:nvPr/>
        </p:nvCxnSpPr>
        <p:spPr>
          <a:xfrm>
            <a:off x="3449220" y="5996474"/>
            <a:ext cx="554238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pole tekstowe 5">
            <a:extLst>
              <a:ext uri="{FF2B5EF4-FFF2-40B4-BE49-F238E27FC236}">
                <a16:creationId xmlns:a16="http://schemas.microsoft.com/office/drawing/2014/main" id="{16DF4EB5-61DF-B416-5282-8BD53F8C8706}"/>
              </a:ext>
            </a:extLst>
          </p:cNvPr>
          <p:cNvSpPr txBox="1"/>
          <p:nvPr/>
        </p:nvSpPr>
        <p:spPr>
          <a:xfrm>
            <a:off x="5511285" y="5572322"/>
            <a:ext cx="141825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3509704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7470</TotalTime>
  <Words>79</Words>
  <Application>Microsoft Office PowerPoint</Application>
  <PresentationFormat>Panoramiczny</PresentationFormat>
  <Paragraphs>30</Paragraphs>
  <Slides>4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Paweł</dc:creator>
  <cp:lastModifiedBy>Paweł</cp:lastModifiedBy>
  <cp:revision>21</cp:revision>
  <dcterms:created xsi:type="dcterms:W3CDTF">2024-03-28T22:47:25Z</dcterms:created>
  <dcterms:modified xsi:type="dcterms:W3CDTF">2025-06-19T06:14:44Z</dcterms:modified>
</cp:coreProperties>
</file>
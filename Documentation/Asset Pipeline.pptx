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7" r:id="rId3"/>
    <p:sldId id="269" r:id="rId4"/>
    <p:sldId id="261" r:id="rId5"/>
    <p:sldId id="268" r:id="rId6"/>
    <p:sldId id="270" r:id="rId7"/>
    <p:sldId id="266" r:id="rId8"/>
    <p:sldId id="265" r:id="rId9"/>
    <p:sldId id="260"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weł" initials="P" lastIdx="1" clrIdx="0">
    <p:extLst>
      <p:ext uri="{19B8F6BF-5375-455C-9EA6-DF929625EA0E}">
        <p15:presenceInfo xmlns:p15="http://schemas.microsoft.com/office/powerpoint/2012/main" userId="Paweł"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Bez stylu, siatka tabeli">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Styl jasny 3 — Ak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59" d="100"/>
          <a:sy n="159" d="100"/>
        </p:scale>
        <p:origin x="18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14158F-1234-463D-BE99-7B009E39630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18F78A2-64B5-40BF-A618-FD5652F42C68}">
      <dgm:prSet phldrT="[Tekst]"/>
      <dgm:spPr/>
      <dgm:t>
        <a:bodyPr/>
        <a:lstStyle/>
        <a:p>
          <a:pPr>
            <a:buFont typeface="Arial" panose="020B0604020202020204" pitchFamily="34" charset="0"/>
            <a:buChar char="•"/>
          </a:pPr>
          <a:r>
            <a:rPr lang="en-US" dirty="0"/>
            <a:t>Texture</a:t>
          </a:r>
        </a:p>
      </dgm:t>
    </dgm:pt>
    <dgm:pt modelId="{78C1FF9B-F004-403C-B602-FCC773620EDC}" type="parTrans" cxnId="{F7BF3928-5E15-4EAD-8999-8D2B8FDE1C42}">
      <dgm:prSet/>
      <dgm:spPr/>
      <dgm:t>
        <a:bodyPr/>
        <a:lstStyle/>
        <a:p>
          <a:endParaRPr lang="en-US"/>
        </a:p>
      </dgm:t>
    </dgm:pt>
    <dgm:pt modelId="{D750C2EB-81F0-4A70-9203-9C17F3D12165}" type="sibTrans" cxnId="{F7BF3928-5E15-4EAD-8999-8D2B8FDE1C42}">
      <dgm:prSet/>
      <dgm:spPr/>
      <dgm:t>
        <a:bodyPr/>
        <a:lstStyle/>
        <a:p>
          <a:endParaRPr lang="en-US"/>
        </a:p>
      </dgm:t>
    </dgm:pt>
    <dgm:pt modelId="{8CBDA8AE-5594-4CE0-AFAF-1DEC51FDBDA4}">
      <dgm:prSet/>
      <dgm:spPr/>
      <dgm:t>
        <a:bodyPr/>
        <a:lstStyle/>
        <a:p>
          <a:r>
            <a:rPr lang="en-US" dirty="0"/>
            <a:t>Texture2D</a:t>
          </a:r>
        </a:p>
      </dgm:t>
    </dgm:pt>
    <dgm:pt modelId="{B94C8BF1-F20B-452C-930A-5660FDB4B519}" type="parTrans" cxnId="{1083A925-DD76-4683-8D22-FB932BCAC459}">
      <dgm:prSet/>
      <dgm:spPr/>
      <dgm:t>
        <a:bodyPr/>
        <a:lstStyle/>
        <a:p>
          <a:endParaRPr lang="en-US"/>
        </a:p>
      </dgm:t>
    </dgm:pt>
    <dgm:pt modelId="{C04417F8-3118-4050-8F66-6AE2D0D26FCA}" type="sibTrans" cxnId="{1083A925-DD76-4683-8D22-FB932BCAC459}">
      <dgm:prSet/>
      <dgm:spPr/>
      <dgm:t>
        <a:bodyPr/>
        <a:lstStyle/>
        <a:p>
          <a:endParaRPr lang="en-US"/>
        </a:p>
      </dgm:t>
    </dgm:pt>
    <dgm:pt modelId="{D4B5E7F9-3F6A-482B-B423-930C43F89A56}">
      <dgm:prSet>
        <dgm:style>
          <a:lnRef idx="3">
            <a:schemeClr val="lt1"/>
          </a:lnRef>
          <a:fillRef idx="1">
            <a:schemeClr val="accent5"/>
          </a:fillRef>
          <a:effectRef idx="1">
            <a:schemeClr val="accent5"/>
          </a:effectRef>
          <a:fontRef idx="minor">
            <a:schemeClr val="lt1"/>
          </a:fontRef>
        </dgm:style>
      </dgm:prSet>
      <dgm:spPr/>
      <dgm:t>
        <a:bodyPr/>
        <a:lstStyle/>
        <a:p>
          <a:r>
            <a:rPr lang="en-US" dirty="0"/>
            <a:t>Shader</a:t>
          </a:r>
        </a:p>
      </dgm:t>
    </dgm:pt>
    <dgm:pt modelId="{DC789E2A-5C33-4060-8035-0A3FB6B0DA28}" type="parTrans" cxnId="{7CE6A854-4B1E-465B-BAA1-9607FF314488}">
      <dgm:prSet/>
      <dgm:spPr/>
      <dgm:t>
        <a:bodyPr/>
        <a:lstStyle/>
        <a:p>
          <a:endParaRPr lang="en-US"/>
        </a:p>
      </dgm:t>
    </dgm:pt>
    <dgm:pt modelId="{89121342-FE3B-4196-8ED8-2CD0471413D5}" type="sibTrans" cxnId="{7CE6A854-4B1E-465B-BAA1-9607FF314488}">
      <dgm:prSet/>
      <dgm:spPr/>
      <dgm:t>
        <a:bodyPr/>
        <a:lstStyle/>
        <a:p>
          <a:endParaRPr lang="en-US"/>
        </a:p>
      </dgm:t>
    </dgm:pt>
    <dgm:pt modelId="{6979BAE0-6D24-46EB-ADC5-7703ADBA5AE7}">
      <dgm:prSet>
        <dgm:style>
          <a:lnRef idx="3">
            <a:schemeClr val="lt1"/>
          </a:lnRef>
          <a:fillRef idx="1">
            <a:schemeClr val="accent5"/>
          </a:fillRef>
          <a:effectRef idx="1">
            <a:schemeClr val="accent5"/>
          </a:effectRef>
          <a:fontRef idx="minor">
            <a:schemeClr val="lt1"/>
          </a:fontRef>
        </dgm:style>
      </dgm:prSet>
      <dgm:spPr/>
      <dgm:t>
        <a:bodyPr/>
        <a:lstStyle/>
        <a:p>
          <a:r>
            <a:rPr lang="en-US" dirty="0"/>
            <a:t>ShadingModel</a:t>
          </a:r>
        </a:p>
      </dgm:t>
    </dgm:pt>
    <dgm:pt modelId="{63767213-CCB1-48FE-AE39-D8F5F294EF6A}" type="parTrans" cxnId="{10B9268F-74DC-4534-958C-2EC6B557DF5A}">
      <dgm:prSet/>
      <dgm:spPr/>
      <dgm:t>
        <a:bodyPr/>
        <a:lstStyle/>
        <a:p>
          <a:endParaRPr lang="en-US"/>
        </a:p>
      </dgm:t>
    </dgm:pt>
    <dgm:pt modelId="{567E79BA-555F-43B8-86D4-7DD8484E8EFC}" type="sibTrans" cxnId="{10B9268F-74DC-4534-958C-2EC6B557DF5A}">
      <dgm:prSet/>
      <dgm:spPr/>
      <dgm:t>
        <a:bodyPr/>
        <a:lstStyle/>
        <a:p>
          <a:endParaRPr lang="en-US"/>
        </a:p>
      </dgm:t>
    </dgm:pt>
    <dgm:pt modelId="{6079D68F-740D-4B61-A579-3E17A89BFDD2}">
      <dgm:prSet>
        <dgm:style>
          <a:lnRef idx="3">
            <a:schemeClr val="lt1"/>
          </a:lnRef>
          <a:fillRef idx="1">
            <a:schemeClr val="accent5"/>
          </a:fillRef>
          <a:effectRef idx="1">
            <a:schemeClr val="accent5"/>
          </a:effectRef>
          <a:fontRef idx="minor">
            <a:schemeClr val="lt1"/>
          </a:fontRef>
        </dgm:style>
      </dgm:prSet>
      <dgm:spPr/>
      <dgm:t>
        <a:bodyPr/>
        <a:lstStyle/>
        <a:p>
          <a:r>
            <a:rPr lang="en-US" dirty="0"/>
            <a:t>Material</a:t>
          </a:r>
        </a:p>
      </dgm:t>
    </dgm:pt>
    <dgm:pt modelId="{076F1417-D51E-4D30-BDCE-AB00F52FF864}" type="parTrans" cxnId="{9FB20C69-C9BB-4B98-8BD1-A44F27AD9A70}">
      <dgm:prSet/>
      <dgm:spPr/>
      <dgm:t>
        <a:bodyPr/>
        <a:lstStyle/>
        <a:p>
          <a:endParaRPr lang="en-US"/>
        </a:p>
      </dgm:t>
    </dgm:pt>
    <dgm:pt modelId="{D8235E44-8A21-42FE-AE0E-66040DD9504E}" type="sibTrans" cxnId="{9FB20C69-C9BB-4B98-8BD1-A44F27AD9A70}">
      <dgm:prSet/>
      <dgm:spPr/>
      <dgm:t>
        <a:bodyPr/>
        <a:lstStyle/>
        <a:p>
          <a:endParaRPr lang="en-US"/>
        </a:p>
      </dgm:t>
    </dgm:pt>
    <dgm:pt modelId="{767D381F-4F39-4572-8E33-F0E27C304C55}">
      <dgm:prSet>
        <dgm:style>
          <a:lnRef idx="3">
            <a:schemeClr val="lt1"/>
          </a:lnRef>
          <a:fillRef idx="1">
            <a:schemeClr val="accent3"/>
          </a:fillRef>
          <a:effectRef idx="1">
            <a:schemeClr val="accent3"/>
          </a:effectRef>
          <a:fontRef idx="minor">
            <a:schemeClr val="lt1"/>
          </a:fontRef>
        </dgm:style>
      </dgm:prSet>
      <dgm:spPr/>
      <dgm:t>
        <a:bodyPr/>
        <a:lstStyle/>
        <a:p>
          <a:r>
            <a:rPr lang="en-US" dirty="0"/>
            <a:t>Mesh</a:t>
          </a:r>
        </a:p>
      </dgm:t>
    </dgm:pt>
    <dgm:pt modelId="{C5E5EB97-0239-42F3-8367-6A43317734AF}" type="parTrans" cxnId="{66A21C39-874B-44C3-AAC3-C16E64CBF7C5}">
      <dgm:prSet/>
      <dgm:spPr/>
      <dgm:t>
        <a:bodyPr/>
        <a:lstStyle/>
        <a:p>
          <a:endParaRPr lang="en-US"/>
        </a:p>
      </dgm:t>
    </dgm:pt>
    <dgm:pt modelId="{87F8DB77-6B72-40B4-B902-F673ABFA5980}" type="sibTrans" cxnId="{66A21C39-874B-44C3-AAC3-C16E64CBF7C5}">
      <dgm:prSet/>
      <dgm:spPr/>
      <dgm:t>
        <a:bodyPr/>
        <a:lstStyle/>
        <a:p>
          <a:endParaRPr lang="en-US"/>
        </a:p>
      </dgm:t>
    </dgm:pt>
    <dgm:pt modelId="{EAA675BC-398D-4B02-99A1-D720B877D9E5}">
      <dgm:prSet>
        <dgm:style>
          <a:lnRef idx="3">
            <a:schemeClr val="lt1"/>
          </a:lnRef>
          <a:fillRef idx="1">
            <a:schemeClr val="accent3"/>
          </a:fillRef>
          <a:effectRef idx="1">
            <a:schemeClr val="accent3"/>
          </a:effectRef>
          <a:fontRef idx="minor">
            <a:schemeClr val="lt1"/>
          </a:fontRef>
        </dgm:style>
      </dgm:prSet>
      <dgm:spPr/>
      <dgm:t>
        <a:bodyPr/>
        <a:lstStyle/>
        <a:p>
          <a:r>
            <a:rPr lang="en-US" dirty="0"/>
            <a:t>RenderMesh</a:t>
          </a:r>
        </a:p>
      </dgm:t>
    </dgm:pt>
    <dgm:pt modelId="{E3752525-1D50-43B6-94EC-B9F46598A9AB}" type="parTrans" cxnId="{58E2C449-AB6B-48C8-BF53-39C7A28B8962}">
      <dgm:prSet/>
      <dgm:spPr/>
      <dgm:t>
        <a:bodyPr/>
        <a:lstStyle/>
        <a:p>
          <a:endParaRPr lang="en-US"/>
        </a:p>
      </dgm:t>
    </dgm:pt>
    <dgm:pt modelId="{5028038D-459C-46BD-AD66-7BF32E6AFFCA}" type="sibTrans" cxnId="{58E2C449-AB6B-48C8-BF53-39C7A28B8962}">
      <dgm:prSet/>
      <dgm:spPr/>
      <dgm:t>
        <a:bodyPr/>
        <a:lstStyle/>
        <a:p>
          <a:endParaRPr lang="en-US"/>
        </a:p>
      </dgm:t>
    </dgm:pt>
    <dgm:pt modelId="{09CC171D-9D9E-4FD5-BD9E-8929F320FD22}">
      <dgm:prSet>
        <dgm:style>
          <a:lnRef idx="3">
            <a:schemeClr val="lt1"/>
          </a:lnRef>
          <a:fillRef idx="1">
            <a:schemeClr val="accent3"/>
          </a:fillRef>
          <a:effectRef idx="1">
            <a:schemeClr val="accent3"/>
          </a:effectRef>
          <a:fontRef idx="minor">
            <a:schemeClr val="lt1"/>
          </a:fontRef>
        </dgm:style>
      </dgm:prSet>
      <dgm:spPr/>
      <dgm:t>
        <a:bodyPr/>
        <a:lstStyle/>
        <a:p>
          <a:r>
            <a:rPr lang="en-US" dirty="0"/>
            <a:t>Model</a:t>
          </a:r>
        </a:p>
      </dgm:t>
    </dgm:pt>
    <dgm:pt modelId="{73644291-FD9C-4999-86D8-6CDAB90C7231}" type="parTrans" cxnId="{D55CC451-608E-4A7A-A468-7FEC55FDCBF8}">
      <dgm:prSet/>
      <dgm:spPr/>
      <dgm:t>
        <a:bodyPr/>
        <a:lstStyle/>
        <a:p>
          <a:endParaRPr lang="en-US"/>
        </a:p>
      </dgm:t>
    </dgm:pt>
    <dgm:pt modelId="{C70D96A6-1E6C-4366-B955-C582620504BB}" type="sibTrans" cxnId="{D55CC451-608E-4A7A-A468-7FEC55FDCBF8}">
      <dgm:prSet/>
      <dgm:spPr/>
      <dgm:t>
        <a:bodyPr/>
        <a:lstStyle/>
        <a:p>
          <a:endParaRPr lang="en-US"/>
        </a:p>
      </dgm:t>
    </dgm:pt>
    <dgm:pt modelId="{E9DCA31B-6163-4021-951F-F1A385E858D0}">
      <dgm:prSet>
        <dgm:style>
          <a:lnRef idx="3">
            <a:schemeClr val="lt1"/>
          </a:lnRef>
          <a:fillRef idx="1">
            <a:schemeClr val="accent4"/>
          </a:fillRef>
          <a:effectRef idx="1">
            <a:schemeClr val="accent4"/>
          </a:effectRef>
          <a:fontRef idx="minor">
            <a:schemeClr val="lt1"/>
          </a:fontRef>
        </dgm:style>
      </dgm:prSet>
      <dgm:spPr/>
      <dgm:t>
        <a:bodyPr/>
        <a:lstStyle/>
        <a:p>
          <a:r>
            <a:rPr lang="en-US" dirty="0"/>
            <a:t>Skeleton</a:t>
          </a:r>
        </a:p>
      </dgm:t>
    </dgm:pt>
    <dgm:pt modelId="{DA9F5F04-F507-49ED-9627-6AD482B1F4DE}" type="parTrans" cxnId="{16E70AF1-6131-45EA-BF9A-5A3EBEC25187}">
      <dgm:prSet/>
      <dgm:spPr/>
      <dgm:t>
        <a:bodyPr/>
        <a:lstStyle/>
        <a:p>
          <a:endParaRPr lang="en-US"/>
        </a:p>
      </dgm:t>
    </dgm:pt>
    <dgm:pt modelId="{23AC74AA-9CE7-496A-8801-8518999807B9}" type="sibTrans" cxnId="{16E70AF1-6131-45EA-BF9A-5A3EBEC25187}">
      <dgm:prSet/>
      <dgm:spPr/>
      <dgm:t>
        <a:bodyPr/>
        <a:lstStyle/>
        <a:p>
          <a:endParaRPr lang="en-US"/>
        </a:p>
      </dgm:t>
    </dgm:pt>
    <dgm:pt modelId="{AACE9959-4660-4661-B0F2-7700BCD6C3D2}">
      <dgm:prSet>
        <dgm:style>
          <a:lnRef idx="3">
            <a:schemeClr val="lt1"/>
          </a:lnRef>
          <a:fillRef idx="1">
            <a:schemeClr val="accent4"/>
          </a:fillRef>
          <a:effectRef idx="1">
            <a:schemeClr val="accent4"/>
          </a:effectRef>
          <a:fontRef idx="minor">
            <a:schemeClr val="lt1"/>
          </a:fontRef>
        </dgm:style>
      </dgm:prSet>
      <dgm:spPr/>
      <dgm:t>
        <a:bodyPr/>
        <a:lstStyle/>
        <a:p>
          <a:r>
            <a:rPr lang="en-US" dirty="0"/>
            <a:t>SkinnedModel</a:t>
          </a:r>
        </a:p>
      </dgm:t>
    </dgm:pt>
    <dgm:pt modelId="{59DE9231-117D-44F9-AB68-5080432E9016}" type="parTrans" cxnId="{19EED4C8-ADE9-499C-8D73-AC5EE501D1F6}">
      <dgm:prSet/>
      <dgm:spPr/>
      <dgm:t>
        <a:bodyPr/>
        <a:lstStyle/>
        <a:p>
          <a:endParaRPr lang="en-US"/>
        </a:p>
      </dgm:t>
    </dgm:pt>
    <dgm:pt modelId="{7FB6117C-8E68-402F-A642-86A6A2AD5D5C}" type="sibTrans" cxnId="{19EED4C8-ADE9-499C-8D73-AC5EE501D1F6}">
      <dgm:prSet/>
      <dgm:spPr/>
      <dgm:t>
        <a:bodyPr/>
        <a:lstStyle/>
        <a:p>
          <a:endParaRPr lang="en-US"/>
        </a:p>
      </dgm:t>
    </dgm:pt>
    <dgm:pt modelId="{960B3FC0-3430-4A76-8E67-1824C9E9C135}">
      <dgm:prSet>
        <dgm:style>
          <a:lnRef idx="3">
            <a:schemeClr val="lt1"/>
          </a:lnRef>
          <a:fillRef idx="1">
            <a:schemeClr val="accent4"/>
          </a:fillRef>
          <a:effectRef idx="1">
            <a:schemeClr val="accent4"/>
          </a:effectRef>
          <a:fontRef idx="minor">
            <a:schemeClr val="lt1"/>
          </a:fontRef>
        </dgm:style>
      </dgm:prSet>
      <dgm:spPr/>
      <dgm:t>
        <a:bodyPr/>
        <a:lstStyle/>
        <a:p>
          <a:r>
            <a:rPr lang="en-US" dirty="0"/>
            <a:t>Animation</a:t>
          </a:r>
        </a:p>
      </dgm:t>
    </dgm:pt>
    <dgm:pt modelId="{75E849E8-1031-4172-9861-C212545B99D4}" type="parTrans" cxnId="{19FDD61A-CB6D-46A0-8A55-A69F782795CB}">
      <dgm:prSet/>
      <dgm:spPr/>
      <dgm:t>
        <a:bodyPr/>
        <a:lstStyle/>
        <a:p>
          <a:endParaRPr lang="en-US"/>
        </a:p>
      </dgm:t>
    </dgm:pt>
    <dgm:pt modelId="{3C240293-706D-4A68-8F22-09D31377338D}" type="sibTrans" cxnId="{19FDD61A-CB6D-46A0-8A55-A69F782795CB}">
      <dgm:prSet/>
      <dgm:spPr/>
      <dgm:t>
        <a:bodyPr/>
        <a:lstStyle/>
        <a:p>
          <a:endParaRPr lang="en-US"/>
        </a:p>
      </dgm:t>
    </dgm:pt>
    <dgm:pt modelId="{475B14F9-9511-4D57-A0C1-007A03F03BC3}">
      <dgm:prSet>
        <dgm:style>
          <a:lnRef idx="3">
            <a:schemeClr val="lt1"/>
          </a:lnRef>
          <a:fillRef idx="1">
            <a:schemeClr val="accent6"/>
          </a:fillRef>
          <a:effectRef idx="1">
            <a:schemeClr val="accent6"/>
          </a:effectRef>
          <a:fontRef idx="minor">
            <a:schemeClr val="lt1"/>
          </a:fontRef>
        </dgm:style>
      </dgm:prSet>
      <dgm:spPr/>
      <dgm:t>
        <a:bodyPr/>
        <a:lstStyle/>
        <a:p>
          <a:r>
            <a:rPr lang="en-US" dirty="0"/>
            <a:t>Scene</a:t>
          </a:r>
        </a:p>
      </dgm:t>
    </dgm:pt>
    <dgm:pt modelId="{EEFDB79E-C0AA-45C0-9FEA-2689E0445786}" type="parTrans" cxnId="{8349AEDD-4CE8-4052-8F79-7A691265182A}">
      <dgm:prSet/>
      <dgm:spPr/>
      <dgm:t>
        <a:bodyPr/>
        <a:lstStyle/>
        <a:p>
          <a:endParaRPr lang="en-US"/>
        </a:p>
      </dgm:t>
    </dgm:pt>
    <dgm:pt modelId="{33526702-D73E-4CDB-832E-81BCF9EE8360}" type="sibTrans" cxnId="{8349AEDD-4CE8-4052-8F79-7A691265182A}">
      <dgm:prSet/>
      <dgm:spPr/>
      <dgm:t>
        <a:bodyPr/>
        <a:lstStyle/>
        <a:p>
          <a:endParaRPr lang="en-US"/>
        </a:p>
      </dgm:t>
    </dgm:pt>
    <dgm:pt modelId="{CC968BAD-7FB9-44D4-B9AD-F62F24AB701F}">
      <dgm:prSet>
        <dgm:style>
          <a:lnRef idx="3">
            <a:schemeClr val="lt1"/>
          </a:lnRef>
          <a:fillRef idx="1">
            <a:schemeClr val="accent6"/>
          </a:fillRef>
          <a:effectRef idx="1">
            <a:schemeClr val="accent6"/>
          </a:effectRef>
          <a:fontRef idx="minor">
            <a:schemeClr val="lt1"/>
          </a:fontRef>
        </dgm:style>
      </dgm:prSet>
      <dgm:spPr/>
      <dgm:t>
        <a:bodyPr/>
        <a:lstStyle/>
        <a:p>
          <a:r>
            <a:rPr lang="en-US" dirty="0"/>
            <a:t>Prefab</a:t>
          </a:r>
        </a:p>
      </dgm:t>
    </dgm:pt>
    <dgm:pt modelId="{A4095A11-2AD4-4379-9CCA-92E28E42310F}" type="parTrans" cxnId="{C65AE314-6A60-43F4-921C-29F078BFAB41}">
      <dgm:prSet/>
      <dgm:spPr/>
      <dgm:t>
        <a:bodyPr/>
        <a:lstStyle/>
        <a:p>
          <a:endParaRPr lang="en-US"/>
        </a:p>
      </dgm:t>
    </dgm:pt>
    <dgm:pt modelId="{AF0BCE63-78C1-4634-8150-C649C3F55F09}" type="sibTrans" cxnId="{C65AE314-6A60-43F4-921C-29F078BFAB41}">
      <dgm:prSet/>
      <dgm:spPr/>
      <dgm:t>
        <a:bodyPr/>
        <a:lstStyle/>
        <a:p>
          <a:endParaRPr lang="en-US"/>
        </a:p>
      </dgm:t>
    </dgm:pt>
    <dgm:pt modelId="{76C79CE5-118D-48F3-A7F1-855F9729FEF5}">
      <dgm:prSet>
        <dgm:style>
          <a:lnRef idx="3">
            <a:schemeClr val="lt1"/>
          </a:lnRef>
          <a:fillRef idx="1">
            <a:schemeClr val="accent2"/>
          </a:fillRef>
          <a:effectRef idx="1">
            <a:schemeClr val="accent2"/>
          </a:effectRef>
          <a:fontRef idx="minor">
            <a:schemeClr val="lt1"/>
          </a:fontRef>
        </dgm:style>
      </dgm:prSet>
      <dgm:spPr/>
      <dgm:t>
        <a:bodyPr/>
        <a:lstStyle/>
        <a:p>
          <a:r>
            <a:rPr lang="en-US" dirty="0"/>
            <a:t>Audio</a:t>
          </a:r>
        </a:p>
      </dgm:t>
    </dgm:pt>
    <dgm:pt modelId="{AD40A1B8-AA90-413D-80D3-3320F57E7757}" type="parTrans" cxnId="{0F874235-99A3-4648-8E0E-D503F7F6AEB1}">
      <dgm:prSet/>
      <dgm:spPr/>
      <dgm:t>
        <a:bodyPr/>
        <a:lstStyle/>
        <a:p>
          <a:endParaRPr lang="en-US"/>
        </a:p>
      </dgm:t>
    </dgm:pt>
    <dgm:pt modelId="{C54828B9-C5DA-4124-8273-82849CE80D09}" type="sibTrans" cxnId="{0F874235-99A3-4648-8E0E-D503F7F6AEB1}">
      <dgm:prSet/>
      <dgm:spPr/>
      <dgm:t>
        <a:bodyPr/>
        <a:lstStyle/>
        <a:p>
          <a:endParaRPr lang="en-US"/>
        </a:p>
      </dgm:t>
    </dgm:pt>
    <dgm:pt modelId="{70A14C75-73CA-4D71-90BF-193EB882F72A}" type="pres">
      <dgm:prSet presAssocID="{B114158F-1234-463D-BE99-7B009E39630C}" presName="diagram" presStyleCnt="0">
        <dgm:presLayoutVars>
          <dgm:dir/>
          <dgm:resizeHandles val="exact"/>
        </dgm:presLayoutVars>
      </dgm:prSet>
      <dgm:spPr/>
    </dgm:pt>
    <dgm:pt modelId="{FED716D0-DF92-4315-9EF0-8D5A66BB5F91}" type="pres">
      <dgm:prSet presAssocID="{818F78A2-64B5-40BF-A618-FD5652F42C68}" presName="node" presStyleLbl="node1" presStyleIdx="0" presStyleCnt="14">
        <dgm:presLayoutVars>
          <dgm:bulletEnabled val="1"/>
        </dgm:presLayoutVars>
      </dgm:prSet>
      <dgm:spPr/>
    </dgm:pt>
    <dgm:pt modelId="{A683A65A-E094-4E4C-B1E3-080229591187}" type="pres">
      <dgm:prSet presAssocID="{D750C2EB-81F0-4A70-9203-9C17F3D12165}" presName="sibTrans" presStyleCnt="0"/>
      <dgm:spPr/>
    </dgm:pt>
    <dgm:pt modelId="{923CF40A-C435-4433-80CF-8BE881A35090}" type="pres">
      <dgm:prSet presAssocID="{8CBDA8AE-5594-4CE0-AFAF-1DEC51FDBDA4}" presName="node" presStyleLbl="node1" presStyleIdx="1" presStyleCnt="14">
        <dgm:presLayoutVars>
          <dgm:bulletEnabled val="1"/>
        </dgm:presLayoutVars>
      </dgm:prSet>
      <dgm:spPr/>
    </dgm:pt>
    <dgm:pt modelId="{5A7CFC20-E620-4172-BB2A-F0002AE6D6EC}" type="pres">
      <dgm:prSet presAssocID="{C04417F8-3118-4050-8F66-6AE2D0D26FCA}" presName="sibTrans" presStyleCnt="0"/>
      <dgm:spPr/>
    </dgm:pt>
    <dgm:pt modelId="{708DEA83-DB0D-4DF3-A2A8-920033793A54}" type="pres">
      <dgm:prSet presAssocID="{D4B5E7F9-3F6A-482B-B423-930C43F89A56}" presName="node" presStyleLbl="node1" presStyleIdx="2" presStyleCnt="14">
        <dgm:presLayoutVars>
          <dgm:bulletEnabled val="1"/>
        </dgm:presLayoutVars>
      </dgm:prSet>
      <dgm:spPr/>
    </dgm:pt>
    <dgm:pt modelId="{42ABA1BB-CE6B-467A-AFC2-05584D99641D}" type="pres">
      <dgm:prSet presAssocID="{89121342-FE3B-4196-8ED8-2CD0471413D5}" presName="sibTrans" presStyleCnt="0"/>
      <dgm:spPr/>
    </dgm:pt>
    <dgm:pt modelId="{1266B6B9-EC54-4DA6-81BD-BF3A78E72B89}" type="pres">
      <dgm:prSet presAssocID="{6979BAE0-6D24-46EB-ADC5-7703ADBA5AE7}" presName="node" presStyleLbl="node1" presStyleIdx="3" presStyleCnt="14">
        <dgm:presLayoutVars>
          <dgm:bulletEnabled val="1"/>
        </dgm:presLayoutVars>
      </dgm:prSet>
      <dgm:spPr/>
    </dgm:pt>
    <dgm:pt modelId="{5CA60D84-1E3A-4890-BECC-0E1A970A8CA9}" type="pres">
      <dgm:prSet presAssocID="{567E79BA-555F-43B8-86D4-7DD8484E8EFC}" presName="sibTrans" presStyleCnt="0"/>
      <dgm:spPr/>
    </dgm:pt>
    <dgm:pt modelId="{130DA566-9496-4EF6-BA82-6B4DE3790208}" type="pres">
      <dgm:prSet presAssocID="{6079D68F-740D-4B61-A579-3E17A89BFDD2}" presName="node" presStyleLbl="node1" presStyleIdx="4" presStyleCnt="14">
        <dgm:presLayoutVars>
          <dgm:bulletEnabled val="1"/>
        </dgm:presLayoutVars>
      </dgm:prSet>
      <dgm:spPr/>
    </dgm:pt>
    <dgm:pt modelId="{80F0A75F-395B-4936-9955-72C9BC01CCB4}" type="pres">
      <dgm:prSet presAssocID="{D8235E44-8A21-42FE-AE0E-66040DD9504E}" presName="sibTrans" presStyleCnt="0"/>
      <dgm:spPr/>
    </dgm:pt>
    <dgm:pt modelId="{8FAE18D3-B19F-4A3C-A432-6681B02B4FFF}" type="pres">
      <dgm:prSet presAssocID="{767D381F-4F39-4572-8E33-F0E27C304C55}" presName="node" presStyleLbl="node1" presStyleIdx="5" presStyleCnt="14">
        <dgm:presLayoutVars>
          <dgm:bulletEnabled val="1"/>
        </dgm:presLayoutVars>
      </dgm:prSet>
      <dgm:spPr/>
    </dgm:pt>
    <dgm:pt modelId="{303C8E4D-A0DD-4C1A-8B93-2651EAE20CB1}" type="pres">
      <dgm:prSet presAssocID="{87F8DB77-6B72-40B4-B902-F673ABFA5980}" presName="sibTrans" presStyleCnt="0"/>
      <dgm:spPr/>
    </dgm:pt>
    <dgm:pt modelId="{F7B381B3-4374-41CD-A896-404AB4283230}" type="pres">
      <dgm:prSet presAssocID="{EAA675BC-398D-4B02-99A1-D720B877D9E5}" presName="node" presStyleLbl="node1" presStyleIdx="6" presStyleCnt="14">
        <dgm:presLayoutVars>
          <dgm:bulletEnabled val="1"/>
        </dgm:presLayoutVars>
      </dgm:prSet>
      <dgm:spPr/>
    </dgm:pt>
    <dgm:pt modelId="{9332D605-1AF3-4CCA-8820-42A590B4AB07}" type="pres">
      <dgm:prSet presAssocID="{5028038D-459C-46BD-AD66-7BF32E6AFFCA}" presName="sibTrans" presStyleCnt="0"/>
      <dgm:spPr/>
    </dgm:pt>
    <dgm:pt modelId="{EF923768-72E6-43F0-9520-5A73BA718FA6}" type="pres">
      <dgm:prSet presAssocID="{09CC171D-9D9E-4FD5-BD9E-8929F320FD22}" presName="node" presStyleLbl="node1" presStyleIdx="7" presStyleCnt="14">
        <dgm:presLayoutVars>
          <dgm:bulletEnabled val="1"/>
        </dgm:presLayoutVars>
      </dgm:prSet>
      <dgm:spPr/>
    </dgm:pt>
    <dgm:pt modelId="{0B4D7FB2-97EB-4E97-9469-EA75677C1B21}" type="pres">
      <dgm:prSet presAssocID="{C70D96A6-1E6C-4366-B955-C582620504BB}" presName="sibTrans" presStyleCnt="0"/>
      <dgm:spPr/>
    </dgm:pt>
    <dgm:pt modelId="{3C1C7C3E-2645-4EBE-9A99-79815706141B}" type="pres">
      <dgm:prSet presAssocID="{E9DCA31B-6163-4021-951F-F1A385E858D0}" presName="node" presStyleLbl="node1" presStyleIdx="8" presStyleCnt="14">
        <dgm:presLayoutVars>
          <dgm:bulletEnabled val="1"/>
        </dgm:presLayoutVars>
      </dgm:prSet>
      <dgm:spPr/>
    </dgm:pt>
    <dgm:pt modelId="{E57FE1C3-E634-4397-B2BF-ED910DF524BB}" type="pres">
      <dgm:prSet presAssocID="{23AC74AA-9CE7-496A-8801-8518999807B9}" presName="sibTrans" presStyleCnt="0"/>
      <dgm:spPr/>
    </dgm:pt>
    <dgm:pt modelId="{7E1633A9-F56E-4A67-AFBA-C3220F330E07}" type="pres">
      <dgm:prSet presAssocID="{AACE9959-4660-4661-B0F2-7700BCD6C3D2}" presName="node" presStyleLbl="node1" presStyleIdx="9" presStyleCnt="14">
        <dgm:presLayoutVars>
          <dgm:bulletEnabled val="1"/>
        </dgm:presLayoutVars>
      </dgm:prSet>
      <dgm:spPr/>
    </dgm:pt>
    <dgm:pt modelId="{6B60CEC4-9A22-435B-858B-A3EBCBE10443}" type="pres">
      <dgm:prSet presAssocID="{7FB6117C-8E68-402F-A642-86A6A2AD5D5C}" presName="sibTrans" presStyleCnt="0"/>
      <dgm:spPr/>
    </dgm:pt>
    <dgm:pt modelId="{0BCE54C5-0565-42B5-8FE3-9FE1E386C061}" type="pres">
      <dgm:prSet presAssocID="{960B3FC0-3430-4A76-8E67-1824C9E9C135}" presName="node" presStyleLbl="node1" presStyleIdx="10" presStyleCnt="14">
        <dgm:presLayoutVars>
          <dgm:bulletEnabled val="1"/>
        </dgm:presLayoutVars>
      </dgm:prSet>
      <dgm:spPr/>
    </dgm:pt>
    <dgm:pt modelId="{3BC666FA-056C-493A-BDB1-6C0A4B18027C}" type="pres">
      <dgm:prSet presAssocID="{3C240293-706D-4A68-8F22-09D31377338D}" presName="sibTrans" presStyleCnt="0"/>
      <dgm:spPr/>
    </dgm:pt>
    <dgm:pt modelId="{E78ED760-4319-4B49-864A-128C9B51A013}" type="pres">
      <dgm:prSet presAssocID="{475B14F9-9511-4D57-A0C1-007A03F03BC3}" presName="node" presStyleLbl="node1" presStyleIdx="11" presStyleCnt="14">
        <dgm:presLayoutVars>
          <dgm:bulletEnabled val="1"/>
        </dgm:presLayoutVars>
      </dgm:prSet>
      <dgm:spPr/>
    </dgm:pt>
    <dgm:pt modelId="{BAF8F640-44BD-446B-AEB9-4C325B8CBCD3}" type="pres">
      <dgm:prSet presAssocID="{33526702-D73E-4CDB-832E-81BCF9EE8360}" presName="sibTrans" presStyleCnt="0"/>
      <dgm:spPr/>
    </dgm:pt>
    <dgm:pt modelId="{0B960553-4F0F-47B9-926A-3D5AF7D1C987}" type="pres">
      <dgm:prSet presAssocID="{CC968BAD-7FB9-44D4-B9AD-F62F24AB701F}" presName="node" presStyleLbl="node1" presStyleIdx="12" presStyleCnt="14">
        <dgm:presLayoutVars>
          <dgm:bulletEnabled val="1"/>
        </dgm:presLayoutVars>
      </dgm:prSet>
      <dgm:spPr/>
    </dgm:pt>
    <dgm:pt modelId="{7D7A1504-51A3-409F-B9C6-11DDA4A402CE}" type="pres">
      <dgm:prSet presAssocID="{AF0BCE63-78C1-4634-8150-C649C3F55F09}" presName="sibTrans" presStyleCnt="0"/>
      <dgm:spPr/>
    </dgm:pt>
    <dgm:pt modelId="{FAB87702-AEFB-4C9A-9EC0-6E87360639EA}" type="pres">
      <dgm:prSet presAssocID="{76C79CE5-118D-48F3-A7F1-855F9729FEF5}" presName="node" presStyleLbl="node1" presStyleIdx="13" presStyleCnt="14">
        <dgm:presLayoutVars>
          <dgm:bulletEnabled val="1"/>
        </dgm:presLayoutVars>
      </dgm:prSet>
      <dgm:spPr/>
    </dgm:pt>
  </dgm:ptLst>
  <dgm:cxnLst>
    <dgm:cxn modelId="{A5B60B11-35C2-43A7-8D33-833AC420ADA0}" type="presOf" srcId="{AACE9959-4660-4661-B0F2-7700BCD6C3D2}" destId="{7E1633A9-F56E-4A67-AFBA-C3220F330E07}" srcOrd="0" destOrd="0" presId="urn:microsoft.com/office/officeart/2005/8/layout/default"/>
    <dgm:cxn modelId="{C65AE314-6A60-43F4-921C-29F078BFAB41}" srcId="{B114158F-1234-463D-BE99-7B009E39630C}" destId="{CC968BAD-7FB9-44D4-B9AD-F62F24AB701F}" srcOrd="12" destOrd="0" parTransId="{A4095A11-2AD4-4379-9CCA-92E28E42310F}" sibTransId="{AF0BCE63-78C1-4634-8150-C649C3F55F09}"/>
    <dgm:cxn modelId="{10EC1119-CB21-4662-9EE2-2792E78854F3}" type="presOf" srcId="{767D381F-4F39-4572-8E33-F0E27C304C55}" destId="{8FAE18D3-B19F-4A3C-A432-6681B02B4FFF}" srcOrd="0" destOrd="0" presId="urn:microsoft.com/office/officeart/2005/8/layout/default"/>
    <dgm:cxn modelId="{19FDD61A-CB6D-46A0-8A55-A69F782795CB}" srcId="{B114158F-1234-463D-BE99-7B009E39630C}" destId="{960B3FC0-3430-4A76-8E67-1824C9E9C135}" srcOrd="10" destOrd="0" parTransId="{75E849E8-1031-4172-9861-C212545B99D4}" sibTransId="{3C240293-706D-4A68-8F22-09D31377338D}"/>
    <dgm:cxn modelId="{337FDF24-CEA3-403A-94F2-95C1151E8A19}" type="presOf" srcId="{B114158F-1234-463D-BE99-7B009E39630C}" destId="{70A14C75-73CA-4D71-90BF-193EB882F72A}" srcOrd="0" destOrd="0" presId="urn:microsoft.com/office/officeart/2005/8/layout/default"/>
    <dgm:cxn modelId="{1083A925-DD76-4683-8D22-FB932BCAC459}" srcId="{B114158F-1234-463D-BE99-7B009E39630C}" destId="{8CBDA8AE-5594-4CE0-AFAF-1DEC51FDBDA4}" srcOrd="1" destOrd="0" parTransId="{B94C8BF1-F20B-452C-930A-5660FDB4B519}" sibTransId="{C04417F8-3118-4050-8F66-6AE2D0D26FCA}"/>
    <dgm:cxn modelId="{F7BF3928-5E15-4EAD-8999-8D2B8FDE1C42}" srcId="{B114158F-1234-463D-BE99-7B009E39630C}" destId="{818F78A2-64B5-40BF-A618-FD5652F42C68}" srcOrd="0" destOrd="0" parTransId="{78C1FF9B-F004-403C-B602-FCC773620EDC}" sibTransId="{D750C2EB-81F0-4A70-9203-9C17F3D12165}"/>
    <dgm:cxn modelId="{A5AA9930-C01A-4A70-B4A0-65AC5606572D}" type="presOf" srcId="{76C79CE5-118D-48F3-A7F1-855F9729FEF5}" destId="{FAB87702-AEFB-4C9A-9EC0-6E87360639EA}" srcOrd="0" destOrd="0" presId="urn:microsoft.com/office/officeart/2005/8/layout/default"/>
    <dgm:cxn modelId="{0F874235-99A3-4648-8E0E-D503F7F6AEB1}" srcId="{B114158F-1234-463D-BE99-7B009E39630C}" destId="{76C79CE5-118D-48F3-A7F1-855F9729FEF5}" srcOrd="13" destOrd="0" parTransId="{AD40A1B8-AA90-413D-80D3-3320F57E7757}" sibTransId="{C54828B9-C5DA-4124-8273-82849CE80D09}"/>
    <dgm:cxn modelId="{66A21C39-874B-44C3-AAC3-C16E64CBF7C5}" srcId="{B114158F-1234-463D-BE99-7B009E39630C}" destId="{767D381F-4F39-4572-8E33-F0E27C304C55}" srcOrd="5" destOrd="0" parTransId="{C5E5EB97-0239-42F3-8367-6A43317734AF}" sibTransId="{87F8DB77-6B72-40B4-B902-F673ABFA5980}"/>
    <dgm:cxn modelId="{8085473C-5B6C-4DB0-A4A4-DB44C7A658CE}" type="presOf" srcId="{E9DCA31B-6163-4021-951F-F1A385E858D0}" destId="{3C1C7C3E-2645-4EBE-9A99-79815706141B}" srcOrd="0" destOrd="0" presId="urn:microsoft.com/office/officeart/2005/8/layout/default"/>
    <dgm:cxn modelId="{9FB20C69-C9BB-4B98-8BD1-A44F27AD9A70}" srcId="{B114158F-1234-463D-BE99-7B009E39630C}" destId="{6079D68F-740D-4B61-A579-3E17A89BFDD2}" srcOrd="4" destOrd="0" parTransId="{076F1417-D51E-4D30-BDCE-AB00F52FF864}" sibTransId="{D8235E44-8A21-42FE-AE0E-66040DD9504E}"/>
    <dgm:cxn modelId="{58E2C449-AB6B-48C8-BF53-39C7A28B8962}" srcId="{B114158F-1234-463D-BE99-7B009E39630C}" destId="{EAA675BC-398D-4B02-99A1-D720B877D9E5}" srcOrd="6" destOrd="0" parTransId="{E3752525-1D50-43B6-94EC-B9F46598A9AB}" sibTransId="{5028038D-459C-46BD-AD66-7BF32E6AFFCA}"/>
    <dgm:cxn modelId="{98DEA44C-8C4D-4A5C-85E6-F2EB7275E187}" type="presOf" srcId="{960B3FC0-3430-4A76-8E67-1824C9E9C135}" destId="{0BCE54C5-0565-42B5-8FE3-9FE1E386C061}" srcOrd="0" destOrd="0" presId="urn:microsoft.com/office/officeart/2005/8/layout/default"/>
    <dgm:cxn modelId="{D55CC451-608E-4A7A-A468-7FEC55FDCBF8}" srcId="{B114158F-1234-463D-BE99-7B009E39630C}" destId="{09CC171D-9D9E-4FD5-BD9E-8929F320FD22}" srcOrd="7" destOrd="0" parTransId="{73644291-FD9C-4999-86D8-6CDAB90C7231}" sibTransId="{C70D96A6-1E6C-4366-B955-C582620504BB}"/>
    <dgm:cxn modelId="{AFED6F52-5801-4674-8BC5-71ACF805222E}" type="presOf" srcId="{475B14F9-9511-4D57-A0C1-007A03F03BC3}" destId="{E78ED760-4319-4B49-864A-128C9B51A013}" srcOrd="0" destOrd="0" presId="urn:microsoft.com/office/officeart/2005/8/layout/default"/>
    <dgm:cxn modelId="{48BF1473-7BBD-41F0-835D-6AE746B190CA}" type="presOf" srcId="{EAA675BC-398D-4B02-99A1-D720B877D9E5}" destId="{F7B381B3-4374-41CD-A896-404AB4283230}" srcOrd="0" destOrd="0" presId="urn:microsoft.com/office/officeart/2005/8/layout/default"/>
    <dgm:cxn modelId="{7CE6A854-4B1E-465B-BAA1-9607FF314488}" srcId="{B114158F-1234-463D-BE99-7B009E39630C}" destId="{D4B5E7F9-3F6A-482B-B423-930C43F89A56}" srcOrd="2" destOrd="0" parTransId="{DC789E2A-5C33-4060-8035-0A3FB6B0DA28}" sibTransId="{89121342-FE3B-4196-8ED8-2CD0471413D5}"/>
    <dgm:cxn modelId="{90B8B455-22DC-4DCB-AAA0-77380100FA77}" type="presOf" srcId="{09CC171D-9D9E-4FD5-BD9E-8929F320FD22}" destId="{EF923768-72E6-43F0-9520-5A73BA718FA6}" srcOrd="0" destOrd="0" presId="urn:microsoft.com/office/officeart/2005/8/layout/default"/>
    <dgm:cxn modelId="{10B9268F-74DC-4534-958C-2EC6B557DF5A}" srcId="{B114158F-1234-463D-BE99-7B009E39630C}" destId="{6979BAE0-6D24-46EB-ADC5-7703ADBA5AE7}" srcOrd="3" destOrd="0" parTransId="{63767213-CCB1-48FE-AE39-D8F5F294EF6A}" sibTransId="{567E79BA-555F-43B8-86D4-7DD8484E8EFC}"/>
    <dgm:cxn modelId="{F0DA51B4-3831-49A6-940E-8E0FB2D5E106}" type="presOf" srcId="{818F78A2-64B5-40BF-A618-FD5652F42C68}" destId="{FED716D0-DF92-4315-9EF0-8D5A66BB5F91}" srcOrd="0" destOrd="0" presId="urn:microsoft.com/office/officeart/2005/8/layout/default"/>
    <dgm:cxn modelId="{C930A8B8-6CB9-4CF1-907E-895AB46218FA}" type="presOf" srcId="{6979BAE0-6D24-46EB-ADC5-7703ADBA5AE7}" destId="{1266B6B9-EC54-4DA6-81BD-BF3A78E72B89}" srcOrd="0" destOrd="0" presId="urn:microsoft.com/office/officeart/2005/8/layout/default"/>
    <dgm:cxn modelId="{19EED4C8-ADE9-499C-8D73-AC5EE501D1F6}" srcId="{B114158F-1234-463D-BE99-7B009E39630C}" destId="{AACE9959-4660-4661-B0F2-7700BCD6C3D2}" srcOrd="9" destOrd="0" parTransId="{59DE9231-117D-44F9-AB68-5080432E9016}" sibTransId="{7FB6117C-8E68-402F-A642-86A6A2AD5D5C}"/>
    <dgm:cxn modelId="{EC6410D7-D0F5-4C58-AF21-AA77FCA57DCA}" type="presOf" srcId="{D4B5E7F9-3F6A-482B-B423-930C43F89A56}" destId="{708DEA83-DB0D-4DF3-A2A8-920033793A54}" srcOrd="0" destOrd="0" presId="urn:microsoft.com/office/officeart/2005/8/layout/default"/>
    <dgm:cxn modelId="{8349AEDD-4CE8-4052-8F79-7A691265182A}" srcId="{B114158F-1234-463D-BE99-7B009E39630C}" destId="{475B14F9-9511-4D57-A0C1-007A03F03BC3}" srcOrd="11" destOrd="0" parTransId="{EEFDB79E-C0AA-45C0-9FEA-2689E0445786}" sibTransId="{33526702-D73E-4CDB-832E-81BCF9EE8360}"/>
    <dgm:cxn modelId="{B8E5B4EA-B541-4D36-BEB3-7D7DC72F7BDD}" type="presOf" srcId="{6079D68F-740D-4B61-A579-3E17A89BFDD2}" destId="{130DA566-9496-4EF6-BA82-6B4DE3790208}" srcOrd="0" destOrd="0" presId="urn:microsoft.com/office/officeart/2005/8/layout/default"/>
    <dgm:cxn modelId="{16E70AF1-6131-45EA-BF9A-5A3EBEC25187}" srcId="{B114158F-1234-463D-BE99-7B009E39630C}" destId="{E9DCA31B-6163-4021-951F-F1A385E858D0}" srcOrd="8" destOrd="0" parTransId="{DA9F5F04-F507-49ED-9627-6AD482B1F4DE}" sibTransId="{23AC74AA-9CE7-496A-8801-8518999807B9}"/>
    <dgm:cxn modelId="{7032B3F3-C2DB-4815-8650-B423A60EAA86}" type="presOf" srcId="{CC968BAD-7FB9-44D4-B9AD-F62F24AB701F}" destId="{0B960553-4F0F-47B9-926A-3D5AF7D1C987}" srcOrd="0" destOrd="0" presId="urn:microsoft.com/office/officeart/2005/8/layout/default"/>
    <dgm:cxn modelId="{457781F8-5C32-437A-BE4C-10CC866E9469}" type="presOf" srcId="{8CBDA8AE-5594-4CE0-AFAF-1DEC51FDBDA4}" destId="{923CF40A-C435-4433-80CF-8BE881A35090}" srcOrd="0" destOrd="0" presId="urn:microsoft.com/office/officeart/2005/8/layout/default"/>
    <dgm:cxn modelId="{5234B14E-2B7C-42EA-8B8F-279E5F148530}" type="presParOf" srcId="{70A14C75-73CA-4D71-90BF-193EB882F72A}" destId="{FED716D0-DF92-4315-9EF0-8D5A66BB5F91}" srcOrd="0" destOrd="0" presId="urn:microsoft.com/office/officeart/2005/8/layout/default"/>
    <dgm:cxn modelId="{CDAC502D-94B2-4D6D-B6C7-1980895F5A4E}" type="presParOf" srcId="{70A14C75-73CA-4D71-90BF-193EB882F72A}" destId="{A683A65A-E094-4E4C-B1E3-080229591187}" srcOrd="1" destOrd="0" presId="urn:microsoft.com/office/officeart/2005/8/layout/default"/>
    <dgm:cxn modelId="{6611B862-1A17-418F-B974-FFD788BC653F}" type="presParOf" srcId="{70A14C75-73CA-4D71-90BF-193EB882F72A}" destId="{923CF40A-C435-4433-80CF-8BE881A35090}" srcOrd="2" destOrd="0" presId="urn:microsoft.com/office/officeart/2005/8/layout/default"/>
    <dgm:cxn modelId="{4C9B0B35-39F3-4409-BCFD-9F2DF21E169C}" type="presParOf" srcId="{70A14C75-73CA-4D71-90BF-193EB882F72A}" destId="{5A7CFC20-E620-4172-BB2A-F0002AE6D6EC}" srcOrd="3" destOrd="0" presId="urn:microsoft.com/office/officeart/2005/8/layout/default"/>
    <dgm:cxn modelId="{1EAB907B-F712-4118-ADBE-DA4429ECCE8D}" type="presParOf" srcId="{70A14C75-73CA-4D71-90BF-193EB882F72A}" destId="{708DEA83-DB0D-4DF3-A2A8-920033793A54}" srcOrd="4" destOrd="0" presId="urn:microsoft.com/office/officeart/2005/8/layout/default"/>
    <dgm:cxn modelId="{62052C03-17E9-4353-9020-C51E5DFE40C6}" type="presParOf" srcId="{70A14C75-73CA-4D71-90BF-193EB882F72A}" destId="{42ABA1BB-CE6B-467A-AFC2-05584D99641D}" srcOrd="5" destOrd="0" presId="urn:microsoft.com/office/officeart/2005/8/layout/default"/>
    <dgm:cxn modelId="{1F529FE4-D38C-48E5-830D-BF0A2F0F0355}" type="presParOf" srcId="{70A14C75-73CA-4D71-90BF-193EB882F72A}" destId="{1266B6B9-EC54-4DA6-81BD-BF3A78E72B89}" srcOrd="6" destOrd="0" presId="urn:microsoft.com/office/officeart/2005/8/layout/default"/>
    <dgm:cxn modelId="{EBC5AD3B-34E9-4452-B511-EC1BE7B1DD2C}" type="presParOf" srcId="{70A14C75-73CA-4D71-90BF-193EB882F72A}" destId="{5CA60D84-1E3A-4890-BECC-0E1A970A8CA9}" srcOrd="7" destOrd="0" presId="urn:microsoft.com/office/officeart/2005/8/layout/default"/>
    <dgm:cxn modelId="{455C49A4-80F1-451F-9C29-1825E59FABC8}" type="presParOf" srcId="{70A14C75-73CA-4D71-90BF-193EB882F72A}" destId="{130DA566-9496-4EF6-BA82-6B4DE3790208}" srcOrd="8" destOrd="0" presId="urn:microsoft.com/office/officeart/2005/8/layout/default"/>
    <dgm:cxn modelId="{9024BC1E-52CC-4A4E-889B-61B58A90C865}" type="presParOf" srcId="{70A14C75-73CA-4D71-90BF-193EB882F72A}" destId="{80F0A75F-395B-4936-9955-72C9BC01CCB4}" srcOrd="9" destOrd="0" presId="urn:microsoft.com/office/officeart/2005/8/layout/default"/>
    <dgm:cxn modelId="{4F23086A-F331-41F6-B4D4-87C1BEB68B29}" type="presParOf" srcId="{70A14C75-73CA-4D71-90BF-193EB882F72A}" destId="{8FAE18D3-B19F-4A3C-A432-6681B02B4FFF}" srcOrd="10" destOrd="0" presId="urn:microsoft.com/office/officeart/2005/8/layout/default"/>
    <dgm:cxn modelId="{781E2D2B-45B1-4176-8D13-52CFE6801D10}" type="presParOf" srcId="{70A14C75-73CA-4D71-90BF-193EB882F72A}" destId="{303C8E4D-A0DD-4C1A-8B93-2651EAE20CB1}" srcOrd="11" destOrd="0" presId="urn:microsoft.com/office/officeart/2005/8/layout/default"/>
    <dgm:cxn modelId="{05033216-C5AB-41BF-A592-C78CB2699F40}" type="presParOf" srcId="{70A14C75-73CA-4D71-90BF-193EB882F72A}" destId="{F7B381B3-4374-41CD-A896-404AB4283230}" srcOrd="12" destOrd="0" presId="urn:microsoft.com/office/officeart/2005/8/layout/default"/>
    <dgm:cxn modelId="{387B6701-764A-4784-9FB9-BC25AEC9BADF}" type="presParOf" srcId="{70A14C75-73CA-4D71-90BF-193EB882F72A}" destId="{9332D605-1AF3-4CCA-8820-42A590B4AB07}" srcOrd="13" destOrd="0" presId="urn:microsoft.com/office/officeart/2005/8/layout/default"/>
    <dgm:cxn modelId="{942C06FC-70B9-4CE5-9D2D-89F6E5315864}" type="presParOf" srcId="{70A14C75-73CA-4D71-90BF-193EB882F72A}" destId="{EF923768-72E6-43F0-9520-5A73BA718FA6}" srcOrd="14" destOrd="0" presId="urn:microsoft.com/office/officeart/2005/8/layout/default"/>
    <dgm:cxn modelId="{1F9C04E0-6451-465D-BB1E-2C846453A41A}" type="presParOf" srcId="{70A14C75-73CA-4D71-90BF-193EB882F72A}" destId="{0B4D7FB2-97EB-4E97-9469-EA75677C1B21}" srcOrd="15" destOrd="0" presId="urn:microsoft.com/office/officeart/2005/8/layout/default"/>
    <dgm:cxn modelId="{E629D138-A8EF-455F-AFA0-187ADC67F7BD}" type="presParOf" srcId="{70A14C75-73CA-4D71-90BF-193EB882F72A}" destId="{3C1C7C3E-2645-4EBE-9A99-79815706141B}" srcOrd="16" destOrd="0" presId="urn:microsoft.com/office/officeart/2005/8/layout/default"/>
    <dgm:cxn modelId="{1287F717-19F9-43E8-83E5-030F7F1CB9C6}" type="presParOf" srcId="{70A14C75-73CA-4D71-90BF-193EB882F72A}" destId="{E57FE1C3-E634-4397-B2BF-ED910DF524BB}" srcOrd="17" destOrd="0" presId="urn:microsoft.com/office/officeart/2005/8/layout/default"/>
    <dgm:cxn modelId="{C9E26A64-6A8E-4B6E-9653-672E72C9527F}" type="presParOf" srcId="{70A14C75-73CA-4D71-90BF-193EB882F72A}" destId="{7E1633A9-F56E-4A67-AFBA-C3220F330E07}" srcOrd="18" destOrd="0" presId="urn:microsoft.com/office/officeart/2005/8/layout/default"/>
    <dgm:cxn modelId="{4D7D49DF-B952-4CAB-B519-2E9AB31ED2A2}" type="presParOf" srcId="{70A14C75-73CA-4D71-90BF-193EB882F72A}" destId="{6B60CEC4-9A22-435B-858B-A3EBCBE10443}" srcOrd="19" destOrd="0" presId="urn:microsoft.com/office/officeart/2005/8/layout/default"/>
    <dgm:cxn modelId="{B54215E3-4763-466B-8003-CF143BDB1BEC}" type="presParOf" srcId="{70A14C75-73CA-4D71-90BF-193EB882F72A}" destId="{0BCE54C5-0565-42B5-8FE3-9FE1E386C061}" srcOrd="20" destOrd="0" presId="urn:microsoft.com/office/officeart/2005/8/layout/default"/>
    <dgm:cxn modelId="{40254687-26E7-414A-83F9-6E089E68CECE}" type="presParOf" srcId="{70A14C75-73CA-4D71-90BF-193EB882F72A}" destId="{3BC666FA-056C-493A-BDB1-6C0A4B18027C}" srcOrd="21" destOrd="0" presId="urn:microsoft.com/office/officeart/2005/8/layout/default"/>
    <dgm:cxn modelId="{416057B0-FAC4-41F1-B740-99EAC97903B2}" type="presParOf" srcId="{70A14C75-73CA-4D71-90BF-193EB882F72A}" destId="{E78ED760-4319-4B49-864A-128C9B51A013}" srcOrd="22" destOrd="0" presId="urn:microsoft.com/office/officeart/2005/8/layout/default"/>
    <dgm:cxn modelId="{4FF0F9C2-6A42-4D63-94BB-0AFF769A8924}" type="presParOf" srcId="{70A14C75-73CA-4D71-90BF-193EB882F72A}" destId="{BAF8F640-44BD-446B-AEB9-4C325B8CBCD3}" srcOrd="23" destOrd="0" presId="urn:microsoft.com/office/officeart/2005/8/layout/default"/>
    <dgm:cxn modelId="{84E6AFB9-7415-4D17-8EEE-EF20A3B0AFF6}" type="presParOf" srcId="{70A14C75-73CA-4D71-90BF-193EB882F72A}" destId="{0B960553-4F0F-47B9-926A-3D5AF7D1C987}" srcOrd="24" destOrd="0" presId="urn:microsoft.com/office/officeart/2005/8/layout/default"/>
    <dgm:cxn modelId="{1977755A-8545-4671-AFDE-056E2DA151F4}" type="presParOf" srcId="{70A14C75-73CA-4D71-90BF-193EB882F72A}" destId="{7D7A1504-51A3-409F-B9C6-11DDA4A402CE}" srcOrd="25" destOrd="0" presId="urn:microsoft.com/office/officeart/2005/8/layout/default"/>
    <dgm:cxn modelId="{D49A455F-FB9D-4E6C-9F9E-6E95C9A562AC}" type="presParOf" srcId="{70A14C75-73CA-4D71-90BF-193EB882F72A}" destId="{FAB87702-AEFB-4C9A-9EC0-6E87360639EA}" srcOrd="2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39D912-74EB-4508-A920-7B182744F6D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80A0FD3E-C6A0-4AC0-BEE3-F3D680FFDAD0}">
      <dgm:prSet phldrT="[Tekst]"/>
      <dgm:spPr/>
      <dgm:t>
        <a:bodyPr/>
        <a:lstStyle/>
        <a:p>
          <a:r>
            <a:rPr lang="en-US" dirty="0"/>
            <a:t>Project Asset</a:t>
          </a:r>
        </a:p>
      </dgm:t>
    </dgm:pt>
    <dgm:pt modelId="{154B9B54-5D30-4E28-8681-5934842B5FBB}" type="parTrans" cxnId="{3F0E60BA-2CB3-4554-AA2D-CCC7DDF0A365}">
      <dgm:prSet/>
      <dgm:spPr/>
      <dgm:t>
        <a:bodyPr/>
        <a:lstStyle/>
        <a:p>
          <a:endParaRPr lang="en-US"/>
        </a:p>
      </dgm:t>
    </dgm:pt>
    <dgm:pt modelId="{EFC7F8D0-9924-4CF0-859E-271812450D6A}" type="sibTrans" cxnId="{3F0E60BA-2CB3-4554-AA2D-CCC7DDF0A365}">
      <dgm:prSet/>
      <dgm:spPr/>
      <dgm:t>
        <a:bodyPr/>
        <a:lstStyle/>
        <a:p>
          <a:endParaRPr lang="en-US"/>
        </a:p>
      </dgm:t>
    </dgm:pt>
    <dgm:pt modelId="{CD488F8F-4BCF-4E6E-AB7E-52B6F7DE107C}">
      <dgm:prSet/>
      <dgm:spPr/>
      <dgm:t>
        <a:bodyPr/>
        <a:lstStyle/>
        <a:p>
          <a:r>
            <a:rPr lang="en-US" dirty="0"/>
            <a:t>Assets that the game developer operates on.</a:t>
          </a:r>
        </a:p>
      </dgm:t>
    </dgm:pt>
    <dgm:pt modelId="{42DB6BCE-A83C-467A-9D66-74C413A8A0E4}" type="parTrans" cxnId="{8CECAF5F-DA00-4341-87E9-C2783DAE97BE}">
      <dgm:prSet/>
      <dgm:spPr/>
      <dgm:t>
        <a:bodyPr/>
        <a:lstStyle/>
        <a:p>
          <a:endParaRPr lang="en-US"/>
        </a:p>
      </dgm:t>
    </dgm:pt>
    <dgm:pt modelId="{2A9BE94D-3088-43DC-B867-A5CA10F425C8}" type="sibTrans" cxnId="{8CECAF5F-DA00-4341-87E9-C2783DAE97BE}">
      <dgm:prSet/>
      <dgm:spPr/>
      <dgm:t>
        <a:bodyPr/>
        <a:lstStyle/>
        <a:p>
          <a:endParaRPr lang="en-US"/>
        </a:p>
      </dgm:t>
    </dgm:pt>
    <dgm:pt modelId="{7AF5FCE1-11D6-46FB-8B9D-23C7E613916E}">
      <dgm:prSet/>
      <dgm:spPr/>
      <dgm:t>
        <a:bodyPr/>
        <a:lstStyle/>
        <a:p>
          <a:r>
            <a:rPr lang="en-US" dirty="0"/>
            <a:t>Unit Asset</a:t>
          </a:r>
        </a:p>
      </dgm:t>
    </dgm:pt>
    <dgm:pt modelId="{740CD777-E294-48B6-90F3-B3CEC219F2C4}" type="parTrans" cxnId="{2D518CBB-959F-4128-BEF7-70D4BF4546B9}">
      <dgm:prSet/>
      <dgm:spPr/>
      <dgm:t>
        <a:bodyPr/>
        <a:lstStyle/>
        <a:p>
          <a:endParaRPr lang="en-US"/>
        </a:p>
      </dgm:t>
    </dgm:pt>
    <dgm:pt modelId="{C3102B43-D99C-4965-8C40-204A9F62CBC0}" type="sibTrans" cxnId="{2D518CBB-959F-4128-BEF7-70D4BF4546B9}">
      <dgm:prSet/>
      <dgm:spPr/>
      <dgm:t>
        <a:bodyPr/>
        <a:lstStyle/>
        <a:p>
          <a:endParaRPr lang="en-US"/>
        </a:p>
      </dgm:t>
    </dgm:pt>
    <dgm:pt modelId="{8118D722-B82D-4483-BDDC-1B53D47D868F}">
      <dgm:prSet/>
      <dgm:spPr/>
      <dgm:t>
        <a:bodyPr/>
        <a:lstStyle/>
        <a:p>
          <a:r>
            <a:rPr lang="en-US" dirty="0"/>
            <a:t>Unit Assets are only ever referenced by other asset</a:t>
          </a:r>
          <a:r>
            <a:rPr lang="en-US" noProof="0" dirty="0"/>
            <a:t>s. They are conceptually parts of Project Assets and they get imported and loaded together. They are fully</a:t>
          </a:r>
          <a:r>
            <a:rPr lang="en-US" dirty="0"/>
            <a:t> hidden from the user.</a:t>
          </a:r>
          <a:endParaRPr lang="en-US" noProof="0" dirty="0"/>
        </a:p>
      </dgm:t>
    </dgm:pt>
    <dgm:pt modelId="{7D59BDDC-B779-4518-9ED4-05DEF339598E}" type="parTrans" cxnId="{B28B66BF-5ADA-4132-A98F-8A1708B02064}">
      <dgm:prSet/>
      <dgm:spPr/>
      <dgm:t>
        <a:bodyPr/>
        <a:lstStyle/>
        <a:p>
          <a:endParaRPr lang="en-US"/>
        </a:p>
      </dgm:t>
    </dgm:pt>
    <dgm:pt modelId="{6083E495-5339-4A68-A268-849A9733BA49}" type="sibTrans" cxnId="{B28B66BF-5ADA-4132-A98F-8A1708B02064}">
      <dgm:prSet/>
      <dgm:spPr/>
      <dgm:t>
        <a:bodyPr/>
        <a:lstStyle/>
        <a:p>
          <a:endParaRPr lang="en-US"/>
        </a:p>
      </dgm:t>
    </dgm:pt>
    <dgm:pt modelId="{E53FD2FB-F572-421B-BB4D-59CD3C203DA6}">
      <dgm:prSet/>
      <dgm:spPr/>
      <dgm:t>
        <a:bodyPr/>
        <a:lstStyle/>
        <a:p>
          <a:r>
            <a:rPr lang="en-US" dirty="0"/>
            <a:t>Editor Asset</a:t>
          </a:r>
        </a:p>
      </dgm:t>
    </dgm:pt>
    <dgm:pt modelId="{252CD36A-2224-4DE0-B794-720E6D43E594}" type="parTrans" cxnId="{99924AF0-07D7-4D56-A77D-BBD5261EAA59}">
      <dgm:prSet/>
      <dgm:spPr/>
      <dgm:t>
        <a:bodyPr/>
        <a:lstStyle/>
        <a:p>
          <a:endParaRPr lang="en-US"/>
        </a:p>
      </dgm:t>
    </dgm:pt>
    <dgm:pt modelId="{B316E1F1-06D1-4214-AA2E-AFE057B76A4B}" type="sibTrans" cxnId="{99924AF0-07D7-4D56-A77D-BBD5261EAA59}">
      <dgm:prSet/>
      <dgm:spPr/>
      <dgm:t>
        <a:bodyPr/>
        <a:lstStyle/>
        <a:p>
          <a:endParaRPr lang="en-US"/>
        </a:p>
      </dgm:t>
    </dgm:pt>
    <dgm:pt modelId="{2F3812DE-64E3-4474-B1D5-9435A23ED917}">
      <dgm:prSet/>
      <dgm:spPr/>
      <dgm:t>
        <a:bodyPr/>
        <a:lstStyle/>
        <a:p>
          <a:r>
            <a:rPr lang="en-US" dirty="0"/>
            <a:t>Assets used by only by editor (e.g. icons).</a:t>
          </a:r>
        </a:p>
      </dgm:t>
    </dgm:pt>
    <dgm:pt modelId="{F852C2A1-23E1-4F41-B098-8EAC2C189ACA}" type="parTrans" cxnId="{86F77799-BDB9-4411-B889-07E61E633FAC}">
      <dgm:prSet/>
      <dgm:spPr/>
      <dgm:t>
        <a:bodyPr/>
        <a:lstStyle/>
        <a:p>
          <a:endParaRPr lang="en-US"/>
        </a:p>
      </dgm:t>
    </dgm:pt>
    <dgm:pt modelId="{B68CD15B-C645-4506-A8E5-2D86C0335B27}" type="sibTrans" cxnId="{86F77799-BDB9-4411-B889-07E61E633FAC}">
      <dgm:prSet/>
      <dgm:spPr/>
      <dgm:t>
        <a:bodyPr/>
        <a:lstStyle/>
        <a:p>
          <a:endParaRPr lang="en-US"/>
        </a:p>
      </dgm:t>
    </dgm:pt>
    <dgm:pt modelId="{BA1FBE3B-C182-4377-8E40-0B3C0C1956CA}">
      <dgm:prSet/>
      <dgm:spPr/>
      <dgm:t>
        <a:bodyPr/>
        <a:lstStyle/>
        <a:p>
          <a:r>
            <a:rPr lang="en-US" dirty="0"/>
            <a:t>Base Asset</a:t>
          </a:r>
        </a:p>
      </dgm:t>
    </dgm:pt>
    <dgm:pt modelId="{E30795FF-31C8-476E-809D-96D9B56B0077}" type="parTrans" cxnId="{A0A59932-CE58-4460-8CD0-6FB7805F17AF}">
      <dgm:prSet/>
      <dgm:spPr/>
      <dgm:t>
        <a:bodyPr/>
        <a:lstStyle/>
        <a:p>
          <a:endParaRPr lang="en-US"/>
        </a:p>
      </dgm:t>
    </dgm:pt>
    <dgm:pt modelId="{597A5E4D-60FA-4710-927D-4F0900372DD4}" type="sibTrans" cxnId="{A0A59932-CE58-4460-8CD0-6FB7805F17AF}">
      <dgm:prSet/>
      <dgm:spPr/>
      <dgm:t>
        <a:bodyPr/>
        <a:lstStyle/>
        <a:p>
          <a:endParaRPr lang="en-US"/>
        </a:p>
      </dgm:t>
    </dgm:pt>
    <dgm:pt modelId="{A83B04DA-1E85-46F7-A926-B1713D140BCE}">
      <dgm:prSet/>
      <dgm:spPr/>
      <dgm:t>
        <a:bodyPr/>
        <a:lstStyle/>
        <a:p>
          <a:r>
            <a:rPr lang="en-US" dirty="0"/>
            <a:t>Assets build-in to the engine used by default.</a:t>
          </a:r>
        </a:p>
      </dgm:t>
    </dgm:pt>
    <dgm:pt modelId="{71DF4AE8-BB8A-4373-B1F1-E15125AF5713}" type="parTrans" cxnId="{2019AC96-203D-42ED-AACA-6F3EF9470EBF}">
      <dgm:prSet/>
      <dgm:spPr/>
      <dgm:t>
        <a:bodyPr/>
        <a:lstStyle/>
        <a:p>
          <a:endParaRPr lang="en-US"/>
        </a:p>
      </dgm:t>
    </dgm:pt>
    <dgm:pt modelId="{CA6AAA5B-4FE6-4AD8-80F8-3402650B0FB1}" type="sibTrans" cxnId="{2019AC96-203D-42ED-AACA-6F3EF9470EBF}">
      <dgm:prSet/>
      <dgm:spPr/>
      <dgm:t>
        <a:bodyPr/>
        <a:lstStyle/>
        <a:p>
          <a:endParaRPr lang="en-US"/>
        </a:p>
      </dgm:t>
    </dgm:pt>
    <dgm:pt modelId="{6659A7E7-8158-4A6E-A471-DA323965CCE9}">
      <dgm:prSet/>
      <dgm:spPr/>
      <dgm:t>
        <a:bodyPr/>
        <a:lstStyle/>
        <a:p>
          <a:r>
            <a:rPr lang="en-US" dirty="0"/>
            <a:t>Components:</a:t>
          </a:r>
        </a:p>
      </dgm:t>
    </dgm:pt>
    <dgm:pt modelId="{0651B8AE-3C39-4FE7-BB50-305118B07273}" type="parTrans" cxnId="{1E78A00D-9FF8-4862-A084-AC01618389EA}">
      <dgm:prSet/>
      <dgm:spPr/>
      <dgm:t>
        <a:bodyPr/>
        <a:lstStyle/>
        <a:p>
          <a:endParaRPr lang="en-US"/>
        </a:p>
      </dgm:t>
    </dgm:pt>
    <dgm:pt modelId="{6D812D89-DC62-4CF9-8AB3-702740139B84}" type="sibTrans" cxnId="{1E78A00D-9FF8-4862-A084-AC01618389EA}">
      <dgm:prSet/>
      <dgm:spPr/>
      <dgm:t>
        <a:bodyPr/>
        <a:lstStyle/>
        <a:p>
          <a:endParaRPr lang="en-US"/>
        </a:p>
      </dgm:t>
    </dgm:pt>
    <dgm:pt modelId="{A1FD628F-B8FF-43A2-8AB5-11FF7C2A601C}">
      <dgm:prSet/>
      <dgm:spPr/>
      <dgm:t>
        <a:bodyPr/>
        <a:lstStyle/>
        <a:p>
          <a:r>
            <a:rPr lang="en-US" dirty="0" err="1"/>
            <a:t>ACAssetType</a:t>
          </a:r>
          <a:endParaRPr lang="en-US" dirty="0"/>
        </a:p>
      </dgm:t>
    </dgm:pt>
    <dgm:pt modelId="{DD71F879-133C-4350-AFBB-C943DF617CAC}" type="parTrans" cxnId="{C39B41F2-7752-4B76-B5E3-BE83612F50B2}">
      <dgm:prSet/>
      <dgm:spPr/>
      <dgm:t>
        <a:bodyPr/>
        <a:lstStyle/>
        <a:p>
          <a:endParaRPr lang="en-US"/>
        </a:p>
      </dgm:t>
    </dgm:pt>
    <dgm:pt modelId="{04649C6A-C328-4F3F-96D0-2871A85AEF53}" type="sibTrans" cxnId="{C39B41F2-7752-4B76-B5E3-BE83612F50B2}">
      <dgm:prSet/>
      <dgm:spPr/>
      <dgm:t>
        <a:bodyPr/>
        <a:lstStyle/>
        <a:p>
          <a:endParaRPr lang="en-US"/>
        </a:p>
      </dgm:t>
    </dgm:pt>
    <dgm:pt modelId="{ADFB65C5-7830-4D40-BD55-A77D738EBBB8}">
      <dgm:prSet/>
      <dgm:spPr/>
      <dgm:t>
        <a:bodyPr/>
        <a:lstStyle/>
        <a:p>
          <a:r>
            <a:rPr lang="en-US" dirty="0"/>
            <a:t>ACUUID</a:t>
          </a:r>
        </a:p>
      </dgm:t>
    </dgm:pt>
    <dgm:pt modelId="{71F75FB3-CE13-4A0F-B168-3B0584419E4E}" type="parTrans" cxnId="{0C3CCE94-2E49-48A4-A7D2-7A25FE8C8D5C}">
      <dgm:prSet/>
      <dgm:spPr/>
      <dgm:t>
        <a:bodyPr/>
        <a:lstStyle/>
        <a:p>
          <a:endParaRPr lang="en-US"/>
        </a:p>
      </dgm:t>
    </dgm:pt>
    <dgm:pt modelId="{609C675B-9312-48F0-A261-CE577E0A1C30}" type="sibTrans" cxnId="{0C3CCE94-2E49-48A4-A7D2-7A25FE8C8D5C}">
      <dgm:prSet/>
      <dgm:spPr/>
      <dgm:t>
        <a:bodyPr/>
        <a:lstStyle/>
        <a:p>
          <a:endParaRPr lang="en-US"/>
        </a:p>
      </dgm:t>
    </dgm:pt>
    <dgm:pt modelId="{F8E01428-B033-4EC5-88F3-B8113EC519CA}">
      <dgm:prSet/>
      <dgm:spPr/>
      <dgm:t>
        <a:bodyPr/>
        <a:lstStyle/>
        <a:p>
          <a:r>
            <a:rPr lang="en-US" dirty="0" err="1"/>
            <a:t>ACFilepath</a:t>
          </a:r>
          <a:endParaRPr lang="en-US" dirty="0"/>
        </a:p>
      </dgm:t>
    </dgm:pt>
    <dgm:pt modelId="{457C380B-CE0C-4872-9D79-E197AC5F6652}" type="parTrans" cxnId="{F1C3F229-E489-4B5E-8D0C-E831A502C0EF}">
      <dgm:prSet/>
      <dgm:spPr/>
      <dgm:t>
        <a:bodyPr/>
        <a:lstStyle/>
        <a:p>
          <a:endParaRPr lang="en-US"/>
        </a:p>
      </dgm:t>
    </dgm:pt>
    <dgm:pt modelId="{970C36A2-E083-4459-AF8D-EAF96CA16898}" type="sibTrans" cxnId="{F1C3F229-E489-4B5E-8D0C-E831A502C0EF}">
      <dgm:prSet/>
      <dgm:spPr/>
      <dgm:t>
        <a:bodyPr/>
        <a:lstStyle/>
        <a:p>
          <a:endParaRPr lang="en-US"/>
        </a:p>
      </dgm:t>
    </dgm:pt>
    <dgm:pt modelId="{C070E80E-8CCB-43DE-89B8-CF105FAAA75A}">
      <dgm:prSet/>
      <dgm:spPr/>
      <dgm:t>
        <a:bodyPr/>
        <a:lstStyle/>
        <a:p>
          <a:r>
            <a:rPr lang="en-US" dirty="0" err="1"/>
            <a:t>ACSourceFilepath</a:t>
          </a:r>
          <a:br>
            <a:rPr lang="pl-PL" dirty="0"/>
          </a:br>
          <a:r>
            <a:rPr lang="pl-PL" dirty="0"/>
            <a:t>(</a:t>
          </a:r>
          <a:r>
            <a:rPr lang="pl-PL" dirty="0" err="1"/>
            <a:t>if</a:t>
          </a:r>
          <a:r>
            <a:rPr lang="pl-PL" dirty="0"/>
            <a:t> </a:t>
          </a:r>
          <a:r>
            <a:rPr lang="pl-PL" dirty="0" err="1"/>
            <a:t>needed</a:t>
          </a:r>
          <a:r>
            <a:rPr lang="pl-PL" dirty="0"/>
            <a:t>)</a:t>
          </a:r>
          <a:endParaRPr lang="en-US" dirty="0"/>
        </a:p>
      </dgm:t>
    </dgm:pt>
    <dgm:pt modelId="{262E56DF-DFA9-4BD2-90FF-3341A7E61F5C}" type="parTrans" cxnId="{09C4ADF5-BA6B-42E9-84A6-F8030055F7A6}">
      <dgm:prSet/>
      <dgm:spPr/>
      <dgm:t>
        <a:bodyPr/>
        <a:lstStyle/>
        <a:p>
          <a:endParaRPr lang="en-US"/>
        </a:p>
      </dgm:t>
    </dgm:pt>
    <dgm:pt modelId="{370F6321-CF36-4FC5-86A2-292CE310564D}" type="sibTrans" cxnId="{09C4ADF5-BA6B-42E9-84A6-F8030055F7A6}">
      <dgm:prSet/>
      <dgm:spPr/>
      <dgm:t>
        <a:bodyPr/>
        <a:lstStyle/>
        <a:p>
          <a:endParaRPr lang="en-US"/>
        </a:p>
      </dgm:t>
    </dgm:pt>
    <dgm:pt modelId="{6992C787-FC19-4B56-B86B-85751586ED68}">
      <dgm:prSet/>
      <dgm:spPr/>
      <dgm:t>
        <a:bodyPr/>
        <a:lstStyle/>
        <a:p>
          <a:r>
            <a:rPr lang="en-US" dirty="0" err="1"/>
            <a:t>ACRefsCounters</a:t>
          </a:r>
          <a:endParaRPr lang="en-US" dirty="0"/>
        </a:p>
      </dgm:t>
    </dgm:pt>
    <dgm:pt modelId="{A98B85C6-1E8C-4647-9359-DAA18747BAC1}" type="parTrans" cxnId="{9DCB9FE5-DD06-48A2-A44A-B1DC9C7CF1CB}">
      <dgm:prSet/>
      <dgm:spPr/>
      <dgm:t>
        <a:bodyPr/>
        <a:lstStyle/>
        <a:p>
          <a:endParaRPr lang="en-US"/>
        </a:p>
      </dgm:t>
    </dgm:pt>
    <dgm:pt modelId="{EC823E0B-2B97-4EC1-87E0-FDEB74036751}" type="sibTrans" cxnId="{9DCB9FE5-DD06-48A2-A44A-B1DC9C7CF1CB}">
      <dgm:prSet/>
      <dgm:spPr/>
      <dgm:t>
        <a:bodyPr/>
        <a:lstStyle/>
        <a:p>
          <a:endParaRPr lang="en-US"/>
        </a:p>
      </dgm:t>
    </dgm:pt>
    <dgm:pt modelId="{102C854C-B1C2-4A0C-88C2-398DDB93C8BB}">
      <dgm:prSet/>
      <dgm:spPr/>
      <dgm:t>
        <a:bodyPr/>
        <a:lstStyle/>
        <a:p>
          <a:r>
            <a:rPr lang="en-US" dirty="0" err="1"/>
            <a:t>CoreComponent</a:t>
          </a:r>
          <a:br>
            <a:rPr lang="en-US" dirty="0"/>
          </a:br>
          <a:r>
            <a:rPr lang="en-US" dirty="0"/>
            <a:t>(asset’s meta data and </a:t>
          </a:r>
          <a:r>
            <a:rPr lang="en-US" dirty="0" err="1"/>
            <a:t>ptrs</a:t>
          </a:r>
          <a:r>
            <a:rPr lang="en-US" dirty="0"/>
            <a:t> to data)</a:t>
          </a:r>
        </a:p>
      </dgm:t>
    </dgm:pt>
    <dgm:pt modelId="{8EA49D74-8884-4CF4-B0CC-99ABA20E2550}" type="parTrans" cxnId="{9935EB3F-1AC9-4199-871A-824A4FF48E38}">
      <dgm:prSet/>
      <dgm:spPr/>
      <dgm:t>
        <a:bodyPr/>
        <a:lstStyle/>
        <a:p>
          <a:endParaRPr lang="en-US"/>
        </a:p>
      </dgm:t>
    </dgm:pt>
    <dgm:pt modelId="{B89AA19B-3619-42A2-82EB-3EEDD51F37E3}" type="sibTrans" cxnId="{9935EB3F-1AC9-4199-871A-824A4FF48E38}">
      <dgm:prSet/>
      <dgm:spPr/>
      <dgm:t>
        <a:bodyPr/>
        <a:lstStyle/>
        <a:p>
          <a:endParaRPr lang="en-US"/>
        </a:p>
      </dgm:t>
    </dgm:pt>
    <dgm:pt modelId="{88EF3DC1-C7EB-42FB-8165-F41505DC47A3}">
      <dgm:prSet/>
      <dgm:spPr/>
      <dgm:t>
        <a:bodyPr/>
        <a:lstStyle/>
        <a:p>
          <a:r>
            <a:rPr lang="en-US" dirty="0"/>
            <a:t>other, asset type specific components</a:t>
          </a:r>
        </a:p>
      </dgm:t>
    </dgm:pt>
    <dgm:pt modelId="{79420B54-54CF-4606-A37C-1265DA7D9C5D}" type="parTrans" cxnId="{78C996D1-9E72-49F5-AB9C-2C2B83D0DE17}">
      <dgm:prSet/>
      <dgm:spPr/>
      <dgm:t>
        <a:bodyPr/>
        <a:lstStyle/>
        <a:p>
          <a:endParaRPr lang="en-US"/>
        </a:p>
      </dgm:t>
    </dgm:pt>
    <dgm:pt modelId="{25327A15-6A41-432C-B6BA-788D84B2D7D4}" type="sibTrans" cxnId="{78C996D1-9E72-49F5-AB9C-2C2B83D0DE17}">
      <dgm:prSet/>
      <dgm:spPr/>
      <dgm:t>
        <a:bodyPr/>
        <a:lstStyle/>
        <a:p>
          <a:endParaRPr lang="en-US"/>
        </a:p>
      </dgm:t>
    </dgm:pt>
    <dgm:pt modelId="{007B146B-7043-4DA4-9872-F19B6C46FDB4}">
      <dgm:prSet/>
      <dgm:spPr/>
      <dgm:t>
        <a:bodyPr/>
        <a:lstStyle/>
        <a:p>
          <a:r>
            <a:rPr lang="en-US" dirty="0"/>
            <a:t>Components:</a:t>
          </a:r>
        </a:p>
      </dgm:t>
    </dgm:pt>
    <dgm:pt modelId="{A173CFB8-8E05-4375-B9CE-97311CD3065B}" type="parTrans" cxnId="{43275F56-BEA0-4E87-905C-8FDE7B22DBD4}">
      <dgm:prSet/>
      <dgm:spPr/>
      <dgm:t>
        <a:bodyPr/>
        <a:lstStyle/>
        <a:p>
          <a:endParaRPr lang="en-US"/>
        </a:p>
      </dgm:t>
    </dgm:pt>
    <dgm:pt modelId="{D2745B64-D5FE-4DF3-BE60-022EDD8E8D07}" type="sibTrans" cxnId="{43275F56-BEA0-4E87-905C-8FDE7B22DBD4}">
      <dgm:prSet/>
      <dgm:spPr/>
      <dgm:t>
        <a:bodyPr/>
        <a:lstStyle/>
        <a:p>
          <a:endParaRPr lang="en-US"/>
        </a:p>
      </dgm:t>
    </dgm:pt>
    <dgm:pt modelId="{D2C01B18-E3FB-474F-95E7-05455D92D4B8}">
      <dgm:prSet/>
      <dgm:spPr/>
      <dgm:t>
        <a:bodyPr/>
        <a:lstStyle/>
        <a:p>
          <a:r>
            <a:rPr lang="en-US" dirty="0" err="1"/>
            <a:t>ACAssetType</a:t>
          </a:r>
          <a:endParaRPr lang="en-US" dirty="0"/>
        </a:p>
      </dgm:t>
    </dgm:pt>
    <dgm:pt modelId="{166E2CA8-82CF-4E76-934C-7C71BC0CDAC7}" type="parTrans" cxnId="{148D22BD-FB6A-484C-874B-142384834133}">
      <dgm:prSet/>
      <dgm:spPr/>
      <dgm:t>
        <a:bodyPr/>
        <a:lstStyle/>
        <a:p>
          <a:endParaRPr lang="en-US"/>
        </a:p>
      </dgm:t>
    </dgm:pt>
    <dgm:pt modelId="{CACF65A1-3C5E-421B-891C-4717F0280A2B}" type="sibTrans" cxnId="{148D22BD-FB6A-484C-874B-142384834133}">
      <dgm:prSet/>
      <dgm:spPr/>
      <dgm:t>
        <a:bodyPr/>
        <a:lstStyle/>
        <a:p>
          <a:endParaRPr lang="en-US"/>
        </a:p>
      </dgm:t>
    </dgm:pt>
    <dgm:pt modelId="{DB82E421-8B43-400F-B820-4E5E46890ACB}">
      <dgm:prSet/>
      <dgm:spPr/>
      <dgm:t>
        <a:bodyPr/>
        <a:lstStyle/>
        <a:p>
          <a:r>
            <a:rPr lang="en-US" dirty="0"/>
            <a:t>ACUUID</a:t>
          </a:r>
        </a:p>
      </dgm:t>
    </dgm:pt>
    <dgm:pt modelId="{B3C3E713-BA38-4F09-9DB9-B14F0187D506}" type="parTrans" cxnId="{A66959CA-0A49-47BE-80E8-FFFE5975A6C5}">
      <dgm:prSet/>
      <dgm:spPr/>
      <dgm:t>
        <a:bodyPr/>
        <a:lstStyle/>
        <a:p>
          <a:endParaRPr lang="en-US"/>
        </a:p>
      </dgm:t>
    </dgm:pt>
    <dgm:pt modelId="{7330DEA7-B961-43C2-BBE9-ACA2D8ECB655}" type="sibTrans" cxnId="{A66959CA-0A49-47BE-80E8-FFFE5975A6C5}">
      <dgm:prSet/>
      <dgm:spPr/>
      <dgm:t>
        <a:bodyPr/>
        <a:lstStyle/>
        <a:p>
          <a:endParaRPr lang="en-US"/>
        </a:p>
      </dgm:t>
    </dgm:pt>
    <dgm:pt modelId="{4700AFBE-57B8-4F45-85FC-78D11916CE41}">
      <dgm:prSet/>
      <dgm:spPr/>
      <dgm:t>
        <a:bodyPr/>
        <a:lstStyle/>
        <a:p>
          <a:r>
            <a:rPr lang="en-US" dirty="0" err="1"/>
            <a:t>ACProjectAsset</a:t>
          </a:r>
          <a:endParaRPr lang="en-US" dirty="0"/>
        </a:p>
      </dgm:t>
    </dgm:pt>
    <dgm:pt modelId="{A8B03DD9-09C7-4E7B-B063-D61132B46139}" type="parTrans" cxnId="{9EC9E745-E4AA-4A48-86E5-A56A9D07CF18}">
      <dgm:prSet/>
      <dgm:spPr/>
      <dgm:t>
        <a:bodyPr/>
        <a:lstStyle/>
        <a:p>
          <a:endParaRPr lang="en-US"/>
        </a:p>
      </dgm:t>
    </dgm:pt>
    <dgm:pt modelId="{15F71444-0CE4-46DA-8E0D-82349D1C5ED7}" type="sibTrans" cxnId="{9EC9E745-E4AA-4A48-86E5-A56A9D07CF18}">
      <dgm:prSet/>
      <dgm:spPr/>
      <dgm:t>
        <a:bodyPr/>
        <a:lstStyle/>
        <a:p>
          <a:endParaRPr lang="en-US"/>
        </a:p>
      </dgm:t>
    </dgm:pt>
    <dgm:pt modelId="{D91083A4-A3FF-46EE-B215-B4E06D455191}">
      <dgm:prSet/>
      <dgm:spPr/>
      <dgm:t>
        <a:bodyPr/>
        <a:lstStyle/>
        <a:p>
          <a:r>
            <a:rPr lang="en-US" dirty="0"/>
            <a:t>other, asset type specific, components</a:t>
          </a:r>
        </a:p>
      </dgm:t>
    </dgm:pt>
    <dgm:pt modelId="{8C4A6C73-96FC-43DA-AE13-5EFF209D857E}" type="parTrans" cxnId="{1DB81CF8-B2F1-46DD-B5D2-5D611CC7759F}">
      <dgm:prSet/>
      <dgm:spPr/>
      <dgm:t>
        <a:bodyPr/>
        <a:lstStyle/>
        <a:p>
          <a:endParaRPr lang="en-US"/>
        </a:p>
      </dgm:t>
    </dgm:pt>
    <dgm:pt modelId="{37DC180E-FB6D-4850-B951-2448CD6BA1EB}" type="sibTrans" cxnId="{1DB81CF8-B2F1-46DD-B5D2-5D611CC7759F}">
      <dgm:prSet/>
      <dgm:spPr/>
      <dgm:t>
        <a:bodyPr/>
        <a:lstStyle/>
        <a:p>
          <a:endParaRPr lang="en-US"/>
        </a:p>
      </dgm:t>
    </dgm:pt>
    <dgm:pt modelId="{496EB545-0894-4B0F-8936-291577F9915D}">
      <dgm:prSet/>
      <dgm:spPr/>
      <dgm:t>
        <a:bodyPr/>
        <a:lstStyle/>
        <a:p>
          <a:r>
            <a:rPr lang="en-US" dirty="0" err="1"/>
            <a:t>ACAssetType</a:t>
          </a:r>
          <a:endParaRPr lang="en-US" dirty="0"/>
        </a:p>
      </dgm:t>
    </dgm:pt>
    <dgm:pt modelId="{EF545D9D-E807-485E-998A-0A5634E6EAEC}" type="parTrans" cxnId="{CAC14864-0BA6-4CDB-A88E-772833859E4A}">
      <dgm:prSet/>
      <dgm:spPr/>
      <dgm:t>
        <a:bodyPr/>
        <a:lstStyle/>
        <a:p>
          <a:endParaRPr lang="en-US"/>
        </a:p>
      </dgm:t>
    </dgm:pt>
    <dgm:pt modelId="{476CAC9E-4E5A-4010-AC78-FFD0504BEC2F}" type="sibTrans" cxnId="{CAC14864-0BA6-4CDB-A88E-772833859E4A}">
      <dgm:prSet/>
      <dgm:spPr/>
      <dgm:t>
        <a:bodyPr/>
        <a:lstStyle/>
        <a:p>
          <a:endParaRPr lang="en-US"/>
        </a:p>
      </dgm:t>
    </dgm:pt>
    <dgm:pt modelId="{A521DE87-592D-424F-B359-261E6644A127}">
      <dgm:prSet/>
      <dgm:spPr/>
      <dgm:t>
        <a:bodyPr/>
        <a:lstStyle/>
        <a:p>
          <a:r>
            <a:rPr lang="en-US" dirty="0" err="1"/>
            <a:t>CoreComponent</a:t>
          </a:r>
          <a:endParaRPr lang="en-US" dirty="0"/>
        </a:p>
      </dgm:t>
    </dgm:pt>
    <dgm:pt modelId="{CA54F6F4-9A2D-411E-9F6F-89E21AE72543}" type="parTrans" cxnId="{186979F7-750C-4DBE-ACBE-77F29D9A6BBA}">
      <dgm:prSet/>
      <dgm:spPr/>
      <dgm:t>
        <a:bodyPr/>
        <a:lstStyle/>
        <a:p>
          <a:endParaRPr lang="en-US"/>
        </a:p>
      </dgm:t>
    </dgm:pt>
    <dgm:pt modelId="{5137215B-3E61-40D9-BA44-3ED87150D71D}" type="sibTrans" cxnId="{186979F7-750C-4DBE-ACBE-77F29D9A6BBA}">
      <dgm:prSet/>
      <dgm:spPr/>
      <dgm:t>
        <a:bodyPr/>
        <a:lstStyle/>
        <a:p>
          <a:endParaRPr lang="en-US"/>
        </a:p>
      </dgm:t>
    </dgm:pt>
    <dgm:pt modelId="{829080E2-2793-47D4-8AB2-3E71A7C02F83}">
      <dgm:prSet/>
      <dgm:spPr/>
      <dgm:t>
        <a:bodyPr/>
        <a:lstStyle/>
        <a:p>
          <a:r>
            <a:rPr lang="en-US" dirty="0"/>
            <a:t>other, asset type specific components</a:t>
          </a:r>
        </a:p>
      </dgm:t>
    </dgm:pt>
    <dgm:pt modelId="{17717102-DC23-4339-A4BD-626C0DBCE9E7}" type="parTrans" cxnId="{621C7697-1F0B-40BB-B63B-B262ED275C28}">
      <dgm:prSet/>
      <dgm:spPr/>
      <dgm:t>
        <a:bodyPr/>
        <a:lstStyle/>
        <a:p>
          <a:endParaRPr lang="en-US"/>
        </a:p>
      </dgm:t>
    </dgm:pt>
    <dgm:pt modelId="{E9E0E638-0E46-452D-A812-122B1603FC93}" type="sibTrans" cxnId="{621C7697-1F0B-40BB-B63B-B262ED275C28}">
      <dgm:prSet/>
      <dgm:spPr/>
      <dgm:t>
        <a:bodyPr/>
        <a:lstStyle/>
        <a:p>
          <a:endParaRPr lang="en-US"/>
        </a:p>
      </dgm:t>
    </dgm:pt>
    <dgm:pt modelId="{7CB9B775-851A-4061-A9DF-E60947B13BE6}">
      <dgm:prSet/>
      <dgm:spPr/>
      <dgm:t>
        <a:bodyPr/>
        <a:lstStyle/>
        <a:p>
          <a:r>
            <a:rPr lang="en-US" dirty="0"/>
            <a:t>Components</a:t>
          </a:r>
        </a:p>
      </dgm:t>
    </dgm:pt>
    <dgm:pt modelId="{D780929A-2D37-4C25-BF8A-9A0E8157996A}" type="parTrans" cxnId="{503C8454-F428-4243-AECB-265FA4B8D9BA}">
      <dgm:prSet/>
      <dgm:spPr/>
      <dgm:t>
        <a:bodyPr/>
        <a:lstStyle/>
        <a:p>
          <a:endParaRPr lang="en-US"/>
        </a:p>
      </dgm:t>
    </dgm:pt>
    <dgm:pt modelId="{88D8659E-869C-4503-8503-4E5AACA8FA3E}" type="sibTrans" cxnId="{503C8454-F428-4243-AECB-265FA4B8D9BA}">
      <dgm:prSet/>
      <dgm:spPr/>
      <dgm:t>
        <a:bodyPr/>
        <a:lstStyle/>
        <a:p>
          <a:endParaRPr lang="en-US"/>
        </a:p>
      </dgm:t>
    </dgm:pt>
    <dgm:pt modelId="{90460D4B-7138-4725-ADD6-E6EC2A7BF7EC}">
      <dgm:prSet/>
      <dgm:spPr/>
      <dgm:t>
        <a:bodyPr/>
        <a:lstStyle/>
        <a:p>
          <a:r>
            <a:rPr lang="en-US" dirty="0"/>
            <a:t>Components</a:t>
          </a:r>
        </a:p>
      </dgm:t>
    </dgm:pt>
    <dgm:pt modelId="{5CAE3443-D2EC-438E-BAA1-5E5A5619E4B8}" type="parTrans" cxnId="{C963DE92-9FFA-416E-9CBB-F1D96E4F23A2}">
      <dgm:prSet/>
      <dgm:spPr/>
      <dgm:t>
        <a:bodyPr/>
        <a:lstStyle/>
        <a:p>
          <a:endParaRPr lang="en-US"/>
        </a:p>
      </dgm:t>
    </dgm:pt>
    <dgm:pt modelId="{023AE1A4-1C73-440E-8E5B-82164B5EE816}" type="sibTrans" cxnId="{C963DE92-9FFA-416E-9CBB-F1D96E4F23A2}">
      <dgm:prSet/>
      <dgm:spPr/>
      <dgm:t>
        <a:bodyPr/>
        <a:lstStyle/>
        <a:p>
          <a:endParaRPr lang="en-US"/>
        </a:p>
      </dgm:t>
    </dgm:pt>
    <dgm:pt modelId="{C55CDAA4-0A7B-4072-9CD3-6D7896772C6F}">
      <dgm:prSet/>
      <dgm:spPr/>
      <dgm:t>
        <a:bodyPr/>
        <a:lstStyle/>
        <a:p>
          <a:r>
            <a:rPr lang="en-US" dirty="0" err="1"/>
            <a:t>ACAssetType</a:t>
          </a:r>
          <a:endParaRPr lang="en-US" dirty="0"/>
        </a:p>
      </dgm:t>
    </dgm:pt>
    <dgm:pt modelId="{CDF5DCCF-2E2A-4296-AD6C-ABE6E27E5F15}" type="parTrans" cxnId="{E1EA81ED-FE5B-4917-880A-0CA09B45A253}">
      <dgm:prSet/>
      <dgm:spPr/>
      <dgm:t>
        <a:bodyPr/>
        <a:lstStyle/>
        <a:p>
          <a:endParaRPr lang="en-US"/>
        </a:p>
      </dgm:t>
    </dgm:pt>
    <dgm:pt modelId="{12918B51-1EE7-4110-A777-AFBA2DE18C29}" type="sibTrans" cxnId="{E1EA81ED-FE5B-4917-880A-0CA09B45A253}">
      <dgm:prSet/>
      <dgm:spPr/>
      <dgm:t>
        <a:bodyPr/>
        <a:lstStyle/>
        <a:p>
          <a:endParaRPr lang="en-US"/>
        </a:p>
      </dgm:t>
    </dgm:pt>
    <dgm:pt modelId="{6503583A-94E3-47C8-8A37-17DCFD2C1B40}">
      <dgm:prSet/>
      <dgm:spPr/>
      <dgm:t>
        <a:bodyPr/>
        <a:lstStyle/>
        <a:p>
          <a:r>
            <a:rPr lang="en-US" dirty="0" err="1"/>
            <a:t>CoreComponent</a:t>
          </a:r>
          <a:endParaRPr lang="en-US" dirty="0"/>
        </a:p>
      </dgm:t>
    </dgm:pt>
    <dgm:pt modelId="{C160F51E-FCFD-4661-9B7C-39FB92B88A36}" type="parTrans" cxnId="{A4154A6D-056D-4EE4-A395-C0CF04701971}">
      <dgm:prSet/>
      <dgm:spPr/>
      <dgm:t>
        <a:bodyPr/>
        <a:lstStyle/>
        <a:p>
          <a:endParaRPr lang="en-US"/>
        </a:p>
      </dgm:t>
    </dgm:pt>
    <dgm:pt modelId="{7D0024F7-DB83-4DAB-8350-82F13C69336B}" type="sibTrans" cxnId="{A4154A6D-056D-4EE4-A395-C0CF04701971}">
      <dgm:prSet/>
      <dgm:spPr/>
      <dgm:t>
        <a:bodyPr/>
        <a:lstStyle/>
        <a:p>
          <a:endParaRPr lang="en-US"/>
        </a:p>
      </dgm:t>
    </dgm:pt>
    <dgm:pt modelId="{65F19840-B0C0-478D-8303-0247D09C817A}">
      <dgm:prSet/>
      <dgm:spPr/>
      <dgm:t>
        <a:bodyPr/>
        <a:lstStyle/>
        <a:p>
          <a:r>
            <a:rPr lang="en-US" dirty="0"/>
            <a:t>other, asset type specific components</a:t>
          </a:r>
        </a:p>
      </dgm:t>
    </dgm:pt>
    <dgm:pt modelId="{F56F0E06-DB59-4373-BCD3-1E620BE207A3}" type="parTrans" cxnId="{F0CA5A45-C6DF-48B3-8B03-B35309CE3725}">
      <dgm:prSet/>
      <dgm:spPr/>
      <dgm:t>
        <a:bodyPr/>
        <a:lstStyle/>
        <a:p>
          <a:endParaRPr lang="en-US"/>
        </a:p>
      </dgm:t>
    </dgm:pt>
    <dgm:pt modelId="{1A56BC5E-3F05-4F0F-A1D0-BB1EED387864}" type="sibTrans" cxnId="{F0CA5A45-C6DF-48B3-8B03-B35309CE3725}">
      <dgm:prSet/>
      <dgm:spPr/>
      <dgm:t>
        <a:bodyPr/>
        <a:lstStyle/>
        <a:p>
          <a:endParaRPr lang="en-US"/>
        </a:p>
      </dgm:t>
    </dgm:pt>
    <dgm:pt modelId="{78F88E26-8B8C-4948-BF99-63EA46AFCFA3}">
      <dgm:prSet/>
      <dgm:spPr/>
      <dgm:t>
        <a:bodyPr/>
        <a:lstStyle/>
        <a:p>
          <a:r>
            <a:rPr lang="en-US" dirty="0"/>
            <a:t>ACUUID</a:t>
          </a:r>
        </a:p>
      </dgm:t>
    </dgm:pt>
    <dgm:pt modelId="{98D5557D-40C2-4744-8D4F-EFF73CDEC0DD}" type="parTrans" cxnId="{B52F73A8-5A20-405E-BFC7-51B34FC95885}">
      <dgm:prSet/>
      <dgm:spPr/>
      <dgm:t>
        <a:bodyPr/>
        <a:lstStyle/>
        <a:p>
          <a:endParaRPr lang="en-US"/>
        </a:p>
      </dgm:t>
    </dgm:pt>
    <dgm:pt modelId="{5271797F-73B1-4CF2-8588-CD56DF1624E8}" type="sibTrans" cxnId="{B52F73A8-5A20-405E-BFC7-51B34FC95885}">
      <dgm:prSet/>
      <dgm:spPr/>
      <dgm:t>
        <a:bodyPr/>
        <a:lstStyle/>
        <a:p>
          <a:endParaRPr lang="en-US"/>
        </a:p>
      </dgm:t>
    </dgm:pt>
    <dgm:pt modelId="{F3AD5EC2-8CFC-44B4-84FC-1EC4053D23F7}">
      <dgm:prSet/>
      <dgm:spPr/>
      <dgm:t>
        <a:bodyPr/>
        <a:lstStyle/>
        <a:p>
          <a:r>
            <a:rPr lang="en-US" dirty="0" err="1"/>
            <a:t>ACFilepath</a:t>
          </a:r>
          <a:endParaRPr lang="en-US" dirty="0"/>
        </a:p>
      </dgm:t>
    </dgm:pt>
    <dgm:pt modelId="{26F917EA-AD29-4A3B-B14D-422A7F30E6CB}" type="parTrans" cxnId="{CED242C2-2AE2-4C7E-9544-F89712FBA7FF}">
      <dgm:prSet/>
      <dgm:spPr/>
      <dgm:t>
        <a:bodyPr/>
        <a:lstStyle/>
        <a:p>
          <a:endParaRPr lang="en-US"/>
        </a:p>
      </dgm:t>
    </dgm:pt>
    <dgm:pt modelId="{C33D2425-7930-4A96-95D5-06CBB2794C4E}" type="sibTrans" cxnId="{CED242C2-2AE2-4C7E-9544-F89712FBA7FF}">
      <dgm:prSet/>
      <dgm:spPr/>
      <dgm:t>
        <a:bodyPr/>
        <a:lstStyle/>
        <a:p>
          <a:endParaRPr lang="en-US"/>
        </a:p>
      </dgm:t>
    </dgm:pt>
    <dgm:pt modelId="{F1916642-2267-4C34-90D4-9A328C4E1DB5}">
      <dgm:prSet/>
      <dgm:spPr/>
      <dgm:t>
        <a:bodyPr/>
        <a:lstStyle/>
        <a:p>
          <a:r>
            <a:rPr lang="en-US" dirty="0" err="1"/>
            <a:t>CoreComponent</a:t>
          </a:r>
          <a:endParaRPr lang="en-US" dirty="0"/>
        </a:p>
      </dgm:t>
    </dgm:pt>
    <dgm:pt modelId="{5A761C89-37C0-42E1-A17A-FE065BB21FE8}" type="parTrans" cxnId="{2A7B9036-7743-428D-970C-221D33B3A32A}">
      <dgm:prSet/>
      <dgm:spPr/>
      <dgm:t>
        <a:bodyPr/>
        <a:lstStyle/>
        <a:p>
          <a:endParaRPr lang="en-US"/>
        </a:p>
      </dgm:t>
    </dgm:pt>
    <dgm:pt modelId="{6E912344-E919-4CD4-B977-60C503C302CF}" type="sibTrans" cxnId="{2A7B9036-7743-428D-970C-221D33B3A32A}">
      <dgm:prSet/>
      <dgm:spPr/>
      <dgm:t>
        <a:bodyPr/>
        <a:lstStyle/>
        <a:p>
          <a:endParaRPr lang="en-US"/>
        </a:p>
      </dgm:t>
    </dgm:pt>
    <dgm:pt modelId="{55AAB538-76C9-4018-AEB7-2E260B8A0B86}" type="pres">
      <dgm:prSet presAssocID="{7039D912-74EB-4508-A920-7B182744F6DB}" presName="Name0" presStyleCnt="0">
        <dgm:presLayoutVars>
          <dgm:dir/>
          <dgm:animLvl val="lvl"/>
          <dgm:resizeHandles val="exact"/>
        </dgm:presLayoutVars>
      </dgm:prSet>
      <dgm:spPr/>
    </dgm:pt>
    <dgm:pt modelId="{AFC8C993-07C2-474F-8C52-8858793A72F5}" type="pres">
      <dgm:prSet presAssocID="{80A0FD3E-C6A0-4AC0-BEE3-F3D680FFDAD0}" presName="composite" presStyleCnt="0"/>
      <dgm:spPr/>
    </dgm:pt>
    <dgm:pt modelId="{80F7A185-5624-45A8-89B6-2DD3BEF2A364}" type="pres">
      <dgm:prSet presAssocID="{80A0FD3E-C6A0-4AC0-BEE3-F3D680FFDAD0}" presName="parTx" presStyleLbl="alignNode1" presStyleIdx="0" presStyleCnt="4">
        <dgm:presLayoutVars>
          <dgm:chMax val="0"/>
          <dgm:chPref val="0"/>
          <dgm:bulletEnabled val="1"/>
        </dgm:presLayoutVars>
      </dgm:prSet>
      <dgm:spPr/>
    </dgm:pt>
    <dgm:pt modelId="{3116BB5E-4752-4A55-AB69-BB802C942660}" type="pres">
      <dgm:prSet presAssocID="{80A0FD3E-C6A0-4AC0-BEE3-F3D680FFDAD0}" presName="desTx" presStyleLbl="alignAccFollowNode1" presStyleIdx="0" presStyleCnt="4">
        <dgm:presLayoutVars>
          <dgm:bulletEnabled val="1"/>
        </dgm:presLayoutVars>
      </dgm:prSet>
      <dgm:spPr/>
    </dgm:pt>
    <dgm:pt modelId="{6ABD2960-DE89-4CCB-843C-A328FF933447}" type="pres">
      <dgm:prSet presAssocID="{EFC7F8D0-9924-4CF0-859E-271812450D6A}" presName="space" presStyleCnt="0"/>
      <dgm:spPr/>
    </dgm:pt>
    <dgm:pt modelId="{67FB2F7D-5D36-4DDE-887E-B41B68E5A3C4}" type="pres">
      <dgm:prSet presAssocID="{7AF5FCE1-11D6-46FB-8B9D-23C7E613916E}" presName="composite" presStyleCnt="0"/>
      <dgm:spPr/>
    </dgm:pt>
    <dgm:pt modelId="{E09129F2-95E6-4C8B-BC91-BBC3BDA85498}" type="pres">
      <dgm:prSet presAssocID="{7AF5FCE1-11D6-46FB-8B9D-23C7E613916E}" presName="parTx" presStyleLbl="alignNode1" presStyleIdx="1" presStyleCnt="4">
        <dgm:presLayoutVars>
          <dgm:chMax val="0"/>
          <dgm:chPref val="0"/>
          <dgm:bulletEnabled val="1"/>
        </dgm:presLayoutVars>
      </dgm:prSet>
      <dgm:spPr/>
    </dgm:pt>
    <dgm:pt modelId="{6418F341-AB79-40AC-B83F-0228C41F0524}" type="pres">
      <dgm:prSet presAssocID="{7AF5FCE1-11D6-46FB-8B9D-23C7E613916E}" presName="desTx" presStyleLbl="alignAccFollowNode1" presStyleIdx="1" presStyleCnt="4">
        <dgm:presLayoutVars>
          <dgm:bulletEnabled val="1"/>
        </dgm:presLayoutVars>
      </dgm:prSet>
      <dgm:spPr/>
    </dgm:pt>
    <dgm:pt modelId="{C96606E7-F1A6-47F3-9D02-18BBCF55F463}" type="pres">
      <dgm:prSet presAssocID="{C3102B43-D99C-4965-8C40-204A9F62CBC0}" presName="space" presStyleCnt="0"/>
      <dgm:spPr/>
    </dgm:pt>
    <dgm:pt modelId="{4ECD62A1-092C-411F-89EE-24B62C4157B7}" type="pres">
      <dgm:prSet presAssocID="{E53FD2FB-F572-421B-BB4D-59CD3C203DA6}" presName="composite" presStyleCnt="0"/>
      <dgm:spPr/>
    </dgm:pt>
    <dgm:pt modelId="{A97189DC-B62A-4226-BE84-683C8D0EEFD3}" type="pres">
      <dgm:prSet presAssocID="{E53FD2FB-F572-421B-BB4D-59CD3C203DA6}" presName="parTx" presStyleLbl="alignNode1" presStyleIdx="2" presStyleCnt="4">
        <dgm:presLayoutVars>
          <dgm:chMax val="0"/>
          <dgm:chPref val="0"/>
          <dgm:bulletEnabled val="1"/>
        </dgm:presLayoutVars>
      </dgm:prSet>
      <dgm:spPr/>
    </dgm:pt>
    <dgm:pt modelId="{2B7C4BE8-A646-4433-9446-B88A77065CA4}" type="pres">
      <dgm:prSet presAssocID="{E53FD2FB-F572-421B-BB4D-59CD3C203DA6}" presName="desTx" presStyleLbl="alignAccFollowNode1" presStyleIdx="2" presStyleCnt="4">
        <dgm:presLayoutVars>
          <dgm:bulletEnabled val="1"/>
        </dgm:presLayoutVars>
      </dgm:prSet>
      <dgm:spPr/>
    </dgm:pt>
    <dgm:pt modelId="{2F78D2CB-E42C-4EC3-A063-5DC1BA5D538A}" type="pres">
      <dgm:prSet presAssocID="{B316E1F1-06D1-4214-AA2E-AFE057B76A4B}" presName="space" presStyleCnt="0"/>
      <dgm:spPr/>
    </dgm:pt>
    <dgm:pt modelId="{9021C8B0-E1B6-4A4D-8439-ED451BCA4E68}" type="pres">
      <dgm:prSet presAssocID="{BA1FBE3B-C182-4377-8E40-0B3C0C1956CA}" presName="composite" presStyleCnt="0"/>
      <dgm:spPr/>
    </dgm:pt>
    <dgm:pt modelId="{18D4A536-73DC-492C-A34F-711BC80D73A7}" type="pres">
      <dgm:prSet presAssocID="{BA1FBE3B-C182-4377-8E40-0B3C0C1956CA}" presName="parTx" presStyleLbl="alignNode1" presStyleIdx="3" presStyleCnt="4">
        <dgm:presLayoutVars>
          <dgm:chMax val="0"/>
          <dgm:chPref val="0"/>
          <dgm:bulletEnabled val="1"/>
        </dgm:presLayoutVars>
      </dgm:prSet>
      <dgm:spPr/>
    </dgm:pt>
    <dgm:pt modelId="{7FD399BC-E510-491B-A043-67ACAEEF2E3C}" type="pres">
      <dgm:prSet presAssocID="{BA1FBE3B-C182-4377-8E40-0B3C0C1956CA}" presName="desTx" presStyleLbl="alignAccFollowNode1" presStyleIdx="3" presStyleCnt="4">
        <dgm:presLayoutVars>
          <dgm:bulletEnabled val="1"/>
        </dgm:presLayoutVars>
      </dgm:prSet>
      <dgm:spPr/>
    </dgm:pt>
  </dgm:ptLst>
  <dgm:cxnLst>
    <dgm:cxn modelId="{9E736601-1061-461E-A7C6-CA854179FFC7}" type="presOf" srcId="{6992C787-FC19-4B56-B86B-85751586ED68}" destId="{3116BB5E-4752-4A55-AB69-BB802C942660}" srcOrd="0" destOrd="6" presId="urn:microsoft.com/office/officeart/2005/8/layout/hList1"/>
    <dgm:cxn modelId="{7FC7E906-E056-4E64-859A-8476EDCD4365}" type="presOf" srcId="{7CB9B775-851A-4061-A9DF-E60947B13BE6}" destId="{2B7C4BE8-A646-4433-9446-B88A77065CA4}" srcOrd="0" destOrd="1" presId="urn:microsoft.com/office/officeart/2005/8/layout/hList1"/>
    <dgm:cxn modelId="{1F82A507-91AD-4AE9-87E6-CD8150F15D1A}" type="presOf" srcId="{F1916642-2267-4C34-90D4-9A328C4E1DB5}" destId="{6418F341-AB79-40AC-B83F-0228C41F0524}" srcOrd="0" destOrd="5" presId="urn:microsoft.com/office/officeart/2005/8/layout/hList1"/>
    <dgm:cxn modelId="{1E78A00D-9FF8-4862-A084-AC01618389EA}" srcId="{80A0FD3E-C6A0-4AC0-BEE3-F3D680FFDAD0}" destId="{6659A7E7-8158-4A6E-A471-DA323965CCE9}" srcOrd="1" destOrd="0" parTransId="{0651B8AE-3C39-4FE7-BB50-305118B07273}" sibTransId="{6D812D89-DC62-4CF9-8AB3-702740139B84}"/>
    <dgm:cxn modelId="{F463DB0E-8EA0-4B3E-BF98-6DCCC8E81944}" type="presOf" srcId="{80A0FD3E-C6A0-4AC0-BEE3-F3D680FFDAD0}" destId="{80F7A185-5624-45A8-89B6-2DD3BEF2A364}" srcOrd="0" destOrd="0" presId="urn:microsoft.com/office/officeart/2005/8/layout/hList1"/>
    <dgm:cxn modelId="{D43EE20F-EE3E-4A3B-BB12-9F8DE43FDAED}" type="presOf" srcId="{D2C01B18-E3FB-474F-95E7-05455D92D4B8}" destId="{6418F341-AB79-40AC-B83F-0228C41F0524}" srcOrd="0" destOrd="2" presId="urn:microsoft.com/office/officeart/2005/8/layout/hList1"/>
    <dgm:cxn modelId="{46134B11-0D40-41B7-824A-2F6B7E540C49}" type="presOf" srcId="{7039D912-74EB-4508-A920-7B182744F6DB}" destId="{55AAB538-76C9-4018-AEB7-2E260B8A0B86}" srcOrd="0" destOrd="0" presId="urn:microsoft.com/office/officeart/2005/8/layout/hList1"/>
    <dgm:cxn modelId="{1144D218-690B-4503-979B-D44F63A28C40}" type="presOf" srcId="{6503583A-94E3-47C8-8A37-17DCFD2C1B40}" destId="{7FD399BC-E510-491B-A043-67ACAEEF2E3C}" srcOrd="0" destOrd="5" presId="urn:microsoft.com/office/officeart/2005/8/layout/hList1"/>
    <dgm:cxn modelId="{4E60AC19-DD0A-4536-B185-C694DBC110F7}" type="presOf" srcId="{BA1FBE3B-C182-4377-8E40-0B3C0C1956CA}" destId="{18D4A536-73DC-492C-A34F-711BC80D73A7}" srcOrd="0" destOrd="0" presId="urn:microsoft.com/office/officeart/2005/8/layout/hList1"/>
    <dgm:cxn modelId="{A6F8D720-AE9E-45A3-A002-FD66255E424E}" type="presOf" srcId="{CD488F8F-4BCF-4E6E-AB7E-52B6F7DE107C}" destId="{3116BB5E-4752-4A55-AB69-BB802C942660}" srcOrd="0" destOrd="0" presId="urn:microsoft.com/office/officeart/2005/8/layout/hList1"/>
    <dgm:cxn modelId="{CA6C1B26-FBB7-4342-85C7-F5442404911A}" type="presOf" srcId="{F3AD5EC2-8CFC-44B4-84FC-1EC4053D23F7}" destId="{7FD399BC-E510-491B-A043-67ACAEEF2E3C}" srcOrd="0" destOrd="4" presId="urn:microsoft.com/office/officeart/2005/8/layout/hList1"/>
    <dgm:cxn modelId="{67253B26-93D2-4227-A902-6B76F8FE4290}" type="presOf" srcId="{2F3812DE-64E3-4474-B1D5-9435A23ED917}" destId="{2B7C4BE8-A646-4433-9446-B88A77065CA4}" srcOrd="0" destOrd="0" presId="urn:microsoft.com/office/officeart/2005/8/layout/hList1"/>
    <dgm:cxn modelId="{8D88D927-A102-426C-AA83-0B2B913EB7BF}" type="presOf" srcId="{90460D4B-7138-4725-ADD6-E6EC2A7BF7EC}" destId="{7FD399BC-E510-491B-A043-67ACAEEF2E3C}" srcOrd="0" destOrd="1" presId="urn:microsoft.com/office/officeart/2005/8/layout/hList1"/>
    <dgm:cxn modelId="{F1C3F229-E489-4B5E-8D0C-E831A502C0EF}" srcId="{6659A7E7-8158-4A6E-A471-DA323965CCE9}" destId="{F8E01428-B033-4EC5-88F3-B8113EC519CA}" srcOrd="2" destOrd="0" parTransId="{457C380B-CE0C-4872-9D79-E197AC5F6652}" sibTransId="{970C36A2-E083-4459-AF8D-EAF96CA16898}"/>
    <dgm:cxn modelId="{C304B02A-9CC1-4BD3-9A9D-36F02B10F04E}" type="presOf" srcId="{829080E2-2793-47D4-8AB2-3E71A7C02F83}" destId="{2B7C4BE8-A646-4433-9446-B88A77065CA4}" srcOrd="0" destOrd="4" presId="urn:microsoft.com/office/officeart/2005/8/layout/hList1"/>
    <dgm:cxn modelId="{51D6F12A-550C-46D0-B0B3-1CAEADD95635}" type="presOf" srcId="{A83B04DA-1E85-46F7-A926-B1713D140BCE}" destId="{7FD399BC-E510-491B-A043-67ACAEEF2E3C}" srcOrd="0" destOrd="0" presId="urn:microsoft.com/office/officeart/2005/8/layout/hList1"/>
    <dgm:cxn modelId="{E19B1832-913A-4E22-9C28-629DB7F93C5B}" type="presOf" srcId="{F8E01428-B033-4EC5-88F3-B8113EC519CA}" destId="{3116BB5E-4752-4A55-AB69-BB802C942660}" srcOrd="0" destOrd="4" presId="urn:microsoft.com/office/officeart/2005/8/layout/hList1"/>
    <dgm:cxn modelId="{A0A59932-CE58-4460-8CD0-6FB7805F17AF}" srcId="{7039D912-74EB-4508-A920-7B182744F6DB}" destId="{BA1FBE3B-C182-4377-8E40-0B3C0C1956CA}" srcOrd="3" destOrd="0" parTransId="{E30795FF-31C8-476E-809D-96D9B56B0077}" sibTransId="{597A5E4D-60FA-4710-927D-4F0900372DD4}"/>
    <dgm:cxn modelId="{2A7B9036-7743-428D-970C-221D33B3A32A}" srcId="{007B146B-7043-4DA4-9872-F19B6C46FDB4}" destId="{F1916642-2267-4C34-90D4-9A328C4E1DB5}" srcOrd="3" destOrd="0" parTransId="{5A761C89-37C0-42E1-A17A-FE065BB21FE8}" sibTransId="{6E912344-E919-4CD4-B977-60C503C302CF}"/>
    <dgm:cxn modelId="{8252BB38-8E22-41E9-B65D-14D24DB38772}" type="presOf" srcId="{8118D722-B82D-4483-BDDC-1B53D47D868F}" destId="{6418F341-AB79-40AC-B83F-0228C41F0524}" srcOrd="0" destOrd="0" presId="urn:microsoft.com/office/officeart/2005/8/layout/hList1"/>
    <dgm:cxn modelId="{5150B839-1C83-47F0-B34B-4EE10AD1A6B7}" type="presOf" srcId="{D91083A4-A3FF-46EE-B215-B4E06D455191}" destId="{6418F341-AB79-40AC-B83F-0228C41F0524}" srcOrd="0" destOrd="6" presId="urn:microsoft.com/office/officeart/2005/8/layout/hList1"/>
    <dgm:cxn modelId="{D20A803E-6938-4D68-A359-982984092BEE}" type="presOf" srcId="{C070E80E-8CCB-43DE-89B8-CF105FAAA75A}" destId="{3116BB5E-4752-4A55-AB69-BB802C942660}" srcOrd="0" destOrd="5" presId="urn:microsoft.com/office/officeart/2005/8/layout/hList1"/>
    <dgm:cxn modelId="{83989A3F-F98C-4560-8FDB-A9758D57D8B8}" type="presOf" srcId="{102C854C-B1C2-4A0C-88C2-398DDB93C8BB}" destId="{3116BB5E-4752-4A55-AB69-BB802C942660}" srcOrd="0" destOrd="7" presId="urn:microsoft.com/office/officeart/2005/8/layout/hList1"/>
    <dgm:cxn modelId="{9935EB3F-1AC9-4199-871A-824A4FF48E38}" srcId="{6659A7E7-8158-4A6E-A471-DA323965CCE9}" destId="{102C854C-B1C2-4A0C-88C2-398DDB93C8BB}" srcOrd="5" destOrd="0" parTransId="{8EA49D74-8884-4CF4-B0CC-99ABA20E2550}" sibTransId="{B89AA19B-3619-42A2-82EB-3EEDD51F37E3}"/>
    <dgm:cxn modelId="{8CECAF5F-DA00-4341-87E9-C2783DAE97BE}" srcId="{80A0FD3E-C6A0-4AC0-BEE3-F3D680FFDAD0}" destId="{CD488F8F-4BCF-4E6E-AB7E-52B6F7DE107C}" srcOrd="0" destOrd="0" parTransId="{42DB6BCE-A83C-467A-9D66-74C413A8A0E4}" sibTransId="{2A9BE94D-3088-43DC-B867-A5CA10F425C8}"/>
    <dgm:cxn modelId="{CAC14864-0BA6-4CDB-A88E-772833859E4A}" srcId="{7CB9B775-851A-4061-A9DF-E60947B13BE6}" destId="{496EB545-0894-4B0F-8936-291577F9915D}" srcOrd="0" destOrd="0" parTransId="{EF545D9D-E807-485E-998A-0A5634E6EAEC}" sibTransId="{476CAC9E-4E5A-4010-AC78-FFD0504BEC2F}"/>
    <dgm:cxn modelId="{F0CA5A45-C6DF-48B3-8B03-B35309CE3725}" srcId="{90460D4B-7138-4725-ADD6-E6EC2A7BF7EC}" destId="{65F19840-B0C0-478D-8303-0247D09C817A}" srcOrd="4" destOrd="0" parTransId="{F56F0E06-DB59-4373-BCD3-1E620BE207A3}" sibTransId="{1A56BC5E-3F05-4F0F-A1D0-BB1EED387864}"/>
    <dgm:cxn modelId="{9EC9E745-E4AA-4A48-86E5-A56A9D07CF18}" srcId="{007B146B-7043-4DA4-9872-F19B6C46FDB4}" destId="{4700AFBE-57B8-4F45-85FC-78D11916CE41}" srcOrd="2" destOrd="0" parTransId="{A8B03DD9-09C7-4E7B-B063-D61132B46139}" sibTransId="{15F71444-0CE4-46DA-8E0D-82349D1C5ED7}"/>
    <dgm:cxn modelId="{F4ECD369-4640-4290-8817-A810CB0A866F}" type="presOf" srcId="{007B146B-7043-4DA4-9872-F19B6C46FDB4}" destId="{6418F341-AB79-40AC-B83F-0228C41F0524}" srcOrd="0" destOrd="1" presId="urn:microsoft.com/office/officeart/2005/8/layout/hList1"/>
    <dgm:cxn modelId="{860CDD4B-2E77-49B5-AEBE-1A85A176A7C3}" type="presOf" srcId="{A521DE87-592D-424F-B359-261E6644A127}" destId="{2B7C4BE8-A646-4433-9446-B88A77065CA4}" srcOrd="0" destOrd="3" presId="urn:microsoft.com/office/officeart/2005/8/layout/hList1"/>
    <dgm:cxn modelId="{A4154A6D-056D-4EE4-A395-C0CF04701971}" srcId="{90460D4B-7138-4725-ADD6-E6EC2A7BF7EC}" destId="{6503583A-94E3-47C8-8A37-17DCFD2C1B40}" srcOrd="3" destOrd="0" parTransId="{C160F51E-FCFD-4661-9B7C-39FB92B88A36}" sibTransId="{7D0024F7-DB83-4DAB-8350-82F13C69336B}"/>
    <dgm:cxn modelId="{AD5CA36D-447E-463A-AADC-33C199AAA439}" type="presOf" srcId="{7AF5FCE1-11D6-46FB-8B9D-23C7E613916E}" destId="{E09129F2-95E6-4C8B-BC91-BBC3BDA85498}" srcOrd="0" destOrd="0" presId="urn:microsoft.com/office/officeart/2005/8/layout/hList1"/>
    <dgm:cxn modelId="{EC663551-D8A7-4060-A28A-383737E6BD65}" type="presOf" srcId="{78F88E26-8B8C-4948-BF99-63EA46AFCFA3}" destId="{7FD399BC-E510-491B-A043-67ACAEEF2E3C}" srcOrd="0" destOrd="3" presId="urn:microsoft.com/office/officeart/2005/8/layout/hList1"/>
    <dgm:cxn modelId="{503C8454-F428-4243-AECB-265FA4B8D9BA}" srcId="{E53FD2FB-F572-421B-BB4D-59CD3C203DA6}" destId="{7CB9B775-851A-4061-A9DF-E60947B13BE6}" srcOrd="1" destOrd="0" parTransId="{D780929A-2D37-4C25-BF8A-9A0E8157996A}" sibTransId="{88D8659E-869C-4503-8503-4E5AACA8FA3E}"/>
    <dgm:cxn modelId="{43275F56-BEA0-4E87-905C-8FDE7B22DBD4}" srcId="{7AF5FCE1-11D6-46FB-8B9D-23C7E613916E}" destId="{007B146B-7043-4DA4-9872-F19B6C46FDB4}" srcOrd="1" destOrd="0" parTransId="{A173CFB8-8E05-4375-B9CE-97311CD3065B}" sibTransId="{D2745B64-D5FE-4DF3-BE60-022EDD8E8D07}"/>
    <dgm:cxn modelId="{F999BF5A-9607-44EF-9295-10775E7E7CDB}" type="presOf" srcId="{ADFB65C5-7830-4D40-BD55-A77D738EBBB8}" destId="{3116BB5E-4752-4A55-AB69-BB802C942660}" srcOrd="0" destOrd="3" presId="urn:microsoft.com/office/officeart/2005/8/layout/hList1"/>
    <dgm:cxn modelId="{FE4CFB82-DF6D-4101-934E-B138BCE31401}" type="presOf" srcId="{88EF3DC1-C7EB-42FB-8165-F41505DC47A3}" destId="{3116BB5E-4752-4A55-AB69-BB802C942660}" srcOrd="0" destOrd="8" presId="urn:microsoft.com/office/officeart/2005/8/layout/hList1"/>
    <dgm:cxn modelId="{C963DE92-9FFA-416E-9CBB-F1D96E4F23A2}" srcId="{BA1FBE3B-C182-4377-8E40-0B3C0C1956CA}" destId="{90460D4B-7138-4725-ADD6-E6EC2A7BF7EC}" srcOrd="1" destOrd="0" parTransId="{5CAE3443-D2EC-438E-BAA1-5E5A5619E4B8}" sibTransId="{023AE1A4-1C73-440E-8E5B-82164B5EE816}"/>
    <dgm:cxn modelId="{0C3CCE94-2E49-48A4-A7D2-7A25FE8C8D5C}" srcId="{6659A7E7-8158-4A6E-A471-DA323965CCE9}" destId="{ADFB65C5-7830-4D40-BD55-A77D738EBBB8}" srcOrd="1" destOrd="0" parTransId="{71F75FB3-CE13-4A0F-B168-3B0584419E4E}" sibTransId="{609C675B-9312-48F0-A261-CE577E0A1C30}"/>
    <dgm:cxn modelId="{2019AC96-203D-42ED-AACA-6F3EF9470EBF}" srcId="{BA1FBE3B-C182-4377-8E40-0B3C0C1956CA}" destId="{A83B04DA-1E85-46F7-A926-B1713D140BCE}" srcOrd="0" destOrd="0" parTransId="{71DF4AE8-BB8A-4373-B1F1-E15125AF5713}" sibTransId="{CA6AAA5B-4FE6-4AD8-80F8-3402650B0FB1}"/>
    <dgm:cxn modelId="{621C7697-1F0B-40BB-B63B-B262ED275C28}" srcId="{7CB9B775-851A-4061-A9DF-E60947B13BE6}" destId="{829080E2-2793-47D4-8AB2-3E71A7C02F83}" srcOrd="2" destOrd="0" parTransId="{17717102-DC23-4339-A4BD-626C0DBCE9E7}" sibTransId="{E9E0E638-0E46-452D-A812-122B1603FC93}"/>
    <dgm:cxn modelId="{86F77799-BDB9-4411-B889-07E61E633FAC}" srcId="{E53FD2FB-F572-421B-BB4D-59CD3C203DA6}" destId="{2F3812DE-64E3-4474-B1D5-9435A23ED917}" srcOrd="0" destOrd="0" parTransId="{F852C2A1-23E1-4F41-B098-8EAC2C189ACA}" sibTransId="{B68CD15B-C645-4506-A8E5-2D86C0335B27}"/>
    <dgm:cxn modelId="{A5A6969C-93D7-437F-A7AE-83304180A89A}" type="presOf" srcId="{E53FD2FB-F572-421B-BB4D-59CD3C203DA6}" destId="{A97189DC-B62A-4226-BE84-683C8D0EEFD3}" srcOrd="0" destOrd="0" presId="urn:microsoft.com/office/officeart/2005/8/layout/hList1"/>
    <dgm:cxn modelId="{FCE95EA2-9EAD-4902-A656-CF8FCC0A08B2}" type="presOf" srcId="{65F19840-B0C0-478D-8303-0247D09C817A}" destId="{7FD399BC-E510-491B-A043-67ACAEEF2E3C}" srcOrd="0" destOrd="6" presId="urn:microsoft.com/office/officeart/2005/8/layout/hList1"/>
    <dgm:cxn modelId="{BC10DEA3-76F5-473A-AEC8-0DA8D2917C86}" type="presOf" srcId="{6659A7E7-8158-4A6E-A471-DA323965CCE9}" destId="{3116BB5E-4752-4A55-AB69-BB802C942660}" srcOrd="0" destOrd="1" presId="urn:microsoft.com/office/officeart/2005/8/layout/hList1"/>
    <dgm:cxn modelId="{B52F73A8-5A20-405E-BFC7-51B34FC95885}" srcId="{90460D4B-7138-4725-ADD6-E6EC2A7BF7EC}" destId="{78F88E26-8B8C-4948-BF99-63EA46AFCFA3}" srcOrd="1" destOrd="0" parTransId="{98D5557D-40C2-4744-8D4F-EFF73CDEC0DD}" sibTransId="{5271797F-73B1-4CF2-8588-CD56DF1624E8}"/>
    <dgm:cxn modelId="{AD8797A8-4E33-4E39-8B6B-3E1CEFD1E8AE}" type="presOf" srcId="{DB82E421-8B43-400F-B820-4E5E46890ACB}" destId="{6418F341-AB79-40AC-B83F-0228C41F0524}" srcOrd="0" destOrd="3" presId="urn:microsoft.com/office/officeart/2005/8/layout/hList1"/>
    <dgm:cxn modelId="{9FB4D4B0-DAF9-4D63-BFA5-2042F9E22DFC}" type="presOf" srcId="{4700AFBE-57B8-4F45-85FC-78D11916CE41}" destId="{6418F341-AB79-40AC-B83F-0228C41F0524}" srcOrd="0" destOrd="4" presId="urn:microsoft.com/office/officeart/2005/8/layout/hList1"/>
    <dgm:cxn modelId="{3F0E60BA-2CB3-4554-AA2D-CCC7DDF0A365}" srcId="{7039D912-74EB-4508-A920-7B182744F6DB}" destId="{80A0FD3E-C6A0-4AC0-BEE3-F3D680FFDAD0}" srcOrd="0" destOrd="0" parTransId="{154B9B54-5D30-4E28-8681-5934842B5FBB}" sibTransId="{EFC7F8D0-9924-4CF0-859E-271812450D6A}"/>
    <dgm:cxn modelId="{2D518CBB-959F-4128-BEF7-70D4BF4546B9}" srcId="{7039D912-74EB-4508-A920-7B182744F6DB}" destId="{7AF5FCE1-11D6-46FB-8B9D-23C7E613916E}" srcOrd="1" destOrd="0" parTransId="{740CD777-E294-48B6-90F3-B3CEC219F2C4}" sibTransId="{C3102B43-D99C-4965-8C40-204A9F62CBC0}"/>
    <dgm:cxn modelId="{B8BB1DBC-DCF9-45E4-A9CB-F20700E5AC91}" type="presOf" srcId="{C55CDAA4-0A7B-4072-9CD3-6D7896772C6F}" destId="{7FD399BC-E510-491B-A043-67ACAEEF2E3C}" srcOrd="0" destOrd="2" presId="urn:microsoft.com/office/officeart/2005/8/layout/hList1"/>
    <dgm:cxn modelId="{148D22BD-FB6A-484C-874B-142384834133}" srcId="{007B146B-7043-4DA4-9872-F19B6C46FDB4}" destId="{D2C01B18-E3FB-474F-95E7-05455D92D4B8}" srcOrd="0" destOrd="0" parTransId="{166E2CA8-82CF-4E76-934C-7C71BC0CDAC7}" sibTransId="{CACF65A1-3C5E-421B-891C-4717F0280A2B}"/>
    <dgm:cxn modelId="{B28B66BF-5ADA-4132-A98F-8A1708B02064}" srcId="{7AF5FCE1-11D6-46FB-8B9D-23C7E613916E}" destId="{8118D722-B82D-4483-BDDC-1B53D47D868F}" srcOrd="0" destOrd="0" parTransId="{7D59BDDC-B779-4518-9ED4-05DEF339598E}" sibTransId="{6083E495-5339-4A68-A268-849A9733BA49}"/>
    <dgm:cxn modelId="{CED242C2-2AE2-4C7E-9544-F89712FBA7FF}" srcId="{90460D4B-7138-4725-ADD6-E6EC2A7BF7EC}" destId="{F3AD5EC2-8CFC-44B4-84FC-1EC4053D23F7}" srcOrd="2" destOrd="0" parTransId="{26F917EA-AD29-4A3B-B14D-422A7F30E6CB}" sibTransId="{C33D2425-7930-4A96-95D5-06CBB2794C4E}"/>
    <dgm:cxn modelId="{A66959CA-0A49-47BE-80E8-FFFE5975A6C5}" srcId="{007B146B-7043-4DA4-9872-F19B6C46FDB4}" destId="{DB82E421-8B43-400F-B820-4E5E46890ACB}" srcOrd="1" destOrd="0" parTransId="{B3C3E713-BA38-4F09-9DB9-B14F0187D506}" sibTransId="{7330DEA7-B961-43C2-BBE9-ACA2D8ECB655}"/>
    <dgm:cxn modelId="{78C996D1-9E72-49F5-AB9C-2C2B83D0DE17}" srcId="{6659A7E7-8158-4A6E-A471-DA323965CCE9}" destId="{88EF3DC1-C7EB-42FB-8165-F41505DC47A3}" srcOrd="6" destOrd="0" parTransId="{79420B54-54CF-4606-A37C-1265DA7D9C5D}" sibTransId="{25327A15-6A41-432C-B6BA-788D84B2D7D4}"/>
    <dgm:cxn modelId="{9DCB9FE5-DD06-48A2-A44A-B1DC9C7CF1CB}" srcId="{6659A7E7-8158-4A6E-A471-DA323965CCE9}" destId="{6992C787-FC19-4B56-B86B-85751586ED68}" srcOrd="4" destOrd="0" parTransId="{A98B85C6-1E8C-4647-9359-DAA18747BAC1}" sibTransId="{EC823E0B-2B97-4EC1-87E0-FDEB74036751}"/>
    <dgm:cxn modelId="{E1EA81ED-FE5B-4917-880A-0CA09B45A253}" srcId="{90460D4B-7138-4725-ADD6-E6EC2A7BF7EC}" destId="{C55CDAA4-0A7B-4072-9CD3-6D7896772C6F}" srcOrd="0" destOrd="0" parTransId="{CDF5DCCF-2E2A-4296-AD6C-ABE6E27E5F15}" sibTransId="{12918B51-1EE7-4110-A777-AFBA2DE18C29}"/>
    <dgm:cxn modelId="{99924AF0-07D7-4D56-A77D-BBD5261EAA59}" srcId="{7039D912-74EB-4508-A920-7B182744F6DB}" destId="{E53FD2FB-F572-421B-BB4D-59CD3C203DA6}" srcOrd="2" destOrd="0" parTransId="{252CD36A-2224-4DE0-B794-720E6D43E594}" sibTransId="{B316E1F1-06D1-4214-AA2E-AFE057B76A4B}"/>
    <dgm:cxn modelId="{C39B41F2-7752-4B76-B5E3-BE83612F50B2}" srcId="{6659A7E7-8158-4A6E-A471-DA323965CCE9}" destId="{A1FD628F-B8FF-43A2-8AB5-11FF7C2A601C}" srcOrd="0" destOrd="0" parTransId="{DD71F879-133C-4350-AFBB-C943DF617CAC}" sibTransId="{04649C6A-C328-4F3F-96D0-2871A85AEF53}"/>
    <dgm:cxn modelId="{09C4ADF5-BA6B-42E9-84A6-F8030055F7A6}" srcId="{6659A7E7-8158-4A6E-A471-DA323965CCE9}" destId="{C070E80E-8CCB-43DE-89B8-CF105FAAA75A}" srcOrd="3" destOrd="0" parTransId="{262E56DF-DFA9-4BD2-90FF-3341A7E61F5C}" sibTransId="{370F6321-CF36-4FC5-86A2-292CE310564D}"/>
    <dgm:cxn modelId="{186979F7-750C-4DBE-ACBE-77F29D9A6BBA}" srcId="{7CB9B775-851A-4061-A9DF-E60947B13BE6}" destId="{A521DE87-592D-424F-B359-261E6644A127}" srcOrd="1" destOrd="0" parTransId="{CA54F6F4-9A2D-411E-9F6F-89E21AE72543}" sibTransId="{5137215B-3E61-40D9-BA44-3ED87150D71D}"/>
    <dgm:cxn modelId="{8FAFD2F7-25C1-4045-A602-B21ECD62F2DC}" type="presOf" srcId="{496EB545-0894-4B0F-8936-291577F9915D}" destId="{2B7C4BE8-A646-4433-9446-B88A77065CA4}" srcOrd="0" destOrd="2" presId="urn:microsoft.com/office/officeart/2005/8/layout/hList1"/>
    <dgm:cxn modelId="{1DB81CF8-B2F1-46DD-B5D2-5D611CC7759F}" srcId="{007B146B-7043-4DA4-9872-F19B6C46FDB4}" destId="{D91083A4-A3FF-46EE-B215-B4E06D455191}" srcOrd="4" destOrd="0" parTransId="{8C4A6C73-96FC-43DA-AE13-5EFF209D857E}" sibTransId="{37DC180E-FB6D-4850-B951-2448CD6BA1EB}"/>
    <dgm:cxn modelId="{1BA7C3FF-3DE1-46B2-AAD4-D094C818E8AA}" type="presOf" srcId="{A1FD628F-B8FF-43A2-8AB5-11FF7C2A601C}" destId="{3116BB5E-4752-4A55-AB69-BB802C942660}" srcOrd="0" destOrd="2" presId="urn:microsoft.com/office/officeart/2005/8/layout/hList1"/>
    <dgm:cxn modelId="{7D6038F7-626A-4C59-994C-7BCA9C4061D5}" type="presParOf" srcId="{55AAB538-76C9-4018-AEB7-2E260B8A0B86}" destId="{AFC8C993-07C2-474F-8C52-8858793A72F5}" srcOrd="0" destOrd="0" presId="urn:microsoft.com/office/officeart/2005/8/layout/hList1"/>
    <dgm:cxn modelId="{8288CDF0-A98E-4B41-A9D6-F2F2F729B220}" type="presParOf" srcId="{AFC8C993-07C2-474F-8C52-8858793A72F5}" destId="{80F7A185-5624-45A8-89B6-2DD3BEF2A364}" srcOrd="0" destOrd="0" presId="urn:microsoft.com/office/officeart/2005/8/layout/hList1"/>
    <dgm:cxn modelId="{0BBDF4E4-40F4-480E-B52E-68180EFE49B0}" type="presParOf" srcId="{AFC8C993-07C2-474F-8C52-8858793A72F5}" destId="{3116BB5E-4752-4A55-AB69-BB802C942660}" srcOrd="1" destOrd="0" presId="urn:microsoft.com/office/officeart/2005/8/layout/hList1"/>
    <dgm:cxn modelId="{FA45DD6E-81CE-43AD-AD21-259E155A1E49}" type="presParOf" srcId="{55AAB538-76C9-4018-AEB7-2E260B8A0B86}" destId="{6ABD2960-DE89-4CCB-843C-A328FF933447}" srcOrd="1" destOrd="0" presId="urn:microsoft.com/office/officeart/2005/8/layout/hList1"/>
    <dgm:cxn modelId="{C55ED999-8B86-4758-8766-CB9A77E5932A}" type="presParOf" srcId="{55AAB538-76C9-4018-AEB7-2E260B8A0B86}" destId="{67FB2F7D-5D36-4DDE-887E-B41B68E5A3C4}" srcOrd="2" destOrd="0" presId="urn:microsoft.com/office/officeart/2005/8/layout/hList1"/>
    <dgm:cxn modelId="{EF79360D-305B-4240-8937-EBD0CBFFCB22}" type="presParOf" srcId="{67FB2F7D-5D36-4DDE-887E-B41B68E5A3C4}" destId="{E09129F2-95E6-4C8B-BC91-BBC3BDA85498}" srcOrd="0" destOrd="0" presId="urn:microsoft.com/office/officeart/2005/8/layout/hList1"/>
    <dgm:cxn modelId="{292CBED7-114C-465B-908A-D68B2C75E414}" type="presParOf" srcId="{67FB2F7D-5D36-4DDE-887E-B41B68E5A3C4}" destId="{6418F341-AB79-40AC-B83F-0228C41F0524}" srcOrd="1" destOrd="0" presId="urn:microsoft.com/office/officeart/2005/8/layout/hList1"/>
    <dgm:cxn modelId="{97701D75-C442-4312-89C3-AFE927DEA970}" type="presParOf" srcId="{55AAB538-76C9-4018-AEB7-2E260B8A0B86}" destId="{C96606E7-F1A6-47F3-9D02-18BBCF55F463}" srcOrd="3" destOrd="0" presId="urn:microsoft.com/office/officeart/2005/8/layout/hList1"/>
    <dgm:cxn modelId="{C1A21B5B-0137-4D3C-A763-FDF911525252}" type="presParOf" srcId="{55AAB538-76C9-4018-AEB7-2E260B8A0B86}" destId="{4ECD62A1-092C-411F-89EE-24B62C4157B7}" srcOrd="4" destOrd="0" presId="urn:microsoft.com/office/officeart/2005/8/layout/hList1"/>
    <dgm:cxn modelId="{570A8DC0-0855-41ED-AA84-D88004A688BD}" type="presParOf" srcId="{4ECD62A1-092C-411F-89EE-24B62C4157B7}" destId="{A97189DC-B62A-4226-BE84-683C8D0EEFD3}" srcOrd="0" destOrd="0" presId="urn:microsoft.com/office/officeart/2005/8/layout/hList1"/>
    <dgm:cxn modelId="{C8CDBE68-180B-420C-8A30-0B4446EA58AD}" type="presParOf" srcId="{4ECD62A1-092C-411F-89EE-24B62C4157B7}" destId="{2B7C4BE8-A646-4433-9446-B88A77065CA4}" srcOrd="1" destOrd="0" presId="urn:microsoft.com/office/officeart/2005/8/layout/hList1"/>
    <dgm:cxn modelId="{ED1B88D0-B359-4EA8-82FB-C43D32780195}" type="presParOf" srcId="{55AAB538-76C9-4018-AEB7-2E260B8A0B86}" destId="{2F78D2CB-E42C-4EC3-A063-5DC1BA5D538A}" srcOrd="5" destOrd="0" presId="urn:microsoft.com/office/officeart/2005/8/layout/hList1"/>
    <dgm:cxn modelId="{C652C41F-E8EC-41A7-B34F-1A0CBD86B61B}" type="presParOf" srcId="{55AAB538-76C9-4018-AEB7-2E260B8A0B86}" destId="{9021C8B0-E1B6-4A4D-8439-ED451BCA4E68}" srcOrd="6" destOrd="0" presId="urn:microsoft.com/office/officeart/2005/8/layout/hList1"/>
    <dgm:cxn modelId="{E39EA8AA-18D9-4FB3-80C0-F8A6619B837F}" type="presParOf" srcId="{9021C8B0-E1B6-4A4D-8439-ED451BCA4E68}" destId="{18D4A536-73DC-492C-A34F-711BC80D73A7}" srcOrd="0" destOrd="0" presId="urn:microsoft.com/office/officeart/2005/8/layout/hList1"/>
    <dgm:cxn modelId="{1DBB38BF-B59C-4746-9D56-2FB9156FE227}" type="presParOf" srcId="{9021C8B0-E1B6-4A4D-8439-ED451BCA4E68}" destId="{7FD399BC-E510-491B-A043-67ACAEEF2E3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5107A6-06DE-4AE5-9784-A9F467325EC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FCB33192-EBCB-416B-BEBD-1CDD8D200D2D}">
      <dgm:prSet phldrT="[Tekst]">
        <dgm:style>
          <a:lnRef idx="2">
            <a:schemeClr val="accent4"/>
          </a:lnRef>
          <a:fillRef idx="1">
            <a:schemeClr val="lt1"/>
          </a:fillRef>
          <a:effectRef idx="0">
            <a:schemeClr val="accent4"/>
          </a:effectRef>
          <a:fontRef idx="minor">
            <a:schemeClr val="dk1"/>
          </a:fontRef>
        </dgm:style>
      </dgm:prSet>
      <dgm:spPr/>
      <dgm:t>
        <a:bodyPr/>
        <a:lstStyle/>
        <a:p>
          <a:r>
            <a:rPr lang="en-US" dirty="0"/>
            <a:t>SkinnedModel</a:t>
          </a:r>
        </a:p>
      </dgm:t>
    </dgm:pt>
    <dgm:pt modelId="{A0A3BCAA-82AB-4D2C-9BDC-1AB466864EF7}" type="parTrans" cxnId="{1C5CBCF6-1CF7-408F-B0BC-3416C3FA2A0F}">
      <dgm:prSet/>
      <dgm:spPr/>
      <dgm:t>
        <a:bodyPr/>
        <a:lstStyle/>
        <a:p>
          <a:endParaRPr lang="en-US"/>
        </a:p>
      </dgm:t>
    </dgm:pt>
    <dgm:pt modelId="{1E4622A3-C0ED-450D-8861-F1685AAB13A6}" type="sibTrans" cxnId="{1C5CBCF6-1CF7-408F-B0BC-3416C3FA2A0F}">
      <dgm:prSet/>
      <dgm:spPr/>
      <dgm:t>
        <a:bodyPr/>
        <a:lstStyle/>
        <a:p>
          <a:endParaRPr lang="en-US"/>
        </a:p>
      </dgm:t>
    </dgm:pt>
    <dgm:pt modelId="{BDC3F700-7CF0-4CEA-99AE-D33BD02D2F39}">
      <dgm:prSet phldrT="[Tekst]">
        <dgm:style>
          <a:lnRef idx="2">
            <a:schemeClr val="accent3"/>
          </a:lnRef>
          <a:fillRef idx="1">
            <a:schemeClr val="lt1"/>
          </a:fillRef>
          <a:effectRef idx="0">
            <a:schemeClr val="accent3"/>
          </a:effectRef>
          <a:fontRef idx="minor">
            <a:schemeClr val="dk1"/>
          </a:fontRef>
        </dgm:style>
      </dgm:prSet>
      <dgm:spPr/>
      <dgm:t>
        <a:bodyPr/>
        <a:lstStyle/>
        <a:p>
          <a:r>
            <a:rPr lang="en-US" dirty="0"/>
            <a:t>Model</a:t>
          </a:r>
        </a:p>
      </dgm:t>
    </dgm:pt>
    <dgm:pt modelId="{E44FFE0C-9B73-476D-BA7B-664B7CACA43E}" type="parTrans" cxnId="{773657DF-C611-4D43-A6C0-B058A969BA61}">
      <dgm:prSet/>
      <dgm:spPr/>
      <dgm:t>
        <a:bodyPr/>
        <a:lstStyle/>
        <a:p>
          <a:endParaRPr lang="en-US"/>
        </a:p>
      </dgm:t>
    </dgm:pt>
    <dgm:pt modelId="{D75DBA7C-659E-4C1C-A3F4-F07422FC45DB}" type="sibTrans" cxnId="{773657DF-C611-4D43-A6C0-B058A969BA61}">
      <dgm:prSet/>
      <dgm:spPr/>
      <dgm:t>
        <a:bodyPr/>
        <a:lstStyle/>
        <a:p>
          <a:endParaRPr lang="en-US"/>
        </a:p>
      </dgm:t>
    </dgm:pt>
    <dgm:pt modelId="{F76AC7A7-178C-4A6B-B267-1EBDCD576BC7}">
      <dgm:prSet phldrT="[Tekst]">
        <dgm:style>
          <a:lnRef idx="2">
            <a:schemeClr val="accent3"/>
          </a:lnRef>
          <a:fillRef idx="1">
            <a:schemeClr val="lt1"/>
          </a:fillRef>
          <a:effectRef idx="0">
            <a:schemeClr val="accent3"/>
          </a:effectRef>
          <a:fontRef idx="minor">
            <a:schemeClr val="dk1"/>
          </a:fontRef>
        </dgm:style>
      </dgm:prSet>
      <dgm:spPr/>
      <dgm:t>
        <a:bodyPr/>
        <a:lstStyle/>
        <a:p>
          <a:r>
            <a:rPr lang="en-US" dirty="0"/>
            <a:t>RenderMesh</a:t>
          </a:r>
        </a:p>
      </dgm:t>
    </dgm:pt>
    <dgm:pt modelId="{8ECDE7E6-B07C-45AD-90E3-7AD03D0309FA}" type="parTrans" cxnId="{6294A2F9-A3E0-4EA7-BB52-8247C4978AD5}">
      <dgm:prSet/>
      <dgm:spPr/>
      <dgm:t>
        <a:bodyPr/>
        <a:lstStyle/>
        <a:p>
          <a:endParaRPr lang="en-US"/>
        </a:p>
      </dgm:t>
    </dgm:pt>
    <dgm:pt modelId="{2C1D2A9E-CDE5-42B6-9833-717E1969E730}" type="sibTrans" cxnId="{6294A2F9-A3E0-4EA7-BB52-8247C4978AD5}">
      <dgm:prSet/>
      <dgm:spPr/>
      <dgm:t>
        <a:bodyPr/>
        <a:lstStyle/>
        <a:p>
          <a:endParaRPr lang="en-US"/>
        </a:p>
      </dgm:t>
    </dgm:pt>
    <dgm:pt modelId="{1D0CE89A-2809-4159-958F-109BF23D4CBB}">
      <dgm:prSet phldrT="[Tekst]">
        <dgm:style>
          <a:lnRef idx="2">
            <a:schemeClr val="accent3"/>
          </a:lnRef>
          <a:fillRef idx="1">
            <a:schemeClr val="lt1"/>
          </a:fillRef>
          <a:effectRef idx="0">
            <a:schemeClr val="accent3"/>
          </a:effectRef>
          <a:fontRef idx="minor">
            <a:schemeClr val="dk1"/>
          </a:fontRef>
        </dgm:style>
      </dgm:prSet>
      <dgm:spPr/>
      <dgm:t>
        <a:bodyPr/>
        <a:lstStyle/>
        <a:p>
          <a:r>
            <a:rPr lang="en-US" dirty="0"/>
            <a:t>Mesh</a:t>
          </a:r>
        </a:p>
      </dgm:t>
    </dgm:pt>
    <dgm:pt modelId="{C164536C-D5CB-4C3C-ADFD-4278EB740813}" type="parTrans" cxnId="{CBF23267-65DA-4A1E-B9A7-1B7813BE4BEA}">
      <dgm:prSet/>
      <dgm:spPr/>
      <dgm:t>
        <a:bodyPr/>
        <a:lstStyle/>
        <a:p>
          <a:endParaRPr lang="en-US"/>
        </a:p>
      </dgm:t>
    </dgm:pt>
    <dgm:pt modelId="{A7D0C6F8-773A-4E12-8D1A-C455D0E728E5}" type="sibTrans" cxnId="{CBF23267-65DA-4A1E-B9A7-1B7813BE4BEA}">
      <dgm:prSet/>
      <dgm:spPr/>
      <dgm:t>
        <a:bodyPr/>
        <a:lstStyle/>
        <a:p>
          <a:endParaRPr lang="en-US"/>
        </a:p>
      </dgm:t>
    </dgm:pt>
    <dgm:pt modelId="{99262808-FF76-455C-BC9A-5A5C634F2543}">
      <dgm:prSet phldrT="[Tekst]">
        <dgm:style>
          <a:lnRef idx="2">
            <a:schemeClr val="accent4"/>
          </a:lnRef>
          <a:fillRef idx="1">
            <a:schemeClr val="lt1"/>
          </a:fillRef>
          <a:effectRef idx="0">
            <a:schemeClr val="accent4"/>
          </a:effectRef>
          <a:fontRef idx="minor">
            <a:schemeClr val="dk1"/>
          </a:fontRef>
        </dgm:style>
      </dgm:prSet>
      <dgm:spPr/>
      <dgm:t>
        <a:bodyPr/>
        <a:lstStyle/>
        <a:p>
          <a:r>
            <a:rPr lang="en-US" dirty="0"/>
            <a:t>Skeleton</a:t>
          </a:r>
        </a:p>
      </dgm:t>
    </dgm:pt>
    <dgm:pt modelId="{0CDD12DB-C801-4567-B5EF-2AA28ED014C9}" type="parTrans" cxnId="{36AE138C-443C-4F0D-AF22-9FF6D2037A98}">
      <dgm:prSet/>
      <dgm:spPr/>
      <dgm:t>
        <a:bodyPr/>
        <a:lstStyle/>
        <a:p>
          <a:endParaRPr lang="en-US"/>
        </a:p>
      </dgm:t>
    </dgm:pt>
    <dgm:pt modelId="{D792EE34-F109-43A6-8A4B-B8A0C8CF7A9D}" type="sibTrans" cxnId="{36AE138C-443C-4F0D-AF22-9FF6D2037A98}">
      <dgm:prSet/>
      <dgm:spPr/>
      <dgm:t>
        <a:bodyPr/>
        <a:lstStyle/>
        <a:p>
          <a:endParaRPr lang="en-US"/>
        </a:p>
      </dgm:t>
    </dgm:pt>
    <dgm:pt modelId="{015740AC-1B73-44FB-8F94-A7D0AD2EE8AD}">
      <dgm:prSet phldrT="[Tekst]">
        <dgm:style>
          <a:lnRef idx="2">
            <a:schemeClr val="accent5"/>
          </a:lnRef>
          <a:fillRef idx="1">
            <a:schemeClr val="lt1"/>
          </a:fillRef>
          <a:effectRef idx="0">
            <a:schemeClr val="accent5"/>
          </a:effectRef>
          <a:fontRef idx="minor">
            <a:schemeClr val="dk1"/>
          </a:fontRef>
        </dgm:style>
      </dgm:prSet>
      <dgm:spPr/>
      <dgm:t>
        <a:bodyPr/>
        <a:lstStyle/>
        <a:p>
          <a:r>
            <a:rPr lang="en-US" dirty="0"/>
            <a:t>Material</a:t>
          </a:r>
        </a:p>
      </dgm:t>
    </dgm:pt>
    <dgm:pt modelId="{BEB2E708-F845-48AB-9151-76BD7EDDE312}" type="parTrans" cxnId="{CEF3A1FD-37B5-496F-950B-2CD74D62A520}">
      <dgm:prSet/>
      <dgm:spPr/>
      <dgm:t>
        <a:bodyPr/>
        <a:lstStyle/>
        <a:p>
          <a:endParaRPr lang="en-US"/>
        </a:p>
      </dgm:t>
    </dgm:pt>
    <dgm:pt modelId="{A21A39A1-B4DD-40E1-BECC-EAE338C618C4}" type="sibTrans" cxnId="{CEF3A1FD-37B5-496F-950B-2CD74D62A520}">
      <dgm:prSet/>
      <dgm:spPr/>
      <dgm:t>
        <a:bodyPr/>
        <a:lstStyle/>
        <a:p>
          <a:endParaRPr lang="en-US"/>
        </a:p>
      </dgm:t>
    </dgm:pt>
    <dgm:pt modelId="{E7F314B9-C45B-4212-AC8B-E164F6EABD42}">
      <dgm:prSet phldrT="[Tekst]">
        <dgm:style>
          <a:lnRef idx="2">
            <a:schemeClr val="accent1"/>
          </a:lnRef>
          <a:fillRef idx="1">
            <a:schemeClr val="lt1"/>
          </a:fillRef>
          <a:effectRef idx="0">
            <a:schemeClr val="accent1"/>
          </a:effectRef>
          <a:fontRef idx="minor">
            <a:schemeClr val="dk1"/>
          </a:fontRef>
        </dgm:style>
      </dgm:prSet>
      <dgm:spPr/>
      <dgm:t>
        <a:bodyPr/>
        <a:lstStyle/>
        <a:p>
          <a:r>
            <a:rPr lang="en-US" dirty="0"/>
            <a:t>Texture2D</a:t>
          </a:r>
        </a:p>
      </dgm:t>
    </dgm:pt>
    <dgm:pt modelId="{2F5EEAA6-E865-43CD-8A16-2E23835E1848}" type="parTrans" cxnId="{9B805CF2-4C1C-4E61-9F1C-EA31D75BD0A9}">
      <dgm:prSet/>
      <dgm:spPr/>
      <dgm:t>
        <a:bodyPr/>
        <a:lstStyle/>
        <a:p>
          <a:endParaRPr lang="en-US"/>
        </a:p>
      </dgm:t>
    </dgm:pt>
    <dgm:pt modelId="{296721B5-DD9D-4EA7-BE57-BDCB2B9788FA}" type="sibTrans" cxnId="{9B805CF2-4C1C-4E61-9F1C-EA31D75BD0A9}">
      <dgm:prSet/>
      <dgm:spPr/>
      <dgm:t>
        <a:bodyPr/>
        <a:lstStyle/>
        <a:p>
          <a:endParaRPr lang="en-US"/>
        </a:p>
      </dgm:t>
    </dgm:pt>
    <dgm:pt modelId="{94F30E61-D432-4702-A9D2-467894148CED}">
      <dgm:prSet phldrT="[Tekst]">
        <dgm:style>
          <a:lnRef idx="2">
            <a:schemeClr val="accent5"/>
          </a:lnRef>
          <a:fillRef idx="1">
            <a:schemeClr val="lt1"/>
          </a:fillRef>
          <a:effectRef idx="0">
            <a:schemeClr val="accent5"/>
          </a:effectRef>
          <a:fontRef idx="minor">
            <a:schemeClr val="dk1"/>
          </a:fontRef>
        </dgm:style>
      </dgm:prSet>
      <dgm:spPr/>
      <dgm:t>
        <a:bodyPr/>
        <a:lstStyle/>
        <a:p>
          <a:r>
            <a:rPr lang="en-US" dirty="0"/>
            <a:t>ShadingModel</a:t>
          </a:r>
        </a:p>
      </dgm:t>
    </dgm:pt>
    <dgm:pt modelId="{0239192E-84C4-481F-A95D-4882D228075F}" type="parTrans" cxnId="{1A284E0E-A68C-4958-A1B3-CFC2838D5624}">
      <dgm:prSet/>
      <dgm:spPr/>
      <dgm:t>
        <a:bodyPr/>
        <a:lstStyle/>
        <a:p>
          <a:endParaRPr lang="en-US"/>
        </a:p>
      </dgm:t>
    </dgm:pt>
    <dgm:pt modelId="{41104DEE-8DB0-4C82-A594-15E849B5A05B}" type="sibTrans" cxnId="{1A284E0E-A68C-4958-A1B3-CFC2838D5624}">
      <dgm:prSet/>
      <dgm:spPr/>
      <dgm:t>
        <a:bodyPr/>
        <a:lstStyle/>
        <a:p>
          <a:endParaRPr lang="en-US"/>
        </a:p>
      </dgm:t>
    </dgm:pt>
    <dgm:pt modelId="{08FA669A-CCC1-4F7E-8991-E48492D72C08}">
      <dgm:prSet phldrT="[Tekst]">
        <dgm:style>
          <a:lnRef idx="2">
            <a:schemeClr val="accent5"/>
          </a:lnRef>
          <a:fillRef idx="1">
            <a:schemeClr val="lt1"/>
          </a:fillRef>
          <a:effectRef idx="0">
            <a:schemeClr val="accent5"/>
          </a:effectRef>
          <a:fontRef idx="minor">
            <a:schemeClr val="dk1"/>
          </a:fontRef>
        </dgm:style>
      </dgm:prSet>
      <dgm:spPr/>
      <dgm:t>
        <a:bodyPr/>
        <a:lstStyle/>
        <a:p>
          <a:r>
            <a:rPr lang="en-US" dirty="0"/>
            <a:t>Shader</a:t>
          </a:r>
        </a:p>
      </dgm:t>
    </dgm:pt>
    <dgm:pt modelId="{2BBE33DB-E1B2-4C3E-AC78-3A494F375A77}" type="parTrans" cxnId="{B933765E-1D09-4FE7-95A1-89B363109E41}">
      <dgm:prSet/>
      <dgm:spPr/>
      <dgm:t>
        <a:bodyPr/>
        <a:lstStyle/>
        <a:p>
          <a:endParaRPr lang="en-US"/>
        </a:p>
      </dgm:t>
    </dgm:pt>
    <dgm:pt modelId="{7D6F0546-FA7D-4608-8889-C62D6B6EBC9B}" type="sibTrans" cxnId="{B933765E-1D09-4FE7-95A1-89B363109E41}">
      <dgm:prSet/>
      <dgm:spPr/>
      <dgm:t>
        <a:bodyPr/>
        <a:lstStyle/>
        <a:p>
          <a:endParaRPr lang="en-US"/>
        </a:p>
      </dgm:t>
    </dgm:pt>
    <dgm:pt modelId="{4E2621E8-4A3F-4DC1-8479-2C09C03EAC01}" type="pres">
      <dgm:prSet presAssocID="{5D5107A6-06DE-4AE5-9784-A9F467325ECC}" presName="hierChild1" presStyleCnt="0">
        <dgm:presLayoutVars>
          <dgm:chPref val="1"/>
          <dgm:dir/>
          <dgm:animOne val="branch"/>
          <dgm:animLvl val="lvl"/>
          <dgm:resizeHandles/>
        </dgm:presLayoutVars>
      </dgm:prSet>
      <dgm:spPr/>
    </dgm:pt>
    <dgm:pt modelId="{3EB5122C-974E-4328-AAB2-A8FE6B3FFB12}" type="pres">
      <dgm:prSet presAssocID="{FCB33192-EBCB-416B-BEBD-1CDD8D200D2D}" presName="hierRoot1" presStyleCnt="0"/>
      <dgm:spPr/>
    </dgm:pt>
    <dgm:pt modelId="{B6781859-715F-4187-BB7E-DCDA26DC07B1}" type="pres">
      <dgm:prSet presAssocID="{FCB33192-EBCB-416B-BEBD-1CDD8D200D2D}" presName="composite" presStyleCnt="0"/>
      <dgm:spPr/>
    </dgm:pt>
    <dgm:pt modelId="{17822D73-C9FF-4119-81A3-D0A29AA0054B}" type="pres">
      <dgm:prSet presAssocID="{FCB33192-EBCB-416B-BEBD-1CDD8D200D2D}" presName="background" presStyleLbl="node0" presStyleIdx="0" presStyleCnt="1">
        <dgm:style>
          <a:lnRef idx="3">
            <a:schemeClr val="lt1"/>
          </a:lnRef>
          <a:fillRef idx="1">
            <a:schemeClr val="accent4"/>
          </a:fillRef>
          <a:effectRef idx="1">
            <a:schemeClr val="accent4"/>
          </a:effectRef>
          <a:fontRef idx="minor">
            <a:schemeClr val="lt1"/>
          </a:fontRef>
        </dgm:style>
      </dgm:prSet>
      <dgm:spPr/>
    </dgm:pt>
    <dgm:pt modelId="{C4E8A223-6C98-4339-8B58-B5E1472AA11D}" type="pres">
      <dgm:prSet presAssocID="{FCB33192-EBCB-416B-BEBD-1CDD8D200D2D}" presName="text" presStyleLbl="fgAcc0" presStyleIdx="0" presStyleCnt="1">
        <dgm:presLayoutVars>
          <dgm:chPref val="3"/>
        </dgm:presLayoutVars>
      </dgm:prSet>
      <dgm:spPr/>
    </dgm:pt>
    <dgm:pt modelId="{518DCEF4-363C-4A22-8711-A417B6C6945E}" type="pres">
      <dgm:prSet presAssocID="{FCB33192-EBCB-416B-BEBD-1CDD8D200D2D}" presName="hierChild2" presStyleCnt="0"/>
      <dgm:spPr/>
    </dgm:pt>
    <dgm:pt modelId="{1435CB25-F52C-4064-B83F-C6B04272BBB8}" type="pres">
      <dgm:prSet presAssocID="{E44FFE0C-9B73-476D-BA7B-664B7CACA43E}" presName="Name10" presStyleLbl="parChTrans1D2" presStyleIdx="0" presStyleCnt="2"/>
      <dgm:spPr/>
    </dgm:pt>
    <dgm:pt modelId="{D221D252-8389-44F1-B98A-9175250C1880}" type="pres">
      <dgm:prSet presAssocID="{BDC3F700-7CF0-4CEA-99AE-D33BD02D2F39}" presName="hierRoot2" presStyleCnt="0"/>
      <dgm:spPr/>
    </dgm:pt>
    <dgm:pt modelId="{E4C27EBB-E761-4305-A3C1-FCB798331954}" type="pres">
      <dgm:prSet presAssocID="{BDC3F700-7CF0-4CEA-99AE-D33BD02D2F39}" presName="composite2" presStyleCnt="0"/>
      <dgm:spPr/>
    </dgm:pt>
    <dgm:pt modelId="{1B49E916-50D0-48A7-890E-EAC9FEB64BD0}" type="pres">
      <dgm:prSet presAssocID="{BDC3F700-7CF0-4CEA-99AE-D33BD02D2F39}" presName="background2" presStyleLbl="node2" presStyleIdx="0" presStyleCnt="2">
        <dgm:style>
          <a:lnRef idx="3">
            <a:schemeClr val="lt1"/>
          </a:lnRef>
          <a:fillRef idx="1">
            <a:schemeClr val="accent3"/>
          </a:fillRef>
          <a:effectRef idx="1">
            <a:schemeClr val="accent3"/>
          </a:effectRef>
          <a:fontRef idx="minor">
            <a:schemeClr val="lt1"/>
          </a:fontRef>
        </dgm:style>
      </dgm:prSet>
      <dgm:spPr/>
    </dgm:pt>
    <dgm:pt modelId="{324F3F61-EC5B-4952-A774-8E2BDC530060}" type="pres">
      <dgm:prSet presAssocID="{BDC3F700-7CF0-4CEA-99AE-D33BD02D2F39}" presName="text2" presStyleLbl="fgAcc2" presStyleIdx="0" presStyleCnt="2">
        <dgm:presLayoutVars>
          <dgm:chPref val="3"/>
        </dgm:presLayoutVars>
      </dgm:prSet>
      <dgm:spPr/>
    </dgm:pt>
    <dgm:pt modelId="{839BBC38-8B85-4F5D-8B9D-63F954F65D65}" type="pres">
      <dgm:prSet presAssocID="{BDC3F700-7CF0-4CEA-99AE-D33BD02D2F39}" presName="hierChild3" presStyleCnt="0"/>
      <dgm:spPr/>
    </dgm:pt>
    <dgm:pt modelId="{DCFA54B5-716F-4E7B-B65B-0A4862F4271F}" type="pres">
      <dgm:prSet presAssocID="{8ECDE7E6-B07C-45AD-90E3-7AD03D0309FA}" presName="Name17" presStyleLbl="parChTrans1D3" presStyleIdx="0" presStyleCnt="1"/>
      <dgm:spPr/>
    </dgm:pt>
    <dgm:pt modelId="{34CDE6AC-2338-4FB1-AD6F-C1B561967304}" type="pres">
      <dgm:prSet presAssocID="{F76AC7A7-178C-4A6B-B267-1EBDCD576BC7}" presName="hierRoot3" presStyleCnt="0"/>
      <dgm:spPr/>
    </dgm:pt>
    <dgm:pt modelId="{F1AC6A11-DA7F-4423-AF03-A23EB13F905C}" type="pres">
      <dgm:prSet presAssocID="{F76AC7A7-178C-4A6B-B267-1EBDCD576BC7}" presName="composite3" presStyleCnt="0"/>
      <dgm:spPr/>
    </dgm:pt>
    <dgm:pt modelId="{5CBD9D35-9BCF-47DD-A607-6B2D13F5E630}" type="pres">
      <dgm:prSet presAssocID="{F76AC7A7-178C-4A6B-B267-1EBDCD576BC7}" presName="background3" presStyleLbl="node3" presStyleIdx="0" presStyleCnt="1">
        <dgm:style>
          <a:lnRef idx="3">
            <a:schemeClr val="lt1"/>
          </a:lnRef>
          <a:fillRef idx="1">
            <a:schemeClr val="accent3"/>
          </a:fillRef>
          <a:effectRef idx="1">
            <a:schemeClr val="accent3"/>
          </a:effectRef>
          <a:fontRef idx="minor">
            <a:schemeClr val="lt1"/>
          </a:fontRef>
        </dgm:style>
      </dgm:prSet>
      <dgm:spPr/>
    </dgm:pt>
    <dgm:pt modelId="{45F8DB15-F618-4358-8FF9-3A98F8B86781}" type="pres">
      <dgm:prSet presAssocID="{F76AC7A7-178C-4A6B-B267-1EBDCD576BC7}" presName="text3" presStyleLbl="fgAcc3" presStyleIdx="0" presStyleCnt="1">
        <dgm:presLayoutVars>
          <dgm:chPref val="3"/>
        </dgm:presLayoutVars>
      </dgm:prSet>
      <dgm:spPr/>
    </dgm:pt>
    <dgm:pt modelId="{B6E34C2D-15AA-4C7A-A4E0-636CCC23AACC}" type="pres">
      <dgm:prSet presAssocID="{F76AC7A7-178C-4A6B-B267-1EBDCD576BC7}" presName="hierChild4" presStyleCnt="0"/>
      <dgm:spPr/>
    </dgm:pt>
    <dgm:pt modelId="{2694D634-37FD-4EBA-BCD4-ACC7F597DEF3}" type="pres">
      <dgm:prSet presAssocID="{C164536C-D5CB-4C3C-ADFD-4278EB740813}" presName="Name23" presStyleLbl="parChTrans1D4" presStyleIdx="0" presStyleCnt="5"/>
      <dgm:spPr/>
    </dgm:pt>
    <dgm:pt modelId="{0DA85EAE-DEB8-41AD-8562-459952786577}" type="pres">
      <dgm:prSet presAssocID="{1D0CE89A-2809-4159-958F-109BF23D4CBB}" presName="hierRoot4" presStyleCnt="0"/>
      <dgm:spPr/>
    </dgm:pt>
    <dgm:pt modelId="{78F3F6FA-F269-498F-989E-FE83834E7AC5}" type="pres">
      <dgm:prSet presAssocID="{1D0CE89A-2809-4159-958F-109BF23D4CBB}" presName="composite4" presStyleCnt="0"/>
      <dgm:spPr/>
    </dgm:pt>
    <dgm:pt modelId="{3D0FEE1D-A420-46CB-9EB0-1846143CA599}" type="pres">
      <dgm:prSet presAssocID="{1D0CE89A-2809-4159-958F-109BF23D4CBB}" presName="background4" presStyleLbl="node4" presStyleIdx="0" presStyleCnt="5">
        <dgm:style>
          <a:lnRef idx="3">
            <a:schemeClr val="lt1"/>
          </a:lnRef>
          <a:fillRef idx="1">
            <a:schemeClr val="accent3"/>
          </a:fillRef>
          <a:effectRef idx="1">
            <a:schemeClr val="accent3"/>
          </a:effectRef>
          <a:fontRef idx="minor">
            <a:schemeClr val="lt1"/>
          </a:fontRef>
        </dgm:style>
      </dgm:prSet>
      <dgm:spPr/>
    </dgm:pt>
    <dgm:pt modelId="{292B6775-2C39-458B-98CB-E37104955106}" type="pres">
      <dgm:prSet presAssocID="{1D0CE89A-2809-4159-958F-109BF23D4CBB}" presName="text4" presStyleLbl="fgAcc4" presStyleIdx="0" presStyleCnt="5">
        <dgm:presLayoutVars>
          <dgm:chPref val="3"/>
        </dgm:presLayoutVars>
      </dgm:prSet>
      <dgm:spPr/>
    </dgm:pt>
    <dgm:pt modelId="{77842519-EE95-4590-8CFF-C17533238E90}" type="pres">
      <dgm:prSet presAssocID="{1D0CE89A-2809-4159-958F-109BF23D4CBB}" presName="hierChild5" presStyleCnt="0"/>
      <dgm:spPr/>
    </dgm:pt>
    <dgm:pt modelId="{784D795A-8ECF-4468-8E1A-E9E5F397036B}" type="pres">
      <dgm:prSet presAssocID="{BEB2E708-F845-48AB-9151-76BD7EDDE312}" presName="Name23" presStyleLbl="parChTrans1D4" presStyleIdx="1" presStyleCnt="5"/>
      <dgm:spPr/>
    </dgm:pt>
    <dgm:pt modelId="{6DE0D537-7D2B-4CE2-9120-C6740D6B8B70}" type="pres">
      <dgm:prSet presAssocID="{015740AC-1B73-44FB-8F94-A7D0AD2EE8AD}" presName="hierRoot4" presStyleCnt="0"/>
      <dgm:spPr/>
    </dgm:pt>
    <dgm:pt modelId="{83869030-9EF0-4F17-8829-5C3B9908E60E}" type="pres">
      <dgm:prSet presAssocID="{015740AC-1B73-44FB-8F94-A7D0AD2EE8AD}" presName="composite4" presStyleCnt="0"/>
      <dgm:spPr/>
    </dgm:pt>
    <dgm:pt modelId="{D4513493-536C-463E-87B7-34FE6B922009}" type="pres">
      <dgm:prSet presAssocID="{015740AC-1B73-44FB-8F94-A7D0AD2EE8AD}" presName="background4" presStyleLbl="node4" presStyleIdx="1" presStyleCnt="5">
        <dgm:style>
          <a:lnRef idx="3">
            <a:schemeClr val="lt1"/>
          </a:lnRef>
          <a:fillRef idx="1">
            <a:schemeClr val="accent5"/>
          </a:fillRef>
          <a:effectRef idx="1">
            <a:schemeClr val="accent5"/>
          </a:effectRef>
          <a:fontRef idx="minor">
            <a:schemeClr val="lt1"/>
          </a:fontRef>
        </dgm:style>
      </dgm:prSet>
      <dgm:spPr/>
    </dgm:pt>
    <dgm:pt modelId="{A97954B1-47C6-433F-B755-BD20FD1CC57A}" type="pres">
      <dgm:prSet presAssocID="{015740AC-1B73-44FB-8F94-A7D0AD2EE8AD}" presName="text4" presStyleLbl="fgAcc4" presStyleIdx="1" presStyleCnt="5">
        <dgm:presLayoutVars>
          <dgm:chPref val="3"/>
        </dgm:presLayoutVars>
      </dgm:prSet>
      <dgm:spPr/>
    </dgm:pt>
    <dgm:pt modelId="{533522EB-E646-4784-9CEF-26AF03728967}" type="pres">
      <dgm:prSet presAssocID="{015740AC-1B73-44FB-8F94-A7D0AD2EE8AD}" presName="hierChild5" presStyleCnt="0"/>
      <dgm:spPr/>
    </dgm:pt>
    <dgm:pt modelId="{7A25AE30-CEF8-4A6E-9F61-5530D6655BB9}" type="pres">
      <dgm:prSet presAssocID="{2F5EEAA6-E865-43CD-8A16-2E23835E1848}" presName="Name23" presStyleLbl="parChTrans1D4" presStyleIdx="2" presStyleCnt="5"/>
      <dgm:spPr/>
    </dgm:pt>
    <dgm:pt modelId="{EF91E2C4-3696-4F25-9EE9-F64D57C4DB5D}" type="pres">
      <dgm:prSet presAssocID="{E7F314B9-C45B-4212-AC8B-E164F6EABD42}" presName="hierRoot4" presStyleCnt="0"/>
      <dgm:spPr/>
    </dgm:pt>
    <dgm:pt modelId="{604EDC25-2351-46D9-9504-10E4D49AE03C}" type="pres">
      <dgm:prSet presAssocID="{E7F314B9-C45B-4212-AC8B-E164F6EABD42}" presName="composite4" presStyleCnt="0"/>
      <dgm:spPr/>
    </dgm:pt>
    <dgm:pt modelId="{B9031D0B-D28F-45D1-9815-772D82FD4CC9}" type="pres">
      <dgm:prSet presAssocID="{E7F314B9-C45B-4212-AC8B-E164F6EABD42}" presName="background4" presStyleLbl="node4" presStyleIdx="2" presStyleCnt="5"/>
      <dgm:spPr/>
    </dgm:pt>
    <dgm:pt modelId="{31456D40-80C8-448D-BB17-5655D9499C60}" type="pres">
      <dgm:prSet presAssocID="{E7F314B9-C45B-4212-AC8B-E164F6EABD42}" presName="text4" presStyleLbl="fgAcc4" presStyleIdx="2" presStyleCnt="5">
        <dgm:presLayoutVars>
          <dgm:chPref val="3"/>
        </dgm:presLayoutVars>
      </dgm:prSet>
      <dgm:spPr/>
    </dgm:pt>
    <dgm:pt modelId="{2095CD44-D0F2-4D0A-BA7D-02F251455A16}" type="pres">
      <dgm:prSet presAssocID="{E7F314B9-C45B-4212-AC8B-E164F6EABD42}" presName="hierChild5" presStyleCnt="0"/>
      <dgm:spPr/>
    </dgm:pt>
    <dgm:pt modelId="{3C73CB02-17D3-4A94-8D89-66572F73E3D0}" type="pres">
      <dgm:prSet presAssocID="{0239192E-84C4-481F-A95D-4882D228075F}" presName="Name23" presStyleLbl="parChTrans1D4" presStyleIdx="3" presStyleCnt="5"/>
      <dgm:spPr/>
    </dgm:pt>
    <dgm:pt modelId="{E48FCDAB-548A-47FC-990F-9A383A5AAA30}" type="pres">
      <dgm:prSet presAssocID="{94F30E61-D432-4702-A9D2-467894148CED}" presName="hierRoot4" presStyleCnt="0"/>
      <dgm:spPr/>
    </dgm:pt>
    <dgm:pt modelId="{2F2F7013-8A47-45CB-81EE-051CD85D71EC}" type="pres">
      <dgm:prSet presAssocID="{94F30E61-D432-4702-A9D2-467894148CED}" presName="composite4" presStyleCnt="0"/>
      <dgm:spPr/>
    </dgm:pt>
    <dgm:pt modelId="{430DECF3-0A65-47F2-A09B-55ABFC9A2952}" type="pres">
      <dgm:prSet presAssocID="{94F30E61-D432-4702-A9D2-467894148CED}" presName="background4" presStyleLbl="node4" presStyleIdx="3" presStyleCnt="5">
        <dgm:style>
          <a:lnRef idx="3">
            <a:schemeClr val="lt1"/>
          </a:lnRef>
          <a:fillRef idx="1">
            <a:schemeClr val="accent5"/>
          </a:fillRef>
          <a:effectRef idx="1">
            <a:schemeClr val="accent5"/>
          </a:effectRef>
          <a:fontRef idx="minor">
            <a:schemeClr val="lt1"/>
          </a:fontRef>
        </dgm:style>
      </dgm:prSet>
      <dgm:spPr/>
    </dgm:pt>
    <dgm:pt modelId="{6C9986BB-AE5C-4F2A-9F51-388B14E89025}" type="pres">
      <dgm:prSet presAssocID="{94F30E61-D432-4702-A9D2-467894148CED}" presName="text4" presStyleLbl="fgAcc4" presStyleIdx="3" presStyleCnt="5">
        <dgm:presLayoutVars>
          <dgm:chPref val="3"/>
        </dgm:presLayoutVars>
      </dgm:prSet>
      <dgm:spPr/>
    </dgm:pt>
    <dgm:pt modelId="{AB766ADC-0488-4AD3-8044-CC80700FB165}" type="pres">
      <dgm:prSet presAssocID="{94F30E61-D432-4702-A9D2-467894148CED}" presName="hierChild5" presStyleCnt="0"/>
      <dgm:spPr/>
    </dgm:pt>
    <dgm:pt modelId="{E3EF5CBE-FD94-4D2E-9524-1741B5A9E06B}" type="pres">
      <dgm:prSet presAssocID="{2BBE33DB-E1B2-4C3E-AC78-3A494F375A77}" presName="Name23" presStyleLbl="parChTrans1D4" presStyleIdx="4" presStyleCnt="5"/>
      <dgm:spPr/>
    </dgm:pt>
    <dgm:pt modelId="{D5C69D1B-145F-465D-8288-7567497654DA}" type="pres">
      <dgm:prSet presAssocID="{08FA669A-CCC1-4F7E-8991-E48492D72C08}" presName="hierRoot4" presStyleCnt="0"/>
      <dgm:spPr/>
    </dgm:pt>
    <dgm:pt modelId="{8DA45F45-548C-4D8C-94A4-4312B0BC4FAA}" type="pres">
      <dgm:prSet presAssocID="{08FA669A-CCC1-4F7E-8991-E48492D72C08}" presName="composite4" presStyleCnt="0"/>
      <dgm:spPr/>
    </dgm:pt>
    <dgm:pt modelId="{A271C599-578B-4C61-B23A-6420F35B225F}" type="pres">
      <dgm:prSet presAssocID="{08FA669A-CCC1-4F7E-8991-E48492D72C08}" presName="background4" presStyleLbl="node4" presStyleIdx="4" presStyleCnt="5">
        <dgm:style>
          <a:lnRef idx="3">
            <a:schemeClr val="lt1"/>
          </a:lnRef>
          <a:fillRef idx="1">
            <a:schemeClr val="accent5"/>
          </a:fillRef>
          <a:effectRef idx="1">
            <a:schemeClr val="accent5"/>
          </a:effectRef>
          <a:fontRef idx="minor">
            <a:schemeClr val="lt1"/>
          </a:fontRef>
        </dgm:style>
      </dgm:prSet>
      <dgm:spPr/>
    </dgm:pt>
    <dgm:pt modelId="{5911D055-A952-4026-9CD2-9CABC50DC275}" type="pres">
      <dgm:prSet presAssocID="{08FA669A-CCC1-4F7E-8991-E48492D72C08}" presName="text4" presStyleLbl="fgAcc4" presStyleIdx="4" presStyleCnt="5">
        <dgm:presLayoutVars>
          <dgm:chPref val="3"/>
        </dgm:presLayoutVars>
      </dgm:prSet>
      <dgm:spPr/>
    </dgm:pt>
    <dgm:pt modelId="{898CFDF1-38F9-4F3F-B7B7-B6D5BF3916B6}" type="pres">
      <dgm:prSet presAssocID="{08FA669A-CCC1-4F7E-8991-E48492D72C08}" presName="hierChild5" presStyleCnt="0"/>
      <dgm:spPr/>
    </dgm:pt>
    <dgm:pt modelId="{78D8DD3D-ADD8-4E3D-B872-05B0CCE0AB6E}" type="pres">
      <dgm:prSet presAssocID="{0CDD12DB-C801-4567-B5EF-2AA28ED014C9}" presName="Name10" presStyleLbl="parChTrans1D2" presStyleIdx="1" presStyleCnt="2"/>
      <dgm:spPr/>
    </dgm:pt>
    <dgm:pt modelId="{7EA9AC72-D4BF-446B-994A-E31078CA427E}" type="pres">
      <dgm:prSet presAssocID="{99262808-FF76-455C-BC9A-5A5C634F2543}" presName="hierRoot2" presStyleCnt="0"/>
      <dgm:spPr/>
    </dgm:pt>
    <dgm:pt modelId="{17721FE4-80D8-472D-B987-29A6E287D5C0}" type="pres">
      <dgm:prSet presAssocID="{99262808-FF76-455C-BC9A-5A5C634F2543}" presName="composite2" presStyleCnt="0"/>
      <dgm:spPr/>
    </dgm:pt>
    <dgm:pt modelId="{4DEEBC8C-5F99-437A-8ACA-DB2FE352BE77}" type="pres">
      <dgm:prSet presAssocID="{99262808-FF76-455C-BC9A-5A5C634F2543}" presName="background2" presStyleLbl="node2" presStyleIdx="1" presStyleCnt="2">
        <dgm:style>
          <a:lnRef idx="3">
            <a:schemeClr val="lt1"/>
          </a:lnRef>
          <a:fillRef idx="1">
            <a:schemeClr val="accent4"/>
          </a:fillRef>
          <a:effectRef idx="1">
            <a:schemeClr val="accent4"/>
          </a:effectRef>
          <a:fontRef idx="minor">
            <a:schemeClr val="lt1"/>
          </a:fontRef>
        </dgm:style>
      </dgm:prSet>
      <dgm:spPr/>
    </dgm:pt>
    <dgm:pt modelId="{528C557C-FBDA-4D4C-9233-8886AFC9A87A}" type="pres">
      <dgm:prSet presAssocID="{99262808-FF76-455C-BC9A-5A5C634F2543}" presName="text2" presStyleLbl="fgAcc2" presStyleIdx="1" presStyleCnt="2">
        <dgm:presLayoutVars>
          <dgm:chPref val="3"/>
        </dgm:presLayoutVars>
      </dgm:prSet>
      <dgm:spPr/>
    </dgm:pt>
    <dgm:pt modelId="{7A0602D8-3288-497B-9D17-ED81787E6791}" type="pres">
      <dgm:prSet presAssocID="{99262808-FF76-455C-BC9A-5A5C634F2543}" presName="hierChild3" presStyleCnt="0"/>
      <dgm:spPr/>
    </dgm:pt>
  </dgm:ptLst>
  <dgm:cxnLst>
    <dgm:cxn modelId="{5C65CF01-29F1-43E9-915A-0BA75F0F9AD7}" type="presOf" srcId="{0239192E-84C4-481F-A95D-4882D228075F}" destId="{3C73CB02-17D3-4A94-8D89-66572F73E3D0}" srcOrd="0" destOrd="0" presId="urn:microsoft.com/office/officeart/2005/8/layout/hierarchy1"/>
    <dgm:cxn modelId="{755D7004-CDDC-412F-81AE-E9DB7FF4A422}" type="presOf" srcId="{E44FFE0C-9B73-476D-BA7B-664B7CACA43E}" destId="{1435CB25-F52C-4064-B83F-C6B04272BBB8}" srcOrd="0" destOrd="0" presId="urn:microsoft.com/office/officeart/2005/8/layout/hierarchy1"/>
    <dgm:cxn modelId="{55B6200E-7E60-4D48-B048-8667411AF3CC}" type="presOf" srcId="{FCB33192-EBCB-416B-BEBD-1CDD8D200D2D}" destId="{C4E8A223-6C98-4339-8B58-B5E1472AA11D}" srcOrd="0" destOrd="0" presId="urn:microsoft.com/office/officeart/2005/8/layout/hierarchy1"/>
    <dgm:cxn modelId="{1A284E0E-A68C-4958-A1B3-CFC2838D5624}" srcId="{015740AC-1B73-44FB-8F94-A7D0AD2EE8AD}" destId="{94F30E61-D432-4702-A9D2-467894148CED}" srcOrd="1" destOrd="0" parTransId="{0239192E-84C4-481F-A95D-4882D228075F}" sibTransId="{41104DEE-8DB0-4C82-A594-15E849B5A05B}"/>
    <dgm:cxn modelId="{2ABB0625-A8A9-4DAB-A38B-7547C67A1E93}" type="presOf" srcId="{BEB2E708-F845-48AB-9151-76BD7EDDE312}" destId="{784D795A-8ECF-4468-8E1A-E9E5F397036B}" srcOrd="0" destOrd="0" presId="urn:microsoft.com/office/officeart/2005/8/layout/hierarchy1"/>
    <dgm:cxn modelId="{0B63C027-BBD7-4121-B55C-245BD3D453BB}" type="presOf" srcId="{E7F314B9-C45B-4212-AC8B-E164F6EABD42}" destId="{31456D40-80C8-448D-BB17-5655D9499C60}" srcOrd="0" destOrd="0" presId="urn:microsoft.com/office/officeart/2005/8/layout/hierarchy1"/>
    <dgm:cxn modelId="{148C085E-6CEB-4303-9E61-B18D1A465536}" type="presOf" srcId="{08FA669A-CCC1-4F7E-8991-E48492D72C08}" destId="{5911D055-A952-4026-9CD2-9CABC50DC275}" srcOrd="0" destOrd="0" presId="urn:microsoft.com/office/officeart/2005/8/layout/hierarchy1"/>
    <dgm:cxn modelId="{B933765E-1D09-4FE7-95A1-89B363109E41}" srcId="{94F30E61-D432-4702-A9D2-467894148CED}" destId="{08FA669A-CCC1-4F7E-8991-E48492D72C08}" srcOrd="0" destOrd="0" parTransId="{2BBE33DB-E1B2-4C3E-AC78-3A494F375A77}" sibTransId="{7D6F0546-FA7D-4608-8889-C62D6B6EBC9B}"/>
    <dgm:cxn modelId="{CBF23267-65DA-4A1E-B9A7-1B7813BE4BEA}" srcId="{F76AC7A7-178C-4A6B-B267-1EBDCD576BC7}" destId="{1D0CE89A-2809-4159-958F-109BF23D4CBB}" srcOrd="0" destOrd="0" parTransId="{C164536C-D5CB-4C3C-ADFD-4278EB740813}" sibTransId="{A7D0C6F8-773A-4E12-8D1A-C455D0E728E5}"/>
    <dgm:cxn modelId="{4FD57972-7C7B-4F7E-A39C-F8C36039F541}" type="presOf" srcId="{2BBE33DB-E1B2-4C3E-AC78-3A494F375A77}" destId="{E3EF5CBE-FD94-4D2E-9524-1741B5A9E06B}" srcOrd="0" destOrd="0" presId="urn:microsoft.com/office/officeart/2005/8/layout/hierarchy1"/>
    <dgm:cxn modelId="{5E208E74-2E04-453A-8C17-B2DA754D4E3F}" type="presOf" srcId="{5D5107A6-06DE-4AE5-9784-A9F467325ECC}" destId="{4E2621E8-4A3F-4DC1-8479-2C09C03EAC01}" srcOrd="0" destOrd="0" presId="urn:microsoft.com/office/officeart/2005/8/layout/hierarchy1"/>
    <dgm:cxn modelId="{6EFED47F-9C09-48A4-8E47-1751032F0CCF}" type="presOf" srcId="{C164536C-D5CB-4C3C-ADFD-4278EB740813}" destId="{2694D634-37FD-4EBA-BCD4-ACC7F597DEF3}" srcOrd="0" destOrd="0" presId="urn:microsoft.com/office/officeart/2005/8/layout/hierarchy1"/>
    <dgm:cxn modelId="{36AE138C-443C-4F0D-AF22-9FF6D2037A98}" srcId="{FCB33192-EBCB-416B-BEBD-1CDD8D200D2D}" destId="{99262808-FF76-455C-BC9A-5A5C634F2543}" srcOrd="1" destOrd="0" parTransId="{0CDD12DB-C801-4567-B5EF-2AA28ED014C9}" sibTransId="{D792EE34-F109-43A6-8A4B-B8A0C8CF7A9D}"/>
    <dgm:cxn modelId="{AB4EF994-407C-499A-A033-CA2F795DF210}" type="presOf" srcId="{BDC3F700-7CF0-4CEA-99AE-D33BD02D2F39}" destId="{324F3F61-EC5B-4952-A774-8E2BDC530060}" srcOrd="0" destOrd="0" presId="urn:microsoft.com/office/officeart/2005/8/layout/hierarchy1"/>
    <dgm:cxn modelId="{F4077F96-2244-445A-BEF6-529424DE8535}" type="presOf" srcId="{2F5EEAA6-E865-43CD-8A16-2E23835E1848}" destId="{7A25AE30-CEF8-4A6E-9F61-5530D6655BB9}" srcOrd="0" destOrd="0" presId="urn:microsoft.com/office/officeart/2005/8/layout/hierarchy1"/>
    <dgm:cxn modelId="{989E8CA9-88E0-404D-9D2B-BEFBE0B13C12}" type="presOf" srcId="{015740AC-1B73-44FB-8F94-A7D0AD2EE8AD}" destId="{A97954B1-47C6-433F-B755-BD20FD1CC57A}" srcOrd="0" destOrd="0" presId="urn:microsoft.com/office/officeart/2005/8/layout/hierarchy1"/>
    <dgm:cxn modelId="{3A854AB1-6A7D-4B49-AA08-F0125F84CA2D}" type="presOf" srcId="{0CDD12DB-C801-4567-B5EF-2AA28ED014C9}" destId="{78D8DD3D-ADD8-4E3D-B872-05B0CCE0AB6E}" srcOrd="0" destOrd="0" presId="urn:microsoft.com/office/officeart/2005/8/layout/hierarchy1"/>
    <dgm:cxn modelId="{84B447C4-FA7F-48DE-B9A7-704B75DE4444}" type="presOf" srcId="{1D0CE89A-2809-4159-958F-109BF23D4CBB}" destId="{292B6775-2C39-458B-98CB-E37104955106}" srcOrd="0" destOrd="0" presId="urn:microsoft.com/office/officeart/2005/8/layout/hierarchy1"/>
    <dgm:cxn modelId="{A4338BCE-D6E7-463C-A101-B449BAA1BEB3}" type="presOf" srcId="{F76AC7A7-178C-4A6B-B267-1EBDCD576BC7}" destId="{45F8DB15-F618-4358-8FF9-3A98F8B86781}" srcOrd="0" destOrd="0" presId="urn:microsoft.com/office/officeart/2005/8/layout/hierarchy1"/>
    <dgm:cxn modelId="{773657DF-C611-4D43-A6C0-B058A969BA61}" srcId="{FCB33192-EBCB-416B-BEBD-1CDD8D200D2D}" destId="{BDC3F700-7CF0-4CEA-99AE-D33BD02D2F39}" srcOrd="0" destOrd="0" parTransId="{E44FFE0C-9B73-476D-BA7B-664B7CACA43E}" sibTransId="{D75DBA7C-659E-4C1C-A3F4-F07422FC45DB}"/>
    <dgm:cxn modelId="{2372C8ED-8896-4C07-963F-7920899B5BA4}" type="presOf" srcId="{99262808-FF76-455C-BC9A-5A5C634F2543}" destId="{528C557C-FBDA-4D4C-9233-8886AFC9A87A}" srcOrd="0" destOrd="0" presId="urn:microsoft.com/office/officeart/2005/8/layout/hierarchy1"/>
    <dgm:cxn modelId="{91FF99F1-68A0-45E9-8A4D-D14389EE23A9}" type="presOf" srcId="{94F30E61-D432-4702-A9D2-467894148CED}" destId="{6C9986BB-AE5C-4F2A-9F51-388B14E89025}" srcOrd="0" destOrd="0" presId="urn:microsoft.com/office/officeart/2005/8/layout/hierarchy1"/>
    <dgm:cxn modelId="{9B805CF2-4C1C-4E61-9F1C-EA31D75BD0A9}" srcId="{015740AC-1B73-44FB-8F94-A7D0AD2EE8AD}" destId="{E7F314B9-C45B-4212-AC8B-E164F6EABD42}" srcOrd="0" destOrd="0" parTransId="{2F5EEAA6-E865-43CD-8A16-2E23835E1848}" sibTransId="{296721B5-DD9D-4EA7-BE57-BDCB2B9788FA}"/>
    <dgm:cxn modelId="{1C5CBCF6-1CF7-408F-B0BC-3416C3FA2A0F}" srcId="{5D5107A6-06DE-4AE5-9784-A9F467325ECC}" destId="{FCB33192-EBCB-416B-BEBD-1CDD8D200D2D}" srcOrd="0" destOrd="0" parTransId="{A0A3BCAA-82AB-4D2C-9BDC-1AB466864EF7}" sibTransId="{1E4622A3-C0ED-450D-8861-F1685AAB13A6}"/>
    <dgm:cxn modelId="{50A67DF7-BCFD-4E57-9223-7470E1B3F4CA}" type="presOf" srcId="{8ECDE7E6-B07C-45AD-90E3-7AD03D0309FA}" destId="{DCFA54B5-716F-4E7B-B65B-0A4862F4271F}" srcOrd="0" destOrd="0" presId="urn:microsoft.com/office/officeart/2005/8/layout/hierarchy1"/>
    <dgm:cxn modelId="{6294A2F9-A3E0-4EA7-BB52-8247C4978AD5}" srcId="{BDC3F700-7CF0-4CEA-99AE-D33BD02D2F39}" destId="{F76AC7A7-178C-4A6B-B267-1EBDCD576BC7}" srcOrd="0" destOrd="0" parTransId="{8ECDE7E6-B07C-45AD-90E3-7AD03D0309FA}" sibTransId="{2C1D2A9E-CDE5-42B6-9833-717E1969E730}"/>
    <dgm:cxn modelId="{CEF3A1FD-37B5-496F-950B-2CD74D62A520}" srcId="{F76AC7A7-178C-4A6B-B267-1EBDCD576BC7}" destId="{015740AC-1B73-44FB-8F94-A7D0AD2EE8AD}" srcOrd="1" destOrd="0" parTransId="{BEB2E708-F845-48AB-9151-76BD7EDDE312}" sibTransId="{A21A39A1-B4DD-40E1-BECC-EAE338C618C4}"/>
    <dgm:cxn modelId="{8CD85DB0-ABEA-4D25-8851-57E6F0DE73A9}" type="presParOf" srcId="{4E2621E8-4A3F-4DC1-8479-2C09C03EAC01}" destId="{3EB5122C-974E-4328-AAB2-A8FE6B3FFB12}" srcOrd="0" destOrd="0" presId="urn:microsoft.com/office/officeart/2005/8/layout/hierarchy1"/>
    <dgm:cxn modelId="{90991098-2ACE-4379-AFE9-47753FC07BF2}" type="presParOf" srcId="{3EB5122C-974E-4328-AAB2-A8FE6B3FFB12}" destId="{B6781859-715F-4187-BB7E-DCDA26DC07B1}" srcOrd="0" destOrd="0" presId="urn:microsoft.com/office/officeart/2005/8/layout/hierarchy1"/>
    <dgm:cxn modelId="{552BFFEA-3701-48D6-B6D4-0CAC0329237F}" type="presParOf" srcId="{B6781859-715F-4187-BB7E-DCDA26DC07B1}" destId="{17822D73-C9FF-4119-81A3-D0A29AA0054B}" srcOrd="0" destOrd="0" presId="urn:microsoft.com/office/officeart/2005/8/layout/hierarchy1"/>
    <dgm:cxn modelId="{A1D8B157-D69C-4660-AF57-29392DD3DC8C}" type="presParOf" srcId="{B6781859-715F-4187-BB7E-DCDA26DC07B1}" destId="{C4E8A223-6C98-4339-8B58-B5E1472AA11D}" srcOrd="1" destOrd="0" presId="urn:microsoft.com/office/officeart/2005/8/layout/hierarchy1"/>
    <dgm:cxn modelId="{0D097C5B-042A-4625-8A36-811BFF5B1296}" type="presParOf" srcId="{3EB5122C-974E-4328-AAB2-A8FE6B3FFB12}" destId="{518DCEF4-363C-4A22-8711-A417B6C6945E}" srcOrd="1" destOrd="0" presId="urn:microsoft.com/office/officeart/2005/8/layout/hierarchy1"/>
    <dgm:cxn modelId="{457ED029-777E-413D-AF94-148DE5A3E0F1}" type="presParOf" srcId="{518DCEF4-363C-4A22-8711-A417B6C6945E}" destId="{1435CB25-F52C-4064-B83F-C6B04272BBB8}" srcOrd="0" destOrd="0" presId="urn:microsoft.com/office/officeart/2005/8/layout/hierarchy1"/>
    <dgm:cxn modelId="{E599EA90-72B2-4ABD-BF65-CA90ACD275D0}" type="presParOf" srcId="{518DCEF4-363C-4A22-8711-A417B6C6945E}" destId="{D221D252-8389-44F1-B98A-9175250C1880}" srcOrd="1" destOrd="0" presId="urn:microsoft.com/office/officeart/2005/8/layout/hierarchy1"/>
    <dgm:cxn modelId="{FA6AEF71-BA00-4150-B18A-BE284C8E8D16}" type="presParOf" srcId="{D221D252-8389-44F1-B98A-9175250C1880}" destId="{E4C27EBB-E761-4305-A3C1-FCB798331954}" srcOrd="0" destOrd="0" presId="urn:microsoft.com/office/officeart/2005/8/layout/hierarchy1"/>
    <dgm:cxn modelId="{81CB0C1F-BD0D-454B-B629-A0F25B8C0816}" type="presParOf" srcId="{E4C27EBB-E761-4305-A3C1-FCB798331954}" destId="{1B49E916-50D0-48A7-890E-EAC9FEB64BD0}" srcOrd="0" destOrd="0" presId="urn:microsoft.com/office/officeart/2005/8/layout/hierarchy1"/>
    <dgm:cxn modelId="{6D1EFF20-905D-476A-9345-36438F344006}" type="presParOf" srcId="{E4C27EBB-E761-4305-A3C1-FCB798331954}" destId="{324F3F61-EC5B-4952-A774-8E2BDC530060}" srcOrd="1" destOrd="0" presId="urn:microsoft.com/office/officeart/2005/8/layout/hierarchy1"/>
    <dgm:cxn modelId="{34D8243A-52AE-47C3-AD16-C8A56ECDDC6C}" type="presParOf" srcId="{D221D252-8389-44F1-B98A-9175250C1880}" destId="{839BBC38-8B85-4F5D-8B9D-63F954F65D65}" srcOrd="1" destOrd="0" presId="urn:microsoft.com/office/officeart/2005/8/layout/hierarchy1"/>
    <dgm:cxn modelId="{E694C2BB-401E-445D-96E8-B1F10AE4E9BA}" type="presParOf" srcId="{839BBC38-8B85-4F5D-8B9D-63F954F65D65}" destId="{DCFA54B5-716F-4E7B-B65B-0A4862F4271F}" srcOrd="0" destOrd="0" presId="urn:microsoft.com/office/officeart/2005/8/layout/hierarchy1"/>
    <dgm:cxn modelId="{6DE001D0-CEE2-406B-8B9B-16D0032BD029}" type="presParOf" srcId="{839BBC38-8B85-4F5D-8B9D-63F954F65D65}" destId="{34CDE6AC-2338-4FB1-AD6F-C1B561967304}" srcOrd="1" destOrd="0" presId="urn:microsoft.com/office/officeart/2005/8/layout/hierarchy1"/>
    <dgm:cxn modelId="{9A018962-7848-4504-B455-92DA738AC3F0}" type="presParOf" srcId="{34CDE6AC-2338-4FB1-AD6F-C1B561967304}" destId="{F1AC6A11-DA7F-4423-AF03-A23EB13F905C}" srcOrd="0" destOrd="0" presId="urn:microsoft.com/office/officeart/2005/8/layout/hierarchy1"/>
    <dgm:cxn modelId="{D8104B07-A9CB-477C-B17B-0A50DC818F92}" type="presParOf" srcId="{F1AC6A11-DA7F-4423-AF03-A23EB13F905C}" destId="{5CBD9D35-9BCF-47DD-A607-6B2D13F5E630}" srcOrd="0" destOrd="0" presId="urn:microsoft.com/office/officeart/2005/8/layout/hierarchy1"/>
    <dgm:cxn modelId="{B0154531-469E-4B95-AAB7-4FD806DCF701}" type="presParOf" srcId="{F1AC6A11-DA7F-4423-AF03-A23EB13F905C}" destId="{45F8DB15-F618-4358-8FF9-3A98F8B86781}" srcOrd="1" destOrd="0" presId="urn:microsoft.com/office/officeart/2005/8/layout/hierarchy1"/>
    <dgm:cxn modelId="{0701002F-0F54-4D6A-B4F2-C175D03587C9}" type="presParOf" srcId="{34CDE6AC-2338-4FB1-AD6F-C1B561967304}" destId="{B6E34C2D-15AA-4C7A-A4E0-636CCC23AACC}" srcOrd="1" destOrd="0" presId="urn:microsoft.com/office/officeart/2005/8/layout/hierarchy1"/>
    <dgm:cxn modelId="{137C02A1-4A1D-4F9C-BF7A-EEACB9A96A64}" type="presParOf" srcId="{B6E34C2D-15AA-4C7A-A4E0-636CCC23AACC}" destId="{2694D634-37FD-4EBA-BCD4-ACC7F597DEF3}" srcOrd="0" destOrd="0" presId="urn:microsoft.com/office/officeart/2005/8/layout/hierarchy1"/>
    <dgm:cxn modelId="{FC3D87C7-6588-4B5A-B0C9-5977EE924095}" type="presParOf" srcId="{B6E34C2D-15AA-4C7A-A4E0-636CCC23AACC}" destId="{0DA85EAE-DEB8-41AD-8562-459952786577}" srcOrd="1" destOrd="0" presId="urn:microsoft.com/office/officeart/2005/8/layout/hierarchy1"/>
    <dgm:cxn modelId="{652CB85F-4DD0-4171-A074-26B1FE797A90}" type="presParOf" srcId="{0DA85EAE-DEB8-41AD-8562-459952786577}" destId="{78F3F6FA-F269-498F-989E-FE83834E7AC5}" srcOrd="0" destOrd="0" presId="urn:microsoft.com/office/officeart/2005/8/layout/hierarchy1"/>
    <dgm:cxn modelId="{5D1239B4-5FE2-40EA-B509-CFAB07BE7096}" type="presParOf" srcId="{78F3F6FA-F269-498F-989E-FE83834E7AC5}" destId="{3D0FEE1D-A420-46CB-9EB0-1846143CA599}" srcOrd="0" destOrd="0" presId="urn:microsoft.com/office/officeart/2005/8/layout/hierarchy1"/>
    <dgm:cxn modelId="{A4B57E90-B1D5-4911-8C92-12A46DB043C9}" type="presParOf" srcId="{78F3F6FA-F269-498F-989E-FE83834E7AC5}" destId="{292B6775-2C39-458B-98CB-E37104955106}" srcOrd="1" destOrd="0" presId="urn:microsoft.com/office/officeart/2005/8/layout/hierarchy1"/>
    <dgm:cxn modelId="{28E3495B-002D-4D89-A7DF-1313CDD58A08}" type="presParOf" srcId="{0DA85EAE-DEB8-41AD-8562-459952786577}" destId="{77842519-EE95-4590-8CFF-C17533238E90}" srcOrd="1" destOrd="0" presId="urn:microsoft.com/office/officeart/2005/8/layout/hierarchy1"/>
    <dgm:cxn modelId="{F1259605-E74C-4777-847D-DDFBD455C235}" type="presParOf" srcId="{B6E34C2D-15AA-4C7A-A4E0-636CCC23AACC}" destId="{784D795A-8ECF-4468-8E1A-E9E5F397036B}" srcOrd="2" destOrd="0" presId="urn:microsoft.com/office/officeart/2005/8/layout/hierarchy1"/>
    <dgm:cxn modelId="{46AD2FBF-0F22-4F6D-AE76-607ACAA1AF57}" type="presParOf" srcId="{B6E34C2D-15AA-4C7A-A4E0-636CCC23AACC}" destId="{6DE0D537-7D2B-4CE2-9120-C6740D6B8B70}" srcOrd="3" destOrd="0" presId="urn:microsoft.com/office/officeart/2005/8/layout/hierarchy1"/>
    <dgm:cxn modelId="{BA9ABA1A-919E-47BF-ADF6-79866614232B}" type="presParOf" srcId="{6DE0D537-7D2B-4CE2-9120-C6740D6B8B70}" destId="{83869030-9EF0-4F17-8829-5C3B9908E60E}" srcOrd="0" destOrd="0" presId="urn:microsoft.com/office/officeart/2005/8/layout/hierarchy1"/>
    <dgm:cxn modelId="{1684D757-C91B-4402-926C-27E700293591}" type="presParOf" srcId="{83869030-9EF0-4F17-8829-5C3B9908E60E}" destId="{D4513493-536C-463E-87B7-34FE6B922009}" srcOrd="0" destOrd="0" presId="urn:microsoft.com/office/officeart/2005/8/layout/hierarchy1"/>
    <dgm:cxn modelId="{299F5A29-5C61-4DAB-91BD-6D048AC47CBB}" type="presParOf" srcId="{83869030-9EF0-4F17-8829-5C3B9908E60E}" destId="{A97954B1-47C6-433F-B755-BD20FD1CC57A}" srcOrd="1" destOrd="0" presId="urn:microsoft.com/office/officeart/2005/8/layout/hierarchy1"/>
    <dgm:cxn modelId="{A4AA88E2-27F5-433E-82E1-965A5A3BF6DA}" type="presParOf" srcId="{6DE0D537-7D2B-4CE2-9120-C6740D6B8B70}" destId="{533522EB-E646-4784-9CEF-26AF03728967}" srcOrd="1" destOrd="0" presId="urn:microsoft.com/office/officeart/2005/8/layout/hierarchy1"/>
    <dgm:cxn modelId="{475203A0-81E9-4F10-A4BC-D1EDD549FC53}" type="presParOf" srcId="{533522EB-E646-4784-9CEF-26AF03728967}" destId="{7A25AE30-CEF8-4A6E-9F61-5530D6655BB9}" srcOrd="0" destOrd="0" presId="urn:microsoft.com/office/officeart/2005/8/layout/hierarchy1"/>
    <dgm:cxn modelId="{7A13FDE9-E705-4AC5-ABDC-CF15B59E28DC}" type="presParOf" srcId="{533522EB-E646-4784-9CEF-26AF03728967}" destId="{EF91E2C4-3696-4F25-9EE9-F64D57C4DB5D}" srcOrd="1" destOrd="0" presId="urn:microsoft.com/office/officeart/2005/8/layout/hierarchy1"/>
    <dgm:cxn modelId="{8E482DF9-D119-4C4C-9915-A60A8BEED8F1}" type="presParOf" srcId="{EF91E2C4-3696-4F25-9EE9-F64D57C4DB5D}" destId="{604EDC25-2351-46D9-9504-10E4D49AE03C}" srcOrd="0" destOrd="0" presId="urn:microsoft.com/office/officeart/2005/8/layout/hierarchy1"/>
    <dgm:cxn modelId="{FB72DFBA-8D4E-41DD-AC27-94A88C840BC0}" type="presParOf" srcId="{604EDC25-2351-46D9-9504-10E4D49AE03C}" destId="{B9031D0B-D28F-45D1-9815-772D82FD4CC9}" srcOrd="0" destOrd="0" presId="urn:microsoft.com/office/officeart/2005/8/layout/hierarchy1"/>
    <dgm:cxn modelId="{895007FD-F8B7-4104-8B78-F52AA76507B2}" type="presParOf" srcId="{604EDC25-2351-46D9-9504-10E4D49AE03C}" destId="{31456D40-80C8-448D-BB17-5655D9499C60}" srcOrd="1" destOrd="0" presId="urn:microsoft.com/office/officeart/2005/8/layout/hierarchy1"/>
    <dgm:cxn modelId="{5261F8E1-2AC9-4828-B098-D20E30500D14}" type="presParOf" srcId="{EF91E2C4-3696-4F25-9EE9-F64D57C4DB5D}" destId="{2095CD44-D0F2-4D0A-BA7D-02F251455A16}" srcOrd="1" destOrd="0" presId="urn:microsoft.com/office/officeart/2005/8/layout/hierarchy1"/>
    <dgm:cxn modelId="{1001DD97-264A-4752-A219-23A21B20C11A}" type="presParOf" srcId="{533522EB-E646-4784-9CEF-26AF03728967}" destId="{3C73CB02-17D3-4A94-8D89-66572F73E3D0}" srcOrd="2" destOrd="0" presId="urn:microsoft.com/office/officeart/2005/8/layout/hierarchy1"/>
    <dgm:cxn modelId="{663CA22D-9DF9-49DB-9802-F33D47EF9582}" type="presParOf" srcId="{533522EB-E646-4784-9CEF-26AF03728967}" destId="{E48FCDAB-548A-47FC-990F-9A383A5AAA30}" srcOrd="3" destOrd="0" presId="urn:microsoft.com/office/officeart/2005/8/layout/hierarchy1"/>
    <dgm:cxn modelId="{3707E600-591C-4A7D-AA21-6DE198841BA7}" type="presParOf" srcId="{E48FCDAB-548A-47FC-990F-9A383A5AAA30}" destId="{2F2F7013-8A47-45CB-81EE-051CD85D71EC}" srcOrd="0" destOrd="0" presId="urn:microsoft.com/office/officeart/2005/8/layout/hierarchy1"/>
    <dgm:cxn modelId="{28B3829C-8FED-4A29-9CAE-B6C629F1FB39}" type="presParOf" srcId="{2F2F7013-8A47-45CB-81EE-051CD85D71EC}" destId="{430DECF3-0A65-47F2-A09B-55ABFC9A2952}" srcOrd="0" destOrd="0" presId="urn:microsoft.com/office/officeart/2005/8/layout/hierarchy1"/>
    <dgm:cxn modelId="{C3F7D345-712C-4913-B59C-8F8C6EDA704E}" type="presParOf" srcId="{2F2F7013-8A47-45CB-81EE-051CD85D71EC}" destId="{6C9986BB-AE5C-4F2A-9F51-388B14E89025}" srcOrd="1" destOrd="0" presId="urn:microsoft.com/office/officeart/2005/8/layout/hierarchy1"/>
    <dgm:cxn modelId="{F4336BE5-8DC4-46AA-B759-A1090A790DE1}" type="presParOf" srcId="{E48FCDAB-548A-47FC-990F-9A383A5AAA30}" destId="{AB766ADC-0488-4AD3-8044-CC80700FB165}" srcOrd="1" destOrd="0" presId="urn:microsoft.com/office/officeart/2005/8/layout/hierarchy1"/>
    <dgm:cxn modelId="{66BE5E93-69F2-40CA-95D2-B56876AC33F2}" type="presParOf" srcId="{AB766ADC-0488-4AD3-8044-CC80700FB165}" destId="{E3EF5CBE-FD94-4D2E-9524-1741B5A9E06B}" srcOrd="0" destOrd="0" presId="urn:microsoft.com/office/officeart/2005/8/layout/hierarchy1"/>
    <dgm:cxn modelId="{5A904D4B-2CEA-4F57-A713-AD4052D5CCB7}" type="presParOf" srcId="{AB766ADC-0488-4AD3-8044-CC80700FB165}" destId="{D5C69D1B-145F-465D-8288-7567497654DA}" srcOrd="1" destOrd="0" presId="urn:microsoft.com/office/officeart/2005/8/layout/hierarchy1"/>
    <dgm:cxn modelId="{1453FD90-E747-400A-A88C-2631C0FB0DCE}" type="presParOf" srcId="{D5C69D1B-145F-465D-8288-7567497654DA}" destId="{8DA45F45-548C-4D8C-94A4-4312B0BC4FAA}" srcOrd="0" destOrd="0" presId="urn:microsoft.com/office/officeart/2005/8/layout/hierarchy1"/>
    <dgm:cxn modelId="{F455C24D-718C-4CB6-A63E-E3F8E9F3E0C2}" type="presParOf" srcId="{8DA45F45-548C-4D8C-94A4-4312B0BC4FAA}" destId="{A271C599-578B-4C61-B23A-6420F35B225F}" srcOrd="0" destOrd="0" presId="urn:microsoft.com/office/officeart/2005/8/layout/hierarchy1"/>
    <dgm:cxn modelId="{D30EEBFB-B1BF-4737-9EFF-84B23B4F0ECE}" type="presParOf" srcId="{8DA45F45-548C-4D8C-94A4-4312B0BC4FAA}" destId="{5911D055-A952-4026-9CD2-9CABC50DC275}" srcOrd="1" destOrd="0" presId="urn:microsoft.com/office/officeart/2005/8/layout/hierarchy1"/>
    <dgm:cxn modelId="{B71398D4-0369-4BFE-AF23-55C983CA3DC5}" type="presParOf" srcId="{D5C69D1B-145F-465D-8288-7567497654DA}" destId="{898CFDF1-38F9-4F3F-B7B7-B6D5BF3916B6}" srcOrd="1" destOrd="0" presId="urn:microsoft.com/office/officeart/2005/8/layout/hierarchy1"/>
    <dgm:cxn modelId="{13508847-4DD8-4E2B-A570-ECA9BFE661FE}" type="presParOf" srcId="{518DCEF4-363C-4A22-8711-A417B6C6945E}" destId="{78D8DD3D-ADD8-4E3D-B872-05B0CCE0AB6E}" srcOrd="2" destOrd="0" presId="urn:microsoft.com/office/officeart/2005/8/layout/hierarchy1"/>
    <dgm:cxn modelId="{330DC0B2-F637-48AF-AA22-8798111D05E6}" type="presParOf" srcId="{518DCEF4-363C-4A22-8711-A417B6C6945E}" destId="{7EA9AC72-D4BF-446B-994A-E31078CA427E}" srcOrd="3" destOrd="0" presId="urn:microsoft.com/office/officeart/2005/8/layout/hierarchy1"/>
    <dgm:cxn modelId="{2837D81B-AC67-4491-BDA6-B2A2C18CFB29}" type="presParOf" srcId="{7EA9AC72-D4BF-446B-994A-E31078CA427E}" destId="{17721FE4-80D8-472D-B987-29A6E287D5C0}" srcOrd="0" destOrd="0" presId="urn:microsoft.com/office/officeart/2005/8/layout/hierarchy1"/>
    <dgm:cxn modelId="{964A816D-8E0B-4C21-BEEE-615908037450}" type="presParOf" srcId="{17721FE4-80D8-472D-B987-29A6E287D5C0}" destId="{4DEEBC8C-5F99-437A-8ACA-DB2FE352BE77}" srcOrd="0" destOrd="0" presId="urn:microsoft.com/office/officeart/2005/8/layout/hierarchy1"/>
    <dgm:cxn modelId="{B61A95B0-0A47-4CA2-A5B3-9F5EFC9BB8F4}" type="presParOf" srcId="{17721FE4-80D8-472D-B987-29A6E287D5C0}" destId="{528C557C-FBDA-4D4C-9233-8886AFC9A87A}" srcOrd="1" destOrd="0" presId="urn:microsoft.com/office/officeart/2005/8/layout/hierarchy1"/>
    <dgm:cxn modelId="{170E8607-E40D-4077-82DB-41F0573E51BC}" type="presParOf" srcId="{7EA9AC72-D4BF-446B-994A-E31078CA427E}" destId="{7A0602D8-3288-497B-9D17-ED81787E679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8CDB515-419C-4E6A-AF7A-422B143CC79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9A44E10B-F121-414B-97C4-7398AB0A8B4F}">
      <dgm:prSet phldrT="[Tekst]"/>
      <dgm:spPr/>
      <dgm:t>
        <a:bodyPr/>
        <a:lstStyle/>
        <a:p>
          <a:r>
            <a:rPr lang="en-US" dirty="0" err="1"/>
            <a:t>CRenderMesh</a:t>
          </a:r>
          <a:endParaRPr lang="en-US" dirty="0"/>
        </a:p>
      </dgm:t>
    </dgm:pt>
    <dgm:pt modelId="{7A74F39A-569A-4743-82F7-5093B7CDEE6F}" type="parTrans" cxnId="{AF691E0B-DA2C-4D63-81AD-7980D0079CB0}">
      <dgm:prSet/>
      <dgm:spPr/>
      <dgm:t>
        <a:bodyPr/>
        <a:lstStyle/>
        <a:p>
          <a:endParaRPr lang="en-US"/>
        </a:p>
      </dgm:t>
    </dgm:pt>
    <dgm:pt modelId="{F40F01A3-2E8C-4EDE-8BFB-636A39A79435}" type="sibTrans" cxnId="{AF691E0B-DA2C-4D63-81AD-7980D0079CB0}">
      <dgm:prSet/>
      <dgm:spPr/>
      <dgm:t>
        <a:bodyPr/>
        <a:lstStyle/>
        <a:p>
          <a:endParaRPr lang="en-US"/>
        </a:p>
      </dgm:t>
    </dgm:pt>
    <dgm:pt modelId="{4985A7F1-236D-41F0-BE1C-CE34E188D087}">
      <dgm:prSet phldrT="[Tekst]"/>
      <dgm:spPr/>
      <dgm:t>
        <a:bodyPr/>
        <a:lstStyle/>
        <a:p>
          <a:r>
            <a:rPr lang="en-US" dirty="0" err="1"/>
            <a:t>AssetHandle</a:t>
          </a:r>
          <a:r>
            <a:rPr lang="en-US" dirty="0"/>
            <a:t>&lt;RenderMesh&gt;</a:t>
          </a:r>
        </a:p>
      </dgm:t>
    </dgm:pt>
    <dgm:pt modelId="{F3DDE6BE-F4B8-499E-9AE8-E2BD7FE87A63}" type="parTrans" cxnId="{A21C010B-03B7-4D18-BE0A-9CF1AD1CCAAD}">
      <dgm:prSet/>
      <dgm:spPr/>
      <dgm:t>
        <a:bodyPr/>
        <a:lstStyle/>
        <a:p>
          <a:endParaRPr lang="en-US"/>
        </a:p>
      </dgm:t>
    </dgm:pt>
    <dgm:pt modelId="{8E0C250D-CDD3-4218-89BF-5531022B53EF}" type="sibTrans" cxnId="{A21C010B-03B7-4D18-BE0A-9CF1AD1CCAAD}">
      <dgm:prSet/>
      <dgm:spPr/>
      <dgm:t>
        <a:bodyPr/>
        <a:lstStyle/>
        <a:p>
          <a:endParaRPr lang="en-US"/>
        </a:p>
      </dgm:t>
    </dgm:pt>
    <dgm:pt modelId="{36563BAC-42FA-482F-B727-D9F74878CDD1}">
      <dgm:prSet phldrT="[Tekst]"/>
      <dgm:spPr/>
      <dgm:t>
        <a:bodyPr/>
        <a:lstStyle/>
        <a:p>
          <a:r>
            <a:rPr lang="en-US" dirty="0" err="1"/>
            <a:t>CModel</a:t>
          </a:r>
          <a:endParaRPr lang="en-US" dirty="0"/>
        </a:p>
      </dgm:t>
    </dgm:pt>
    <dgm:pt modelId="{88FD7ED1-2954-4EB7-A134-52321B8D95BE}" type="parTrans" cxnId="{3424DEA8-1BC7-4443-872F-880D719C8345}">
      <dgm:prSet/>
      <dgm:spPr/>
      <dgm:t>
        <a:bodyPr/>
        <a:lstStyle/>
        <a:p>
          <a:endParaRPr lang="en-US"/>
        </a:p>
      </dgm:t>
    </dgm:pt>
    <dgm:pt modelId="{2C466CEB-CC73-4591-9332-1B4E7A584BA3}" type="sibTrans" cxnId="{3424DEA8-1BC7-4443-872F-880D719C8345}">
      <dgm:prSet/>
      <dgm:spPr/>
      <dgm:t>
        <a:bodyPr/>
        <a:lstStyle/>
        <a:p>
          <a:endParaRPr lang="en-US"/>
        </a:p>
      </dgm:t>
    </dgm:pt>
    <dgm:pt modelId="{2B29E119-EEE0-4D1B-AD92-4FF006A52C91}">
      <dgm:prSet phldrT="[Tekst]"/>
      <dgm:spPr/>
      <dgm:t>
        <a:bodyPr/>
        <a:lstStyle/>
        <a:p>
          <a:r>
            <a:rPr lang="en-US" dirty="0" err="1"/>
            <a:t>AssetHandle</a:t>
          </a:r>
          <a:r>
            <a:rPr lang="en-US" dirty="0"/>
            <a:t>&lt;Model&gt;</a:t>
          </a:r>
        </a:p>
      </dgm:t>
    </dgm:pt>
    <dgm:pt modelId="{BC500855-25BC-4220-9EAF-90B2CC61C317}" type="parTrans" cxnId="{1A77032E-1F35-4C9C-9615-B1F1A6920967}">
      <dgm:prSet/>
      <dgm:spPr/>
      <dgm:t>
        <a:bodyPr/>
        <a:lstStyle/>
        <a:p>
          <a:endParaRPr lang="en-US"/>
        </a:p>
      </dgm:t>
    </dgm:pt>
    <dgm:pt modelId="{4B481B9E-9A49-436F-8F64-DD44A23E433C}" type="sibTrans" cxnId="{1A77032E-1F35-4C9C-9615-B1F1A6920967}">
      <dgm:prSet/>
      <dgm:spPr/>
      <dgm:t>
        <a:bodyPr/>
        <a:lstStyle/>
        <a:p>
          <a:endParaRPr lang="en-US"/>
        </a:p>
      </dgm:t>
    </dgm:pt>
    <dgm:pt modelId="{3704EFDE-AAEC-484D-BCE1-F78E06DC2CD3}">
      <dgm:prSet phldrT="[Tekst]"/>
      <dgm:spPr/>
      <dgm:t>
        <a:bodyPr/>
        <a:lstStyle/>
        <a:p>
          <a:r>
            <a:rPr lang="en-US" dirty="0" err="1"/>
            <a:t>CSkinnedModel</a:t>
          </a:r>
          <a:endParaRPr lang="en-US" dirty="0"/>
        </a:p>
      </dgm:t>
    </dgm:pt>
    <dgm:pt modelId="{32B96B8E-6EC4-4161-A997-9532A00C205D}" type="parTrans" cxnId="{3BA32AAA-1A77-43CB-88A8-DDBFE4F15ACE}">
      <dgm:prSet/>
      <dgm:spPr/>
      <dgm:t>
        <a:bodyPr/>
        <a:lstStyle/>
        <a:p>
          <a:endParaRPr lang="en-US"/>
        </a:p>
      </dgm:t>
    </dgm:pt>
    <dgm:pt modelId="{5E5A628E-F449-4DF0-ADF6-EA9358E2D836}" type="sibTrans" cxnId="{3BA32AAA-1A77-43CB-88A8-DDBFE4F15ACE}">
      <dgm:prSet/>
      <dgm:spPr/>
      <dgm:t>
        <a:bodyPr/>
        <a:lstStyle/>
        <a:p>
          <a:endParaRPr lang="en-US"/>
        </a:p>
      </dgm:t>
    </dgm:pt>
    <dgm:pt modelId="{41CE37FF-73C3-4514-BEEB-F6ED8B268ADB}">
      <dgm:prSet phldrT="[Tekst]"/>
      <dgm:spPr/>
      <dgm:t>
        <a:bodyPr/>
        <a:lstStyle/>
        <a:p>
          <a:r>
            <a:rPr lang="en-US" dirty="0" err="1"/>
            <a:t>AssetHandle</a:t>
          </a:r>
          <a:r>
            <a:rPr lang="en-US" dirty="0"/>
            <a:t>&lt;SkinnedModel&gt;</a:t>
          </a:r>
        </a:p>
      </dgm:t>
    </dgm:pt>
    <dgm:pt modelId="{C10D1272-3AAE-48BF-B546-BCEBEF77AD8B}" type="parTrans" cxnId="{3D5F30F2-6B96-45CD-88BE-DB78BB5853A0}">
      <dgm:prSet/>
      <dgm:spPr/>
      <dgm:t>
        <a:bodyPr/>
        <a:lstStyle/>
        <a:p>
          <a:endParaRPr lang="en-US"/>
        </a:p>
      </dgm:t>
    </dgm:pt>
    <dgm:pt modelId="{2F5A46C5-D92B-4570-8DC2-CD1A7763F3E9}" type="sibTrans" cxnId="{3D5F30F2-6B96-45CD-88BE-DB78BB5853A0}">
      <dgm:prSet/>
      <dgm:spPr/>
      <dgm:t>
        <a:bodyPr/>
        <a:lstStyle/>
        <a:p>
          <a:endParaRPr lang="en-US"/>
        </a:p>
      </dgm:t>
    </dgm:pt>
    <dgm:pt modelId="{0A29848C-0FE4-45CF-BF58-F142104F52CF}" type="pres">
      <dgm:prSet presAssocID="{68CDB515-419C-4E6A-AF7A-422B143CC794}" presName="Name0" presStyleCnt="0">
        <dgm:presLayoutVars>
          <dgm:dir/>
          <dgm:animLvl val="lvl"/>
          <dgm:resizeHandles val="exact"/>
        </dgm:presLayoutVars>
      </dgm:prSet>
      <dgm:spPr/>
    </dgm:pt>
    <dgm:pt modelId="{31940085-EB84-4BEF-8004-34AB48F7ED62}" type="pres">
      <dgm:prSet presAssocID="{9A44E10B-F121-414B-97C4-7398AB0A8B4F}" presName="composite" presStyleCnt="0"/>
      <dgm:spPr/>
    </dgm:pt>
    <dgm:pt modelId="{5B2A1BDB-1F93-4297-807B-E3AD82E879C7}" type="pres">
      <dgm:prSet presAssocID="{9A44E10B-F121-414B-97C4-7398AB0A8B4F}" presName="parTx" presStyleLbl="alignNode1" presStyleIdx="0" presStyleCnt="3">
        <dgm:presLayoutVars>
          <dgm:chMax val="0"/>
          <dgm:chPref val="0"/>
          <dgm:bulletEnabled val="1"/>
        </dgm:presLayoutVars>
      </dgm:prSet>
      <dgm:spPr/>
    </dgm:pt>
    <dgm:pt modelId="{105281E0-608F-4CFF-BCC9-C81ED6ED8105}" type="pres">
      <dgm:prSet presAssocID="{9A44E10B-F121-414B-97C4-7398AB0A8B4F}" presName="desTx" presStyleLbl="alignAccFollowNode1" presStyleIdx="0" presStyleCnt="3">
        <dgm:presLayoutVars>
          <dgm:bulletEnabled val="1"/>
        </dgm:presLayoutVars>
      </dgm:prSet>
      <dgm:spPr/>
    </dgm:pt>
    <dgm:pt modelId="{B4D6B2F5-380D-494B-A4C3-60FEDD503F8A}" type="pres">
      <dgm:prSet presAssocID="{F40F01A3-2E8C-4EDE-8BFB-636A39A79435}" presName="space" presStyleCnt="0"/>
      <dgm:spPr/>
    </dgm:pt>
    <dgm:pt modelId="{9D306286-FE33-402B-AE8C-5099177D2446}" type="pres">
      <dgm:prSet presAssocID="{36563BAC-42FA-482F-B727-D9F74878CDD1}" presName="composite" presStyleCnt="0"/>
      <dgm:spPr/>
    </dgm:pt>
    <dgm:pt modelId="{851B840E-74B1-44D9-BCE5-45B43C953CAB}" type="pres">
      <dgm:prSet presAssocID="{36563BAC-42FA-482F-B727-D9F74878CDD1}" presName="parTx" presStyleLbl="alignNode1" presStyleIdx="1" presStyleCnt="3">
        <dgm:presLayoutVars>
          <dgm:chMax val="0"/>
          <dgm:chPref val="0"/>
          <dgm:bulletEnabled val="1"/>
        </dgm:presLayoutVars>
      </dgm:prSet>
      <dgm:spPr/>
    </dgm:pt>
    <dgm:pt modelId="{B1952844-0174-4FED-B8FA-C0478402D493}" type="pres">
      <dgm:prSet presAssocID="{36563BAC-42FA-482F-B727-D9F74878CDD1}" presName="desTx" presStyleLbl="alignAccFollowNode1" presStyleIdx="1" presStyleCnt="3">
        <dgm:presLayoutVars>
          <dgm:bulletEnabled val="1"/>
        </dgm:presLayoutVars>
      </dgm:prSet>
      <dgm:spPr/>
    </dgm:pt>
    <dgm:pt modelId="{AE31853E-3186-46E9-AB4B-64CDEC950007}" type="pres">
      <dgm:prSet presAssocID="{2C466CEB-CC73-4591-9332-1B4E7A584BA3}" presName="space" presStyleCnt="0"/>
      <dgm:spPr/>
    </dgm:pt>
    <dgm:pt modelId="{BA3B4283-5F0B-4406-823B-1FDBDEA87DEC}" type="pres">
      <dgm:prSet presAssocID="{3704EFDE-AAEC-484D-BCE1-F78E06DC2CD3}" presName="composite" presStyleCnt="0"/>
      <dgm:spPr/>
    </dgm:pt>
    <dgm:pt modelId="{32EBC9EA-EED7-4251-A143-C0D318FA1165}" type="pres">
      <dgm:prSet presAssocID="{3704EFDE-AAEC-484D-BCE1-F78E06DC2CD3}" presName="parTx" presStyleLbl="alignNode1" presStyleIdx="2" presStyleCnt="3">
        <dgm:presLayoutVars>
          <dgm:chMax val="0"/>
          <dgm:chPref val="0"/>
          <dgm:bulletEnabled val="1"/>
        </dgm:presLayoutVars>
      </dgm:prSet>
      <dgm:spPr/>
    </dgm:pt>
    <dgm:pt modelId="{04631109-CC23-4536-96D6-7712E7A0786B}" type="pres">
      <dgm:prSet presAssocID="{3704EFDE-AAEC-484D-BCE1-F78E06DC2CD3}" presName="desTx" presStyleLbl="alignAccFollowNode1" presStyleIdx="2" presStyleCnt="3">
        <dgm:presLayoutVars>
          <dgm:bulletEnabled val="1"/>
        </dgm:presLayoutVars>
      </dgm:prSet>
      <dgm:spPr/>
    </dgm:pt>
  </dgm:ptLst>
  <dgm:cxnLst>
    <dgm:cxn modelId="{1503AF06-A948-44E6-A47D-8B58A946C12B}" type="presOf" srcId="{9A44E10B-F121-414B-97C4-7398AB0A8B4F}" destId="{5B2A1BDB-1F93-4297-807B-E3AD82E879C7}" srcOrd="0" destOrd="0" presId="urn:microsoft.com/office/officeart/2005/8/layout/hList1"/>
    <dgm:cxn modelId="{A21C010B-03B7-4D18-BE0A-9CF1AD1CCAAD}" srcId="{9A44E10B-F121-414B-97C4-7398AB0A8B4F}" destId="{4985A7F1-236D-41F0-BE1C-CE34E188D087}" srcOrd="0" destOrd="0" parTransId="{F3DDE6BE-F4B8-499E-9AE8-E2BD7FE87A63}" sibTransId="{8E0C250D-CDD3-4218-89BF-5531022B53EF}"/>
    <dgm:cxn modelId="{AF691E0B-DA2C-4D63-81AD-7980D0079CB0}" srcId="{68CDB515-419C-4E6A-AF7A-422B143CC794}" destId="{9A44E10B-F121-414B-97C4-7398AB0A8B4F}" srcOrd="0" destOrd="0" parTransId="{7A74F39A-569A-4743-82F7-5093B7CDEE6F}" sibTransId="{F40F01A3-2E8C-4EDE-8BFB-636A39A79435}"/>
    <dgm:cxn modelId="{1A77032E-1F35-4C9C-9615-B1F1A6920967}" srcId="{36563BAC-42FA-482F-B727-D9F74878CDD1}" destId="{2B29E119-EEE0-4D1B-AD92-4FF006A52C91}" srcOrd="0" destOrd="0" parTransId="{BC500855-25BC-4220-9EAF-90B2CC61C317}" sibTransId="{4B481B9E-9A49-436F-8F64-DD44A23E433C}"/>
    <dgm:cxn modelId="{AB37722E-7BD4-4740-9200-516760FB5F57}" type="presOf" srcId="{68CDB515-419C-4E6A-AF7A-422B143CC794}" destId="{0A29848C-0FE4-45CF-BF58-F142104F52CF}" srcOrd="0" destOrd="0" presId="urn:microsoft.com/office/officeart/2005/8/layout/hList1"/>
    <dgm:cxn modelId="{952C2C50-B4FC-45DC-8462-95AF3392306E}" type="presOf" srcId="{36563BAC-42FA-482F-B727-D9F74878CDD1}" destId="{851B840E-74B1-44D9-BCE5-45B43C953CAB}" srcOrd="0" destOrd="0" presId="urn:microsoft.com/office/officeart/2005/8/layout/hList1"/>
    <dgm:cxn modelId="{8DBF9D54-33C9-4DBB-8686-AA9FA4CA47B5}" type="presOf" srcId="{3704EFDE-AAEC-484D-BCE1-F78E06DC2CD3}" destId="{32EBC9EA-EED7-4251-A143-C0D318FA1165}" srcOrd="0" destOrd="0" presId="urn:microsoft.com/office/officeart/2005/8/layout/hList1"/>
    <dgm:cxn modelId="{14F3A856-0222-4A60-A25D-281942138B01}" type="presOf" srcId="{4985A7F1-236D-41F0-BE1C-CE34E188D087}" destId="{105281E0-608F-4CFF-BCC9-C81ED6ED8105}" srcOrd="0" destOrd="0" presId="urn:microsoft.com/office/officeart/2005/8/layout/hList1"/>
    <dgm:cxn modelId="{AE02BA9D-04BD-4911-AF02-101533BBEB7E}" type="presOf" srcId="{41CE37FF-73C3-4514-BEEB-F6ED8B268ADB}" destId="{04631109-CC23-4536-96D6-7712E7A0786B}" srcOrd="0" destOrd="0" presId="urn:microsoft.com/office/officeart/2005/8/layout/hList1"/>
    <dgm:cxn modelId="{3424DEA8-1BC7-4443-872F-880D719C8345}" srcId="{68CDB515-419C-4E6A-AF7A-422B143CC794}" destId="{36563BAC-42FA-482F-B727-D9F74878CDD1}" srcOrd="1" destOrd="0" parTransId="{88FD7ED1-2954-4EB7-A134-52321B8D95BE}" sibTransId="{2C466CEB-CC73-4591-9332-1B4E7A584BA3}"/>
    <dgm:cxn modelId="{3BA32AAA-1A77-43CB-88A8-DDBFE4F15ACE}" srcId="{68CDB515-419C-4E6A-AF7A-422B143CC794}" destId="{3704EFDE-AAEC-484D-BCE1-F78E06DC2CD3}" srcOrd="2" destOrd="0" parTransId="{32B96B8E-6EC4-4161-A997-9532A00C205D}" sibTransId="{5E5A628E-F449-4DF0-ADF6-EA9358E2D836}"/>
    <dgm:cxn modelId="{EE270DB6-DA44-42CB-B3A7-406FBB28F62B}" type="presOf" srcId="{2B29E119-EEE0-4D1B-AD92-4FF006A52C91}" destId="{B1952844-0174-4FED-B8FA-C0478402D493}" srcOrd="0" destOrd="0" presId="urn:microsoft.com/office/officeart/2005/8/layout/hList1"/>
    <dgm:cxn modelId="{3D5F30F2-6B96-45CD-88BE-DB78BB5853A0}" srcId="{3704EFDE-AAEC-484D-BCE1-F78E06DC2CD3}" destId="{41CE37FF-73C3-4514-BEEB-F6ED8B268ADB}" srcOrd="0" destOrd="0" parTransId="{C10D1272-3AAE-48BF-B546-BCEBEF77AD8B}" sibTransId="{2F5A46C5-D92B-4570-8DC2-CD1A7763F3E9}"/>
    <dgm:cxn modelId="{17685408-31C8-423B-8B27-B14027B120B9}" type="presParOf" srcId="{0A29848C-0FE4-45CF-BF58-F142104F52CF}" destId="{31940085-EB84-4BEF-8004-34AB48F7ED62}" srcOrd="0" destOrd="0" presId="urn:microsoft.com/office/officeart/2005/8/layout/hList1"/>
    <dgm:cxn modelId="{3FA67A78-76ED-4FA8-9804-33237B7619C5}" type="presParOf" srcId="{31940085-EB84-4BEF-8004-34AB48F7ED62}" destId="{5B2A1BDB-1F93-4297-807B-E3AD82E879C7}" srcOrd="0" destOrd="0" presId="urn:microsoft.com/office/officeart/2005/8/layout/hList1"/>
    <dgm:cxn modelId="{53B76472-C4FE-4F91-9E7C-B692DC79B4AA}" type="presParOf" srcId="{31940085-EB84-4BEF-8004-34AB48F7ED62}" destId="{105281E0-608F-4CFF-BCC9-C81ED6ED8105}" srcOrd="1" destOrd="0" presId="urn:microsoft.com/office/officeart/2005/8/layout/hList1"/>
    <dgm:cxn modelId="{4F873F67-38C8-4B70-AB37-7A03172929B3}" type="presParOf" srcId="{0A29848C-0FE4-45CF-BF58-F142104F52CF}" destId="{B4D6B2F5-380D-494B-A4C3-60FEDD503F8A}" srcOrd="1" destOrd="0" presId="urn:microsoft.com/office/officeart/2005/8/layout/hList1"/>
    <dgm:cxn modelId="{69437807-AEA0-4412-891D-096213E2B4F0}" type="presParOf" srcId="{0A29848C-0FE4-45CF-BF58-F142104F52CF}" destId="{9D306286-FE33-402B-AE8C-5099177D2446}" srcOrd="2" destOrd="0" presId="urn:microsoft.com/office/officeart/2005/8/layout/hList1"/>
    <dgm:cxn modelId="{148F626A-EB88-41ED-883C-FDA4844098EB}" type="presParOf" srcId="{9D306286-FE33-402B-AE8C-5099177D2446}" destId="{851B840E-74B1-44D9-BCE5-45B43C953CAB}" srcOrd="0" destOrd="0" presId="urn:microsoft.com/office/officeart/2005/8/layout/hList1"/>
    <dgm:cxn modelId="{3B43B253-396E-4917-9CC6-30887E8247CF}" type="presParOf" srcId="{9D306286-FE33-402B-AE8C-5099177D2446}" destId="{B1952844-0174-4FED-B8FA-C0478402D493}" srcOrd="1" destOrd="0" presId="urn:microsoft.com/office/officeart/2005/8/layout/hList1"/>
    <dgm:cxn modelId="{DE4E5D74-4341-41D6-948F-1EB61252CCAA}" type="presParOf" srcId="{0A29848C-0FE4-45CF-BF58-F142104F52CF}" destId="{AE31853E-3186-46E9-AB4B-64CDEC950007}" srcOrd="3" destOrd="0" presId="urn:microsoft.com/office/officeart/2005/8/layout/hList1"/>
    <dgm:cxn modelId="{F8DF1C06-AD7D-4BFF-90C7-C304908E23E8}" type="presParOf" srcId="{0A29848C-0FE4-45CF-BF58-F142104F52CF}" destId="{BA3B4283-5F0B-4406-823B-1FDBDEA87DEC}" srcOrd="4" destOrd="0" presId="urn:microsoft.com/office/officeart/2005/8/layout/hList1"/>
    <dgm:cxn modelId="{C42F3F0B-7219-4F07-9A7D-D6775A1B5E75}" type="presParOf" srcId="{BA3B4283-5F0B-4406-823B-1FDBDEA87DEC}" destId="{32EBC9EA-EED7-4251-A143-C0D318FA1165}" srcOrd="0" destOrd="0" presId="urn:microsoft.com/office/officeart/2005/8/layout/hList1"/>
    <dgm:cxn modelId="{E2EA25DD-6A26-47DA-B214-C6E479A34AAB}" type="presParOf" srcId="{BA3B4283-5F0B-4406-823B-1FDBDEA87DEC}" destId="{04631109-CC23-4536-96D6-7712E7A0786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8CDB515-419C-4E6A-AF7A-422B143CC79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F7084CC-9E38-42BC-967E-47BDAF1F21F1}">
      <dgm:prSet phldrT="[Tekst]"/>
      <dgm:spPr/>
      <dgm:t>
        <a:bodyPr/>
        <a:lstStyle/>
        <a:p>
          <a:r>
            <a:rPr lang="en-US" dirty="0" err="1"/>
            <a:t>CRenderMeshView</a:t>
          </a:r>
          <a:endParaRPr lang="en-US" dirty="0"/>
        </a:p>
      </dgm:t>
    </dgm:pt>
    <dgm:pt modelId="{A2A9D50D-E96B-4B04-8134-83E5F69152C2}" type="parTrans" cxnId="{7144F270-8937-423E-B852-1F35D359D2DA}">
      <dgm:prSet/>
      <dgm:spPr/>
      <dgm:t>
        <a:bodyPr/>
        <a:lstStyle/>
        <a:p>
          <a:endParaRPr lang="en-US"/>
        </a:p>
      </dgm:t>
    </dgm:pt>
    <dgm:pt modelId="{CEF80E13-0D7F-4630-83B1-D5E17FD9498E}" type="sibTrans" cxnId="{7144F270-8937-423E-B852-1F35D359D2DA}">
      <dgm:prSet/>
      <dgm:spPr/>
      <dgm:t>
        <a:bodyPr/>
        <a:lstStyle/>
        <a:p>
          <a:endParaRPr lang="en-US"/>
        </a:p>
      </dgm:t>
    </dgm:pt>
    <dgm:pt modelId="{59FC292B-DE2F-4C5E-B404-0894AECEFCB9}">
      <dgm:prSet phldrT="[Tekst]"/>
      <dgm:spPr/>
      <dgm:t>
        <a:bodyPr/>
        <a:lstStyle/>
        <a:p>
          <a:r>
            <a:rPr lang="en-US" dirty="0" err="1"/>
            <a:t>AssetHandle</a:t>
          </a:r>
          <a:r>
            <a:rPr lang="en-US" dirty="0"/>
            <a:t>&lt;Mesh&gt;</a:t>
          </a:r>
        </a:p>
      </dgm:t>
    </dgm:pt>
    <dgm:pt modelId="{C2D58DF1-B08F-4050-B521-92AE9F144F11}" type="parTrans" cxnId="{AB62380F-1C3B-49B5-800E-A32609903DB1}">
      <dgm:prSet/>
      <dgm:spPr/>
      <dgm:t>
        <a:bodyPr/>
        <a:lstStyle/>
        <a:p>
          <a:endParaRPr lang="en-US"/>
        </a:p>
      </dgm:t>
    </dgm:pt>
    <dgm:pt modelId="{6F980F98-424F-4DBB-B733-B5D715588B41}" type="sibTrans" cxnId="{AB62380F-1C3B-49B5-800E-A32609903DB1}">
      <dgm:prSet/>
      <dgm:spPr/>
      <dgm:t>
        <a:bodyPr/>
        <a:lstStyle/>
        <a:p>
          <a:endParaRPr lang="en-US"/>
        </a:p>
      </dgm:t>
    </dgm:pt>
    <dgm:pt modelId="{1A549495-FF4C-48E3-8BD8-51505E5EC6D9}">
      <dgm:prSet phldrT="[Tekst]"/>
      <dgm:spPr/>
      <dgm:t>
        <a:bodyPr/>
        <a:lstStyle/>
        <a:p>
          <a:r>
            <a:rPr lang="en-US" dirty="0" err="1"/>
            <a:t>CModelView</a:t>
          </a:r>
          <a:endParaRPr lang="en-US" dirty="0"/>
        </a:p>
      </dgm:t>
    </dgm:pt>
    <dgm:pt modelId="{7B54B963-DD9D-4D9A-9489-018EADFD61DC}" type="parTrans" cxnId="{71E9C0BC-07BC-45E8-94B1-6A58B67DEB64}">
      <dgm:prSet/>
      <dgm:spPr/>
      <dgm:t>
        <a:bodyPr/>
        <a:lstStyle/>
        <a:p>
          <a:endParaRPr lang="en-US"/>
        </a:p>
      </dgm:t>
    </dgm:pt>
    <dgm:pt modelId="{7C1B6404-0280-4405-9CFE-84A3280EDD26}" type="sibTrans" cxnId="{71E9C0BC-07BC-45E8-94B1-6A58B67DEB64}">
      <dgm:prSet/>
      <dgm:spPr/>
      <dgm:t>
        <a:bodyPr/>
        <a:lstStyle/>
        <a:p>
          <a:endParaRPr lang="en-US"/>
        </a:p>
      </dgm:t>
    </dgm:pt>
    <dgm:pt modelId="{36D07602-DBE8-44EF-8EC3-37070EF1303D}">
      <dgm:prSet phldrT="[Tekst]"/>
      <dgm:spPr/>
      <dgm:t>
        <a:bodyPr/>
        <a:lstStyle/>
        <a:p>
          <a:r>
            <a:rPr lang="en-US" dirty="0"/>
            <a:t>Vector&lt;</a:t>
          </a:r>
          <a:r>
            <a:rPr lang="en-US" dirty="0" err="1"/>
            <a:t>AssetHandle</a:t>
          </a:r>
          <a:r>
            <a:rPr lang="en-US" dirty="0"/>
            <a:t>&lt;RenderMesh&gt;&gt;</a:t>
          </a:r>
        </a:p>
      </dgm:t>
    </dgm:pt>
    <dgm:pt modelId="{8BF3C7B6-8ADA-4A69-81C8-C24382E9E8E2}" type="parTrans" cxnId="{A78D9C3B-4AC5-4518-A925-5D7E794DAFBE}">
      <dgm:prSet/>
      <dgm:spPr/>
      <dgm:t>
        <a:bodyPr/>
        <a:lstStyle/>
        <a:p>
          <a:endParaRPr lang="en-US"/>
        </a:p>
      </dgm:t>
    </dgm:pt>
    <dgm:pt modelId="{DAA54A3A-CA5C-4110-8C6B-6DC3206807BE}" type="sibTrans" cxnId="{A78D9C3B-4AC5-4518-A925-5D7E794DAFBE}">
      <dgm:prSet/>
      <dgm:spPr/>
      <dgm:t>
        <a:bodyPr/>
        <a:lstStyle/>
        <a:p>
          <a:endParaRPr lang="en-US"/>
        </a:p>
      </dgm:t>
    </dgm:pt>
    <dgm:pt modelId="{C44D307C-BBE8-48E9-A26E-5ACD64C98DF3}">
      <dgm:prSet phldrT="[Tekst]"/>
      <dgm:spPr/>
      <dgm:t>
        <a:bodyPr/>
        <a:lstStyle/>
        <a:p>
          <a:r>
            <a:rPr lang="en-US" dirty="0" err="1"/>
            <a:t>CSkinnedModel</a:t>
          </a:r>
          <a:endParaRPr lang="en-US" dirty="0"/>
        </a:p>
      </dgm:t>
    </dgm:pt>
    <dgm:pt modelId="{8A53EB77-E6DE-4111-B5D8-E24DD9A8DE68}" type="parTrans" cxnId="{E59C0457-D7E5-4D85-9956-FE4D869E2735}">
      <dgm:prSet/>
      <dgm:spPr/>
      <dgm:t>
        <a:bodyPr/>
        <a:lstStyle/>
        <a:p>
          <a:endParaRPr lang="en-US"/>
        </a:p>
      </dgm:t>
    </dgm:pt>
    <dgm:pt modelId="{100FC4CB-5799-404A-B22A-C991E3928DBA}" type="sibTrans" cxnId="{E59C0457-D7E5-4D85-9956-FE4D869E2735}">
      <dgm:prSet/>
      <dgm:spPr/>
      <dgm:t>
        <a:bodyPr/>
        <a:lstStyle/>
        <a:p>
          <a:endParaRPr lang="en-US"/>
        </a:p>
      </dgm:t>
    </dgm:pt>
    <dgm:pt modelId="{861CF689-67A6-4D76-B5C0-C5E1EDBADD12}">
      <dgm:prSet phldrT="[Tekst]"/>
      <dgm:spPr/>
      <dgm:t>
        <a:bodyPr/>
        <a:lstStyle/>
        <a:p>
          <a:r>
            <a:rPr lang="en-US" dirty="0" err="1"/>
            <a:t>AssetHandle</a:t>
          </a:r>
          <a:r>
            <a:rPr lang="en-US" dirty="0"/>
            <a:t>&lt;Skeleton&gt;</a:t>
          </a:r>
        </a:p>
      </dgm:t>
    </dgm:pt>
    <dgm:pt modelId="{84FD8B1A-2219-46B7-89AD-E655135BFA3B}" type="parTrans" cxnId="{D8C7275E-50E9-488E-B1B2-918B1BDFD099}">
      <dgm:prSet/>
      <dgm:spPr/>
      <dgm:t>
        <a:bodyPr/>
        <a:lstStyle/>
        <a:p>
          <a:endParaRPr lang="en-US"/>
        </a:p>
      </dgm:t>
    </dgm:pt>
    <dgm:pt modelId="{7E45287B-80A2-4786-BF4D-7B4C84B49723}" type="sibTrans" cxnId="{D8C7275E-50E9-488E-B1B2-918B1BDFD099}">
      <dgm:prSet/>
      <dgm:spPr/>
      <dgm:t>
        <a:bodyPr/>
        <a:lstStyle/>
        <a:p>
          <a:endParaRPr lang="en-US"/>
        </a:p>
      </dgm:t>
    </dgm:pt>
    <dgm:pt modelId="{EF838E32-1601-43DC-8E63-DA382C601ECB}">
      <dgm:prSet phldrT="[Tekst]"/>
      <dgm:spPr/>
      <dgm:t>
        <a:bodyPr/>
        <a:lstStyle/>
        <a:p>
          <a:r>
            <a:rPr lang="en-US" dirty="0" err="1"/>
            <a:t>AssetHandle</a:t>
          </a:r>
          <a:r>
            <a:rPr lang="en-US" dirty="0"/>
            <a:t>&lt;Material&gt;</a:t>
          </a:r>
        </a:p>
      </dgm:t>
    </dgm:pt>
    <dgm:pt modelId="{129A530B-C128-40A8-89FD-7023CB62D8CC}" type="parTrans" cxnId="{AD171F5B-077D-40B5-B8AF-8A8A57AF47C3}">
      <dgm:prSet/>
      <dgm:spPr/>
      <dgm:t>
        <a:bodyPr/>
        <a:lstStyle/>
        <a:p>
          <a:endParaRPr lang="en-US"/>
        </a:p>
      </dgm:t>
    </dgm:pt>
    <dgm:pt modelId="{55D8F83E-0ACC-4ED9-B169-28B773BBBC48}" type="sibTrans" cxnId="{AD171F5B-077D-40B5-B8AF-8A8A57AF47C3}">
      <dgm:prSet/>
      <dgm:spPr/>
      <dgm:t>
        <a:bodyPr/>
        <a:lstStyle/>
        <a:p>
          <a:endParaRPr lang="en-US"/>
        </a:p>
      </dgm:t>
    </dgm:pt>
    <dgm:pt modelId="{C68C6300-52DD-4B4A-AC52-54659F497E09}">
      <dgm:prSet phldrT="[Tekst]"/>
      <dgm:spPr/>
      <dgm:t>
        <a:bodyPr/>
        <a:lstStyle/>
        <a:p>
          <a:r>
            <a:rPr lang="en-US" dirty="0"/>
            <a:t>Skinning</a:t>
          </a:r>
        </a:p>
      </dgm:t>
    </dgm:pt>
    <dgm:pt modelId="{E85C0523-9869-48B9-AC43-62DD5AE1D0C8}" type="parTrans" cxnId="{BE899879-3DBC-41D8-803A-C76E3328FED7}">
      <dgm:prSet/>
      <dgm:spPr/>
      <dgm:t>
        <a:bodyPr/>
        <a:lstStyle/>
        <a:p>
          <a:endParaRPr lang="en-US"/>
        </a:p>
      </dgm:t>
    </dgm:pt>
    <dgm:pt modelId="{045FF0B0-DCF0-4483-9D45-CF793027593C}" type="sibTrans" cxnId="{BE899879-3DBC-41D8-803A-C76E3328FED7}">
      <dgm:prSet/>
      <dgm:spPr/>
      <dgm:t>
        <a:bodyPr/>
        <a:lstStyle/>
        <a:p>
          <a:endParaRPr lang="en-US"/>
        </a:p>
      </dgm:t>
    </dgm:pt>
    <dgm:pt modelId="{A3A8DFB3-384E-41D6-B56E-3AB4E5571C05}">
      <dgm:prSet phldrT="[Tekst]"/>
      <dgm:spPr/>
      <dgm:t>
        <a:bodyPr/>
        <a:lstStyle/>
        <a:p>
          <a:r>
            <a:rPr lang="en-US" dirty="0"/>
            <a:t>Vector&lt;</a:t>
          </a:r>
          <a:r>
            <a:rPr lang="en-US" dirty="0" err="1"/>
            <a:t>AssetHandle</a:t>
          </a:r>
          <a:r>
            <a:rPr lang="en-US" dirty="0"/>
            <a:t>&lt;RenderMesh&gt;&gt;</a:t>
          </a:r>
        </a:p>
      </dgm:t>
    </dgm:pt>
    <dgm:pt modelId="{783790AA-A359-4561-8D17-AB44AB374E47}" type="parTrans" cxnId="{75514E73-CC74-4674-99EF-04F958588CA9}">
      <dgm:prSet/>
      <dgm:spPr/>
      <dgm:t>
        <a:bodyPr/>
        <a:lstStyle/>
        <a:p>
          <a:endParaRPr lang="en-US"/>
        </a:p>
      </dgm:t>
    </dgm:pt>
    <dgm:pt modelId="{8A0E020B-94A1-4BD1-8014-507572921330}" type="sibTrans" cxnId="{75514E73-CC74-4674-99EF-04F958588CA9}">
      <dgm:prSet/>
      <dgm:spPr/>
      <dgm:t>
        <a:bodyPr/>
        <a:lstStyle/>
        <a:p>
          <a:endParaRPr lang="en-US"/>
        </a:p>
      </dgm:t>
    </dgm:pt>
    <dgm:pt modelId="{0A29848C-0FE4-45CF-BF58-F142104F52CF}" type="pres">
      <dgm:prSet presAssocID="{68CDB515-419C-4E6A-AF7A-422B143CC794}" presName="Name0" presStyleCnt="0">
        <dgm:presLayoutVars>
          <dgm:dir/>
          <dgm:animLvl val="lvl"/>
          <dgm:resizeHandles val="exact"/>
        </dgm:presLayoutVars>
      </dgm:prSet>
      <dgm:spPr/>
    </dgm:pt>
    <dgm:pt modelId="{0D55AB78-32B6-4369-AB14-65EA71DF866A}" type="pres">
      <dgm:prSet presAssocID="{BF7084CC-9E38-42BC-967E-47BDAF1F21F1}" presName="composite" presStyleCnt="0"/>
      <dgm:spPr/>
    </dgm:pt>
    <dgm:pt modelId="{47C9169D-A9A8-4A32-A125-776AB0162930}" type="pres">
      <dgm:prSet presAssocID="{BF7084CC-9E38-42BC-967E-47BDAF1F21F1}" presName="parTx" presStyleLbl="alignNode1" presStyleIdx="0" presStyleCnt="3">
        <dgm:presLayoutVars>
          <dgm:chMax val="0"/>
          <dgm:chPref val="0"/>
          <dgm:bulletEnabled val="1"/>
        </dgm:presLayoutVars>
      </dgm:prSet>
      <dgm:spPr/>
    </dgm:pt>
    <dgm:pt modelId="{BC2B1763-47AB-448E-B21B-FC14D91F25D4}" type="pres">
      <dgm:prSet presAssocID="{BF7084CC-9E38-42BC-967E-47BDAF1F21F1}" presName="desTx" presStyleLbl="alignAccFollowNode1" presStyleIdx="0" presStyleCnt="3">
        <dgm:presLayoutVars>
          <dgm:bulletEnabled val="1"/>
        </dgm:presLayoutVars>
      </dgm:prSet>
      <dgm:spPr/>
    </dgm:pt>
    <dgm:pt modelId="{702F4171-244B-4D36-9CC6-6EADD5BB9732}" type="pres">
      <dgm:prSet presAssocID="{CEF80E13-0D7F-4630-83B1-D5E17FD9498E}" presName="space" presStyleCnt="0"/>
      <dgm:spPr/>
    </dgm:pt>
    <dgm:pt modelId="{D3872EA8-D4D7-4605-9717-A476B44518B9}" type="pres">
      <dgm:prSet presAssocID="{1A549495-FF4C-48E3-8BD8-51505E5EC6D9}" presName="composite" presStyleCnt="0"/>
      <dgm:spPr/>
    </dgm:pt>
    <dgm:pt modelId="{3AD8513A-B449-41EA-875E-725799799397}" type="pres">
      <dgm:prSet presAssocID="{1A549495-FF4C-48E3-8BD8-51505E5EC6D9}" presName="parTx" presStyleLbl="alignNode1" presStyleIdx="1" presStyleCnt="3">
        <dgm:presLayoutVars>
          <dgm:chMax val="0"/>
          <dgm:chPref val="0"/>
          <dgm:bulletEnabled val="1"/>
        </dgm:presLayoutVars>
      </dgm:prSet>
      <dgm:spPr/>
    </dgm:pt>
    <dgm:pt modelId="{CAA0E9E9-BC00-476B-8374-BBDB2486393F}" type="pres">
      <dgm:prSet presAssocID="{1A549495-FF4C-48E3-8BD8-51505E5EC6D9}" presName="desTx" presStyleLbl="alignAccFollowNode1" presStyleIdx="1" presStyleCnt="3">
        <dgm:presLayoutVars>
          <dgm:bulletEnabled val="1"/>
        </dgm:presLayoutVars>
      </dgm:prSet>
      <dgm:spPr/>
    </dgm:pt>
    <dgm:pt modelId="{C461049D-5C94-486B-A2E9-28A3D03021A9}" type="pres">
      <dgm:prSet presAssocID="{7C1B6404-0280-4405-9CFE-84A3280EDD26}" presName="space" presStyleCnt="0"/>
      <dgm:spPr/>
    </dgm:pt>
    <dgm:pt modelId="{7ABE4264-E19A-4187-A0BF-E2AC3CFBCECA}" type="pres">
      <dgm:prSet presAssocID="{C44D307C-BBE8-48E9-A26E-5ACD64C98DF3}" presName="composite" presStyleCnt="0"/>
      <dgm:spPr/>
    </dgm:pt>
    <dgm:pt modelId="{93081D96-5EF9-4DEF-A35A-4D7DCC9AFCE9}" type="pres">
      <dgm:prSet presAssocID="{C44D307C-BBE8-48E9-A26E-5ACD64C98DF3}" presName="parTx" presStyleLbl="alignNode1" presStyleIdx="2" presStyleCnt="3">
        <dgm:presLayoutVars>
          <dgm:chMax val="0"/>
          <dgm:chPref val="0"/>
          <dgm:bulletEnabled val="1"/>
        </dgm:presLayoutVars>
      </dgm:prSet>
      <dgm:spPr/>
    </dgm:pt>
    <dgm:pt modelId="{8392BA67-4D88-4B5E-AE73-76EFC5D0D648}" type="pres">
      <dgm:prSet presAssocID="{C44D307C-BBE8-48E9-A26E-5ACD64C98DF3}" presName="desTx" presStyleLbl="alignAccFollowNode1" presStyleIdx="2" presStyleCnt="3">
        <dgm:presLayoutVars>
          <dgm:bulletEnabled val="1"/>
        </dgm:presLayoutVars>
      </dgm:prSet>
      <dgm:spPr/>
    </dgm:pt>
  </dgm:ptLst>
  <dgm:cxnLst>
    <dgm:cxn modelId="{AB62380F-1C3B-49B5-800E-A32609903DB1}" srcId="{BF7084CC-9E38-42BC-967E-47BDAF1F21F1}" destId="{59FC292B-DE2F-4C5E-B404-0894AECEFCB9}" srcOrd="0" destOrd="0" parTransId="{C2D58DF1-B08F-4050-B521-92AE9F144F11}" sibTransId="{6F980F98-424F-4DBB-B733-B5D715588B41}"/>
    <dgm:cxn modelId="{79BF7D1E-E3A2-4B05-9C07-A2A77AF55CFF}" type="presOf" srcId="{EF838E32-1601-43DC-8E63-DA382C601ECB}" destId="{BC2B1763-47AB-448E-B21B-FC14D91F25D4}" srcOrd="0" destOrd="1" presId="urn:microsoft.com/office/officeart/2005/8/layout/hList1"/>
    <dgm:cxn modelId="{AB37722E-7BD4-4740-9200-516760FB5F57}" type="presOf" srcId="{68CDB515-419C-4E6A-AF7A-422B143CC794}" destId="{0A29848C-0FE4-45CF-BF58-F142104F52CF}" srcOrd="0" destOrd="0" presId="urn:microsoft.com/office/officeart/2005/8/layout/hList1"/>
    <dgm:cxn modelId="{A78D9C3B-4AC5-4518-A925-5D7E794DAFBE}" srcId="{1A549495-FF4C-48E3-8BD8-51505E5EC6D9}" destId="{36D07602-DBE8-44EF-8EC3-37070EF1303D}" srcOrd="0" destOrd="0" parTransId="{8BF3C7B6-8ADA-4A69-81C8-C24382E9E8E2}" sibTransId="{DAA54A3A-CA5C-4110-8C6B-6DC3206807BE}"/>
    <dgm:cxn modelId="{AD171F5B-077D-40B5-B8AF-8A8A57AF47C3}" srcId="{BF7084CC-9E38-42BC-967E-47BDAF1F21F1}" destId="{EF838E32-1601-43DC-8E63-DA382C601ECB}" srcOrd="1" destOrd="0" parTransId="{129A530B-C128-40A8-89FD-7023CB62D8CC}" sibTransId="{55D8F83E-0ACC-4ED9-B169-28B773BBBC48}"/>
    <dgm:cxn modelId="{B11F575D-789E-4DB3-B662-CD30E40E3789}" type="presOf" srcId="{861CF689-67A6-4D76-B5C0-C5E1EDBADD12}" destId="{8392BA67-4D88-4B5E-AE73-76EFC5D0D648}" srcOrd="0" destOrd="0" presId="urn:microsoft.com/office/officeart/2005/8/layout/hList1"/>
    <dgm:cxn modelId="{D191CE5D-D3C5-48AA-A4FA-DDAC2A8312E0}" type="presOf" srcId="{1A549495-FF4C-48E3-8BD8-51505E5EC6D9}" destId="{3AD8513A-B449-41EA-875E-725799799397}" srcOrd="0" destOrd="0" presId="urn:microsoft.com/office/officeart/2005/8/layout/hList1"/>
    <dgm:cxn modelId="{D8C7275E-50E9-488E-B1B2-918B1BDFD099}" srcId="{C44D307C-BBE8-48E9-A26E-5ACD64C98DF3}" destId="{861CF689-67A6-4D76-B5C0-C5E1EDBADD12}" srcOrd="0" destOrd="0" parTransId="{84FD8B1A-2219-46B7-89AD-E655135BFA3B}" sibTransId="{7E45287B-80A2-4786-BF4D-7B4C84B49723}"/>
    <dgm:cxn modelId="{566EA95F-F811-4091-BF66-32543EBCC87F}" type="presOf" srcId="{C44D307C-BBE8-48E9-A26E-5ACD64C98DF3}" destId="{93081D96-5EF9-4DEF-A35A-4D7DCC9AFCE9}" srcOrd="0" destOrd="0" presId="urn:microsoft.com/office/officeart/2005/8/layout/hList1"/>
    <dgm:cxn modelId="{7144F270-8937-423E-B852-1F35D359D2DA}" srcId="{68CDB515-419C-4E6A-AF7A-422B143CC794}" destId="{BF7084CC-9E38-42BC-967E-47BDAF1F21F1}" srcOrd="0" destOrd="0" parTransId="{A2A9D50D-E96B-4B04-8134-83E5F69152C2}" sibTransId="{CEF80E13-0D7F-4630-83B1-D5E17FD9498E}"/>
    <dgm:cxn modelId="{8B6A9F51-1DF5-48CF-AAE5-3C8395CD2957}" type="presOf" srcId="{59FC292B-DE2F-4C5E-B404-0894AECEFCB9}" destId="{BC2B1763-47AB-448E-B21B-FC14D91F25D4}" srcOrd="0" destOrd="0" presId="urn:microsoft.com/office/officeart/2005/8/layout/hList1"/>
    <dgm:cxn modelId="{75514E73-CC74-4674-99EF-04F958588CA9}" srcId="{C44D307C-BBE8-48E9-A26E-5ACD64C98DF3}" destId="{A3A8DFB3-384E-41D6-B56E-3AB4E5571C05}" srcOrd="1" destOrd="0" parTransId="{783790AA-A359-4561-8D17-AB44AB374E47}" sibTransId="{8A0E020B-94A1-4BD1-8014-507572921330}"/>
    <dgm:cxn modelId="{E59C0457-D7E5-4D85-9956-FE4D869E2735}" srcId="{68CDB515-419C-4E6A-AF7A-422B143CC794}" destId="{C44D307C-BBE8-48E9-A26E-5ACD64C98DF3}" srcOrd="2" destOrd="0" parTransId="{8A53EB77-E6DE-4111-B5D8-E24DD9A8DE68}" sibTransId="{100FC4CB-5799-404A-B22A-C991E3928DBA}"/>
    <dgm:cxn modelId="{BE899879-3DBC-41D8-803A-C76E3328FED7}" srcId="{C44D307C-BBE8-48E9-A26E-5ACD64C98DF3}" destId="{C68C6300-52DD-4B4A-AC52-54659F497E09}" srcOrd="2" destOrd="0" parTransId="{E85C0523-9869-48B9-AC43-62DD5AE1D0C8}" sibTransId="{045FF0B0-DCF0-4483-9D45-CF793027593C}"/>
    <dgm:cxn modelId="{6CB7988D-C035-485A-BB94-5240552E2119}" type="presOf" srcId="{C68C6300-52DD-4B4A-AC52-54659F497E09}" destId="{8392BA67-4D88-4B5E-AE73-76EFC5D0D648}" srcOrd="0" destOrd="2" presId="urn:microsoft.com/office/officeart/2005/8/layout/hList1"/>
    <dgm:cxn modelId="{23EA5B9C-F405-4A53-8608-1B6D8911520C}" type="presOf" srcId="{A3A8DFB3-384E-41D6-B56E-3AB4E5571C05}" destId="{8392BA67-4D88-4B5E-AE73-76EFC5D0D648}" srcOrd="0" destOrd="1" presId="urn:microsoft.com/office/officeart/2005/8/layout/hList1"/>
    <dgm:cxn modelId="{0F8204A4-BD1A-4E4B-B1D6-27A3A379D1D9}" type="presOf" srcId="{BF7084CC-9E38-42BC-967E-47BDAF1F21F1}" destId="{47C9169D-A9A8-4A32-A125-776AB0162930}" srcOrd="0" destOrd="0" presId="urn:microsoft.com/office/officeart/2005/8/layout/hList1"/>
    <dgm:cxn modelId="{71E9C0BC-07BC-45E8-94B1-6A58B67DEB64}" srcId="{68CDB515-419C-4E6A-AF7A-422B143CC794}" destId="{1A549495-FF4C-48E3-8BD8-51505E5EC6D9}" srcOrd="1" destOrd="0" parTransId="{7B54B963-DD9D-4D9A-9489-018EADFD61DC}" sibTransId="{7C1B6404-0280-4405-9CFE-84A3280EDD26}"/>
    <dgm:cxn modelId="{DFC71CED-76D4-41AC-8AEB-D80E2899BF5A}" type="presOf" srcId="{36D07602-DBE8-44EF-8EC3-37070EF1303D}" destId="{CAA0E9E9-BC00-476B-8374-BBDB2486393F}" srcOrd="0" destOrd="0" presId="urn:microsoft.com/office/officeart/2005/8/layout/hList1"/>
    <dgm:cxn modelId="{D8C4471D-83E6-4B97-A6EC-465050079F35}" type="presParOf" srcId="{0A29848C-0FE4-45CF-BF58-F142104F52CF}" destId="{0D55AB78-32B6-4369-AB14-65EA71DF866A}" srcOrd="0" destOrd="0" presId="urn:microsoft.com/office/officeart/2005/8/layout/hList1"/>
    <dgm:cxn modelId="{1A920323-4738-4EF4-8166-8FBF0AA1253E}" type="presParOf" srcId="{0D55AB78-32B6-4369-AB14-65EA71DF866A}" destId="{47C9169D-A9A8-4A32-A125-776AB0162930}" srcOrd="0" destOrd="0" presId="urn:microsoft.com/office/officeart/2005/8/layout/hList1"/>
    <dgm:cxn modelId="{D194C549-4419-4A8B-8EF6-8A1D1D0EE94E}" type="presParOf" srcId="{0D55AB78-32B6-4369-AB14-65EA71DF866A}" destId="{BC2B1763-47AB-448E-B21B-FC14D91F25D4}" srcOrd="1" destOrd="0" presId="urn:microsoft.com/office/officeart/2005/8/layout/hList1"/>
    <dgm:cxn modelId="{FD5EE9D5-30D0-4BE1-80EF-9CD186E62D0A}" type="presParOf" srcId="{0A29848C-0FE4-45CF-BF58-F142104F52CF}" destId="{702F4171-244B-4D36-9CC6-6EADD5BB9732}" srcOrd="1" destOrd="0" presId="urn:microsoft.com/office/officeart/2005/8/layout/hList1"/>
    <dgm:cxn modelId="{7D259D0A-DACC-4724-ADB4-7A6B6F242AC4}" type="presParOf" srcId="{0A29848C-0FE4-45CF-BF58-F142104F52CF}" destId="{D3872EA8-D4D7-4605-9717-A476B44518B9}" srcOrd="2" destOrd="0" presId="urn:microsoft.com/office/officeart/2005/8/layout/hList1"/>
    <dgm:cxn modelId="{EA882621-436E-49EB-ABF1-061DDD17987A}" type="presParOf" srcId="{D3872EA8-D4D7-4605-9717-A476B44518B9}" destId="{3AD8513A-B449-41EA-875E-725799799397}" srcOrd="0" destOrd="0" presId="urn:microsoft.com/office/officeart/2005/8/layout/hList1"/>
    <dgm:cxn modelId="{2CA111ED-37DE-4DF6-92D0-74586D759434}" type="presParOf" srcId="{D3872EA8-D4D7-4605-9717-A476B44518B9}" destId="{CAA0E9E9-BC00-476B-8374-BBDB2486393F}" srcOrd="1" destOrd="0" presId="urn:microsoft.com/office/officeart/2005/8/layout/hList1"/>
    <dgm:cxn modelId="{7AB011C8-FA0D-4402-8970-89381ECB4FEF}" type="presParOf" srcId="{0A29848C-0FE4-45CF-BF58-F142104F52CF}" destId="{C461049D-5C94-486B-A2E9-28A3D03021A9}" srcOrd="3" destOrd="0" presId="urn:microsoft.com/office/officeart/2005/8/layout/hList1"/>
    <dgm:cxn modelId="{42BFB7E3-D118-44CD-A65A-0FA84C3821A6}" type="presParOf" srcId="{0A29848C-0FE4-45CF-BF58-F142104F52CF}" destId="{7ABE4264-E19A-4187-A0BF-E2AC3CFBCECA}" srcOrd="4" destOrd="0" presId="urn:microsoft.com/office/officeart/2005/8/layout/hList1"/>
    <dgm:cxn modelId="{1B248681-BB12-4BA2-8816-F05319E0FFBF}" type="presParOf" srcId="{7ABE4264-E19A-4187-A0BF-E2AC3CFBCECA}" destId="{93081D96-5EF9-4DEF-A35A-4D7DCC9AFCE9}" srcOrd="0" destOrd="0" presId="urn:microsoft.com/office/officeart/2005/8/layout/hList1"/>
    <dgm:cxn modelId="{A25BD90F-A224-456C-810C-E63285975375}" type="presParOf" srcId="{7ABE4264-E19A-4187-A0BF-E2AC3CFBCECA}" destId="{8392BA67-4D88-4B5E-AE73-76EFC5D0D648}"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D716D0-DF92-4315-9EF0-8D5A66BB5F91}">
      <dsp:nvSpPr>
        <dsp:cNvPr id="0" name=""/>
        <dsp:cNvSpPr/>
      </dsp:nvSpPr>
      <dsp:spPr>
        <a:xfrm>
          <a:off x="3827" y="439417"/>
          <a:ext cx="2072435" cy="124346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Font typeface="Arial" panose="020B0604020202020204" pitchFamily="34" charset="0"/>
            <a:buNone/>
          </a:pPr>
          <a:r>
            <a:rPr lang="en-US" sz="2500" kern="1200" dirty="0"/>
            <a:t>Texture</a:t>
          </a:r>
        </a:p>
      </dsp:txBody>
      <dsp:txXfrm>
        <a:off x="3827" y="439417"/>
        <a:ext cx="2072435" cy="1243461"/>
      </dsp:txXfrm>
    </dsp:sp>
    <dsp:sp modelId="{923CF40A-C435-4433-80CF-8BE881A35090}">
      <dsp:nvSpPr>
        <dsp:cNvPr id="0" name=""/>
        <dsp:cNvSpPr/>
      </dsp:nvSpPr>
      <dsp:spPr>
        <a:xfrm>
          <a:off x="2283506" y="439417"/>
          <a:ext cx="2072435" cy="124346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Texture2D</a:t>
          </a:r>
        </a:p>
      </dsp:txBody>
      <dsp:txXfrm>
        <a:off x="2283506" y="439417"/>
        <a:ext cx="2072435" cy="1243461"/>
      </dsp:txXfrm>
    </dsp:sp>
    <dsp:sp modelId="{708DEA83-DB0D-4DF3-A2A8-920033793A54}">
      <dsp:nvSpPr>
        <dsp:cNvPr id="0" name=""/>
        <dsp:cNvSpPr/>
      </dsp:nvSpPr>
      <dsp:spPr>
        <a:xfrm>
          <a:off x="4563186" y="439417"/>
          <a:ext cx="2072435" cy="1243461"/>
        </a:xfrm>
        <a:prstGeom prst="rect">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Shader</a:t>
          </a:r>
        </a:p>
      </dsp:txBody>
      <dsp:txXfrm>
        <a:off x="4563186" y="439417"/>
        <a:ext cx="2072435" cy="1243461"/>
      </dsp:txXfrm>
    </dsp:sp>
    <dsp:sp modelId="{1266B6B9-EC54-4DA6-81BD-BF3A78E72B89}">
      <dsp:nvSpPr>
        <dsp:cNvPr id="0" name=""/>
        <dsp:cNvSpPr/>
      </dsp:nvSpPr>
      <dsp:spPr>
        <a:xfrm>
          <a:off x="6842865" y="439417"/>
          <a:ext cx="2072435" cy="1243461"/>
        </a:xfrm>
        <a:prstGeom prst="rect">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ShadingModel</a:t>
          </a:r>
        </a:p>
      </dsp:txBody>
      <dsp:txXfrm>
        <a:off x="6842865" y="439417"/>
        <a:ext cx="2072435" cy="1243461"/>
      </dsp:txXfrm>
    </dsp:sp>
    <dsp:sp modelId="{130DA566-9496-4EF6-BA82-6B4DE3790208}">
      <dsp:nvSpPr>
        <dsp:cNvPr id="0" name=""/>
        <dsp:cNvSpPr/>
      </dsp:nvSpPr>
      <dsp:spPr>
        <a:xfrm>
          <a:off x="9122544" y="439417"/>
          <a:ext cx="2072435" cy="1243461"/>
        </a:xfrm>
        <a:prstGeom prst="rect">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Material</a:t>
          </a:r>
        </a:p>
      </dsp:txBody>
      <dsp:txXfrm>
        <a:off x="9122544" y="439417"/>
        <a:ext cx="2072435" cy="1243461"/>
      </dsp:txXfrm>
    </dsp:sp>
    <dsp:sp modelId="{8FAE18D3-B19F-4A3C-A432-6681B02B4FFF}">
      <dsp:nvSpPr>
        <dsp:cNvPr id="0" name=""/>
        <dsp:cNvSpPr/>
      </dsp:nvSpPr>
      <dsp:spPr>
        <a:xfrm>
          <a:off x="3827" y="1890122"/>
          <a:ext cx="2072435" cy="1243461"/>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Mesh</a:t>
          </a:r>
        </a:p>
      </dsp:txBody>
      <dsp:txXfrm>
        <a:off x="3827" y="1890122"/>
        <a:ext cx="2072435" cy="1243461"/>
      </dsp:txXfrm>
    </dsp:sp>
    <dsp:sp modelId="{F7B381B3-4374-41CD-A896-404AB4283230}">
      <dsp:nvSpPr>
        <dsp:cNvPr id="0" name=""/>
        <dsp:cNvSpPr/>
      </dsp:nvSpPr>
      <dsp:spPr>
        <a:xfrm>
          <a:off x="2283506" y="1890122"/>
          <a:ext cx="2072435" cy="1243461"/>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RenderMesh</a:t>
          </a:r>
        </a:p>
      </dsp:txBody>
      <dsp:txXfrm>
        <a:off x="2283506" y="1890122"/>
        <a:ext cx="2072435" cy="1243461"/>
      </dsp:txXfrm>
    </dsp:sp>
    <dsp:sp modelId="{EF923768-72E6-43F0-9520-5A73BA718FA6}">
      <dsp:nvSpPr>
        <dsp:cNvPr id="0" name=""/>
        <dsp:cNvSpPr/>
      </dsp:nvSpPr>
      <dsp:spPr>
        <a:xfrm>
          <a:off x="4563186" y="1890122"/>
          <a:ext cx="2072435" cy="1243461"/>
        </a:xfrm>
        <a:prstGeom prst="rect">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Model</a:t>
          </a:r>
        </a:p>
      </dsp:txBody>
      <dsp:txXfrm>
        <a:off x="4563186" y="1890122"/>
        <a:ext cx="2072435" cy="1243461"/>
      </dsp:txXfrm>
    </dsp:sp>
    <dsp:sp modelId="{3C1C7C3E-2645-4EBE-9A99-79815706141B}">
      <dsp:nvSpPr>
        <dsp:cNvPr id="0" name=""/>
        <dsp:cNvSpPr/>
      </dsp:nvSpPr>
      <dsp:spPr>
        <a:xfrm>
          <a:off x="6842865" y="1890122"/>
          <a:ext cx="2072435" cy="1243461"/>
        </a:xfrm>
        <a:prstGeom prst="rect">
          <a:avLst/>
        </a:prstGeom>
        <a:solidFill>
          <a:schemeClr val="accent4"/>
        </a:solidFill>
        <a:ln w="19050" cap="flat" cmpd="sng" algn="ctr">
          <a:solidFill>
            <a:schemeClr val="lt1"/>
          </a:solidFill>
          <a:prstDash val="solid"/>
          <a:miter lim="800000"/>
        </a:ln>
        <a:effectLst/>
      </dsp:spPr>
      <dsp:style>
        <a:lnRef idx="3">
          <a:schemeClr val="lt1"/>
        </a:lnRef>
        <a:fillRef idx="1">
          <a:schemeClr val="accent4"/>
        </a:fillRef>
        <a:effectRef idx="1">
          <a:schemeClr val="accent4"/>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Skeleton</a:t>
          </a:r>
        </a:p>
      </dsp:txBody>
      <dsp:txXfrm>
        <a:off x="6842865" y="1890122"/>
        <a:ext cx="2072435" cy="1243461"/>
      </dsp:txXfrm>
    </dsp:sp>
    <dsp:sp modelId="{7E1633A9-F56E-4A67-AFBA-C3220F330E07}">
      <dsp:nvSpPr>
        <dsp:cNvPr id="0" name=""/>
        <dsp:cNvSpPr/>
      </dsp:nvSpPr>
      <dsp:spPr>
        <a:xfrm>
          <a:off x="9122544" y="1890122"/>
          <a:ext cx="2072435" cy="1243461"/>
        </a:xfrm>
        <a:prstGeom prst="rect">
          <a:avLst/>
        </a:prstGeom>
        <a:solidFill>
          <a:schemeClr val="accent4"/>
        </a:solidFill>
        <a:ln w="19050" cap="flat" cmpd="sng" algn="ctr">
          <a:solidFill>
            <a:schemeClr val="lt1"/>
          </a:solidFill>
          <a:prstDash val="solid"/>
          <a:miter lim="800000"/>
        </a:ln>
        <a:effectLst/>
      </dsp:spPr>
      <dsp:style>
        <a:lnRef idx="3">
          <a:schemeClr val="lt1"/>
        </a:lnRef>
        <a:fillRef idx="1">
          <a:schemeClr val="accent4"/>
        </a:fillRef>
        <a:effectRef idx="1">
          <a:schemeClr val="accent4"/>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SkinnedModel</a:t>
          </a:r>
        </a:p>
      </dsp:txBody>
      <dsp:txXfrm>
        <a:off x="9122544" y="1890122"/>
        <a:ext cx="2072435" cy="1243461"/>
      </dsp:txXfrm>
    </dsp:sp>
    <dsp:sp modelId="{0BCE54C5-0565-42B5-8FE3-9FE1E386C061}">
      <dsp:nvSpPr>
        <dsp:cNvPr id="0" name=""/>
        <dsp:cNvSpPr/>
      </dsp:nvSpPr>
      <dsp:spPr>
        <a:xfrm>
          <a:off x="1143667" y="3340827"/>
          <a:ext cx="2072435" cy="1243461"/>
        </a:xfrm>
        <a:prstGeom prst="rect">
          <a:avLst/>
        </a:prstGeom>
        <a:solidFill>
          <a:schemeClr val="accent4"/>
        </a:solidFill>
        <a:ln w="19050" cap="flat" cmpd="sng" algn="ctr">
          <a:solidFill>
            <a:schemeClr val="lt1"/>
          </a:solidFill>
          <a:prstDash val="solid"/>
          <a:miter lim="800000"/>
        </a:ln>
        <a:effectLst/>
      </dsp:spPr>
      <dsp:style>
        <a:lnRef idx="3">
          <a:schemeClr val="lt1"/>
        </a:lnRef>
        <a:fillRef idx="1">
          <a:schemeClr val="accent4"/>
        </a:fillRef>
        <a:effectRef idx="1">
          <a:schemeClr val="accent4"/>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Animation</a:t>
          </a:r>
        </a:p>
      </dsp:txBody>
      <dsp:txXfrm>
        <a:off x="1143667" y="3340827"/>
        <a:ext cx="2072435" cy="1243461"/>
      </dsp:txXfrm>
    </dsp:sp>
    <dsp:sp modelId="{E78ED760-4319-4B49-864A-128C9B51A013}">
      <dsp:nvSpPr>
        <dsp:cNvPr id="0" name=""/>
        <dsp:cNvSpPr/>
      </dsp:nvSpPr>
      <dsp:spPr>
        <a:xfrm>
          <a:off x="3423346" y="3340827"/>
          <a:ext cx="2072435" cy="1243461"/>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Scene</a:t>
          </a:r>
        </a:p>
      </dsp:txBody>
      <dsp:txXfrm>
        <a:off x="3423346" y="3340827"/>
        <a:ext cx="2072435" cy="1243461"/>
      </dsp:txXfrm>
    </dsp:sp>
    <dsp:sp modelId="{0B960553-4F0F-47B9-926A-3D5AF7D1C987}">
      <dsp:nvSpPr>
        <dsp:cNvPr id="0" name=""/>
        <dsp:cNvSpPr/>
      </dsp:nvSpPr>
      <dsp:spPr>
        <a:xfrm>
          <a:off x="5703025" y="3340827"/>
          <a:ext cx="2072435" cy="1243461"/>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Prefab</a:t>
          </a:r>
        </a:p>
      </dsp:txBody>
      <dsp:txXfrm>
        <a:off x="5703025" y="3340827"/>
        <a:ext cx="2072435" cy="1243461"/>
      </dsp:txXfrm>
    </dsp:sp>
    <dsp:sp modelId="{FAB87702-AEFB-4C9A-9EC0-6E87360639EA}">
      <dsp:nvSpPr>
        <dsp:cNvPr id="0" name=""/>
        <dsp:cNvSpPr/>
      </dsp:nvSpPr>
      <dsp:spPr>
        <a:xfrm>
          <a:off x="7982705" y="3340827"/>
          <a:ext cx="2072435" cy="1243461"/>
        </a:xfrm>
        <a:prstGeom prst="rect">
          <a:avLst/>
        </a:prstGeom>
        <a:solidFill>
          <a:schemeClr val="accent2"/>
        </a:solidFill>
        <a:ln w="19050" cap="flat" cmpd="sng" algn="ctr">
          <a:solidFill>
            <a:schemeClr val="lt1"/>
          </a:solidFill>
          <a:prstDash val="solid"/>
          <a:miter lim="800000"/>
        </a:ln>
        <a:effectLst/>
      </dsp:spPr>
      <dsp:style>
        <a:lnRef idx="3">
          <a:schemeClr val="lt1"/>
        </a:lnRef>
        <a:fillRef idx="1">
          <a:schemeClr val="accent2"/>
        </a:fillRef>
        <a:effectRef idx="1">
          <a:schemeClr val="accent2"/>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Audio</a:t>
          </a:r>
        </a:p>
      </dsp:txBody>
      <dsp:txXfrm>
        <a:off x="7982705" y="3340827"/>
        <a:ext cx="2072435" cy="12434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F7A185-5624-45A8-89B6-2DD3BEF2A364}">
      <dsp:nvSpPr>
        <dsp:cNvPr id="0" name=""/>
        <dsp:cNvSpPr/>
      </dsp:nvSpPr>
      <dsp:spPr>
        <a:xfrm>
          <a:off x="4282" y="128873"/>
          <a:ext cx="2575156"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Project Asset</a:t>
          </a:r>
        </a:p>
      </dsp:txBody>
      <dsp:txXfrm>
        <a:off x="4282" y="128873"/>
        <a:ext cx="2575156" cy="518400"/>
      </dsp:txXfrm>
    </dsp:sp>
    <dsp:sp modelId="{3116BB5E-4752-4A55-AB69-BB802C942660}">
      <dsp:nvSpPr>
        <dsp:cNvPr id="0" name=""/>
        <dsp:cNvSpPr/>
      </dsp:nvSpPr>
      <dsp:spPr>
        <a:xfrm>
          <a:off x="4282" y="647273"/>
          <a:ext cx="2575156" cy="453954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Assets that the game developer operates on.</a:t>
          </a:r>
        </a:p>
        <a:p>
          <a:pPr marL="171450" lvl="1" indent="-171450" algn="l" defTabSz="800100">
            <a:lnSpc>
              <a:spcPct val="90000"/>
            </a:lnSpc>
            <a:spcBef>
              <a:spcPct val="0"/>
            </a:spcBef>
            <a:spcAft>
              <a:spcPct val="15000"/>
            </a:spcAft>
            <a:buChar char="•"/>
          </a:pPr>
          <a:r>
            <a:rPr lang="en-US" sz="1800" kern="1200" dirty="0"/>
            <a:t>Components:</a:t>
          </a:r>
        </a:p>
        <a:p>
          <a:pPr marL="342900" lvl="2" indent="-171450" algn="l" defTabSz="800100">
            <a:lnSpc>
              <a:spcPct val="90000"/>
            </a:lnSpc>
            <a:spcBef>
              <a:spcPct val="0"/>
            </a:spcBef>
            <a:spcAft>
              <a:spcPct val="15000"/>
            </a:spcAft>
            <a:buChar char="•"/>
          </a:pPr>
          <a:r>
            <a:rPr lang="en-US" sz="1800" kern="1200" dirty="0" err="1"/>
            <a:t>ACAssetType</a:t>
          </a:r>
          <a:endParaRPr lang="en-US" sz="1800" kern="1200" dirty="0"/>
        </a:p>
        <a:p>
          <a:pPr marL="342900" lvl="2" indent="-171450" algn="l" defTabSz="800100">
            <a:lnSpc>
              <a:spcPct val="90000"/>
            </a:lnSpc>
            <a:spcBef>
              <a:spcPct val="0"/>
            </a:spcBef>
            <a:spcAft>
              <a:spcPct val="15000"/>
            </a:spcAft>
            <a:buChar char="•"/>
          </a:pPr>
          <a:r>
            <a:rPr lang="en-US" sz="1800" kern="1200" dirty="0"/>
            <a:t>ACUUID</a:t>
          </a:r>
        </a:p>
        <a:p>
          <a:pPr marL="342900" lvl="2" indent="-171450" algn="l" defTabSz="800100">
            <a:lnSpc>
              <a:spcPct val="90000"/>
            </a:lnSpc>
            <a:spcBef>
              <a:spcPct val="0"/>
            </a:spcBef>
            <a:spcAft>
              <a:spcPct val="15000"/>
            </a:spcAft>
            <a:buChar char="•"/>
          </a:pPr>
          <a:r>
            <a:rPr lang="en-US" sz="1800" kern="1200" dirty="0" err="1"/>
            <a:t>ACFilepath</a:t>
          </a:r>
          <a:endParaRPr lang="en-US" sz="1800" kern="1200" dirty="0"/>
        </a:p>
        <a:p>
          <a:pPr marL="342900" lvl="2" indent="-171450" algn="l" defTabSz="800100">
            <a:lnSpc>
              <a:spcPct val="90000"/>
            </a:lnSpc>
            <a:spcBef>
              <a:spcPct val="0"/>
            </a:spcBef>
            <a:spcAft>
              <a:spcPct val="15000"/>
            </a:spcAft>
            <a:buChar char="•"/>
          </a:pPr>
          <a:r>
            <a:rPr lang="en-US" sz="1800" kern="1200" dirty="0" err="1"/>
            <a:t>ACSourceFilepath</a:t>
          </a:r>
          <a:br>
            <a:rPr lang="pl-PL" sz="1800" kern="1200" dirty="0"/>
          </a:br>
          <a:r>
            <a:rPr lang="pl-PL" sz="1800" kern="1200" dirty="0"/>
            <a:t>(</a:t>
          </a:r>
          <a:r>
            <a:rPr lang="pl-PL" sz="1800" kern="1200" dirty="0" err="1"/>
            <a:t>if</a:t>
          </a:r>
          <a:r>
            <a:rPr lang="pl-PL" sz="1800" kern="1200" dirty="0"/>
            <a:t> </a:t>
          </a:r>
          <a:r>
            <a:rPr lang="pl-PL" sz="1800" kern="1200" dirty="0" err="1"/>
            <a:t>needed</a:t>
          </a:r>
          <a:r>
            <a:rPr lang="pl-PL" sz="1800" kern="1200" dirty="0"/>
            <a:t>)</a:t>
          </a:r>
          <a:endParaRPr lang="en-US" sz="1800" kern="1200" dirty="0"/>
        </a:p>
        <a:p>
          <a:pPr marL="342900" lvl="2" indent="-171450" algn="l" defTabSz="800100">
            <a:lnSpc>
              <a:spcPct val="90000"/>
            </a:lnSpc>
            <a:spcBef>
              <a:spcPct val="0"/>
            </a:spcBef>
            <a:spcAft>
              <a:spcPct val="15000"/>
            </a:spcAft>
            <a:buChar char="•"/>
          </a:pPr>
          <a:r>
            <a:rPr lang="en-US" sz="1800" kern="1200" dirty="0" err="1"/>
            <a:t>ACRefsCounters</a:t>
          </a:r>
          <a:endParaRPr lang="en-US" sz="1800" kern="1200" dirty="0"/>
        </a:p>
        <a:p>
          <a:pPr marL="342900" lvl="2" indent="-171450" algn="l" defTabSz="800100">
            <a:lnSpc>
              <a:spcPct val="90000"/>
            </a:lnSpc>
            <a:spcBef>
              <a:spcPct val="0"/>
            </a:spcBef>
            <a:spcAft>
              <a:spcPct val="15000"/>
            </a:spcAft>
            <a:buChar char="•"/>
          </a:pPr>
          <a:r>
            <a:rPr lang="en-US" sz="1800" kern="1200" dirty="0" err="1"/>
            <a:t>CoreComponent</a:t>
          </a:r>
          <a:br>
            <a:rPr lang="en-US" sz="1800" kern="1200" dirty="0"/>
          </a:br>
          <a:r>
            <a:rPr lang="en-US" sz="1800" kern="1200" dirty="0"/>
            <a:t>(asset’s meta data and </a:t>
          </a:r>
          <a:r>
            <a:rPr lang="en-US" sz="1800" kern="1200" dirty="0" err="1"/>
            <a:t>ptrs</a:t>
          </a:r>
          <a:r>
            <a:rPr lang="en-US" sz="1800" kern="1200" dirty="0"/>
            <a:t> to data)</a:t>
          </a:r>
        </a:p>
        <a:p>
          <a:pPr marL="342900" lvl="2" indent="-171450" algn="l" defTabSz="800100">
            <a:lnSpc>
              <a:spcPct val="90000"/>
            </a:lnSpc>
            <a:spcBef>
              <a:spcPct val="0"/>
            </a:spcBef>
            <a:spcAft>
              <a:spcPct val="15000"/>
            </a:spcAft>
            <a:buChar char="•"/>
          </a:pPr>
          <a:r>
            <a:rPr lang="en-US" sz="1800" kern="1200" dirty="0"/>
            <a:t>other, asset type specific components</a:t>
          </a:r>
        </a:p>
      </dsp:txBody>
      <dsp:txXfrm>
        <a:off x="4282" y="647273"/>
        <a:ext cx="2575156" cy="4539543"/>
      </dsp:txXfrm>
    </dsp:sp>
    <dsp:sp modelId="{E09129F2-95E6-4C8B-BC91-BBC3BDA85498}">
      <dsp:nvSpPr>
        <dsp:cNvPr id="0" name=""/>
        <dsp:cNvSpPr/>
      </dsp:nvSpPr>
      <dsp:spPr>
        <a:xfrm>
          <a:off x="2939961" y="128873"/>
          <a:ext cx="2575156"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Unit Asset</a:t>
          </a:r>
        </a:p>
      </dsp:txBody>
      <dsp:txXfrm>
        <a:off x="2939961" y="128873"/>
        <a:ext cx="2575156" cy="518400"/>
      </dsp:txXfrm>
    </dsp:sp>
    <dsp:sp modelId="{6418F341-AB79-40AC-B83F-0228C41F0524}">
      <dsp:nvSpPr>
        <dsp:cNvPr id="0" name=""/>
        <dsp:cNvSpPr/>
      </dsp:nvSpPr>
      <dsp:spPr>
        <a:xfrm>
          <a:off x="2939961" y="647273"/>
          <a:ext cx="2575156" cy="453954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Unit Assets are only ever referenced by other asset</a:t>
          </a:r>
          <a:r>
            <a:rPr lang="en-US" sz="1800" kern="1200" noProof="0" dirty="0"/>
            <a:t>s. They are conceptually parts of Project Assets and they get imported and loaded together. They are fully</a:t>
          </a:r>
          <a:r>
            <a:rPr lang="en-US" sz="1800" kern="1200" dirty="0"/>
            <a:t> hidden from the user.</a:t>
          </a:r>
          <a:endParaRPr lang="en-US" sz="1800" kern="1200" noProof="0" dirty="0"/>
        </a:p>
        <a:p>
          <a:pPr marL="171450" lvl="1" indent="-171450" algn="l" defTabSz="800100">
            <a:lnSpc>
              <a:spcPct val="90000"/>
            </a:lnSpc>
            <a:spcBef>
              <a:spcPct val="0"/>
            </a:spcBef>
            <a:spcAft>
              <a:spcPct val="15000"/>
            </a:spcAft>
            <a:buChar char="•"/>
          </a:pPr>
          <a:r>
            <a:rPr lang="en-US" sz="1800" kern="1200" dirty="0"/>
            <a:t>Components:</a:t>
          </a:r>
        </a:p>
        <a:p>
          <a:pPr marL="342900" lvl="2" indent="-171450" algn="l" defTabSz="800100">
            <a:lnSpc>
              <a:spcPct val="90000"/>
            </a:lnSpc>
            <a:spcBef>
              <a:spcPct val="0"/>
            </a:spcBef>
            <a:spcAft>
              <a:spcPct val="15000"/>
            </a:spcAft>
            <a:buChar char="•"/>
          </a:pPr>
          <a:r>
            <a:rPr lang="en-US" sz="1800" kern="1200" dirty="0" err="1"/>
            <a:t>ACAssetType</a:t>
          </a:r>
          <a:endParaRPr lang="en-US" sz="1800" kern="1200" dirty="0"/>
        </a:p>
        <a:p>
          <a:pPr marL="342900" lvl="2" indent="-171450" algn="l" defTabSz="800100">
            <a:lnSpc>
              <a:spcPct val="90000"/>
            </a:lnSpc>
            <a:spcBef>
              <a:spcPct val="0"/>
            </a:spcBef>
            <a:spcAft>
              <a:spcPct val="15000"/>
            </a:spcAft>
            <a:buChar char="•"/>
          </a:pPr>
          <a:r>
            <a:rPr lang="en-US" sz="1800" kern="1200" dirty="0"/>
            <a:t>ACUUID</a:t>
          </a:r>
        </a:p>
        <a:p>
          <a:pPr marL="342900" lvl="2" indent="-171450" algn="l" defTabSz="800100">
            <a:lnSpc>
              <a:spcPct val="90000"/>
            </a:lnSpc>
            <a:spcBef>
              <a:spcPct val="0"/>
            </a:spcBef>
            <a:spcAft>
              <a:spcPct val="15000"/>
            </a:spcAft>
            <a:buChar char="•"/>
          </a:pPr>
          <a:r>
            <a:rPr lang="en-US" sz="1800" kern="1200" dirty="0" err="1"/>
            <a:t>ACProjectAsset</a:t>
          </a:r>
          <a:endParaRPr lang="en-US" sz="1800" kern="1200" dirty="0"/>
        </a:p>
        <a:p>
          <a:pPr marL="342900" lvl="2" indent="-171450" algn="l" defTabSz="800100">
            <a:lnSpc>
              <a:spcPct val="90000"/>
            </a:lnSpc>
            <a:spcBef>
              <a:spcPct val="0"/>
            </a:spcBef>
            <a:spcAft>
              <a:spcPct val="15000"/>
            </a:spcAft>
            <a:buChar char="•"/>
          </a:pPr>
          <a:r>
            <a:rPr lang="en-US" sz="1800" kern="1200" dirty="0" err="1"/>
            <a:t>CoreComponent</a:t>
          </a:r>
          <a:endParaRPr lang="en-US" sz="1800" kern="1200" dirty="0"/>
        </a:p>
        <a:p>
          <a:pPr marL="342900" lvl="2" indent="-171450" algn="l" defTabSz="800100">
            <a:lnSpc>
              <a:spcPct val="90000"/>
            </a:lnSpc>
            <a:spcBef>
              <a:spcPct val="0"/>
            </a:spcBef>
            <a:spcAft>
              <a:spcPct val="15000"/>
            </a:spcAft>
            <a:buChar char="•"/>
          </a:pPr>
          <a:r>
            <a:rPr lang="en-US" sz="1800" kern="1200" dirty="0"/>
            <a:t>other, asset type specific, components</a:t>
          </a:r>
        </a:p>
      </dsp:txBody>
      <dsp:txXfrm>
        <a:off x="2939961" y="647273"/>
        <a:ext cx="2575156" cy="4539543"/>
      </dsp:txXfrm>
    </dsp:sp>
    <dsp:sp modelId="{A97189DC-B62A-4226-BE84-683C8D0EEFD3}">
      <dsp:nvSpPr>
        <dsp:cNvPr id="0" name=""/>
        <dsp:cNvSpPr/>
      </dsp:nvSpPr>
      <dsp:spPr>
        <a:xfrm>
          <a:off x="5875640" y="128873"/>
          <a:ext cx="2575156"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Editor Asset</a:t>
          </a:r>
        </a:p>
      </dsp:txBody>
      <dsp:txXfrm>
        <a:off x="5875640" y="128873"/>
        <a:ext cx="2575156" cy="518400"/>
      </dsp:txXfrm>
    </dsp:sp>
    <dsp:sp modelId="{2B7C4BE8-A646-4433-9446-B88A77065CA4}">
      <dsp:nvSpPr>
        <dsp:cNvPr id="0" name=""/>
        <dsp:cNvSpPr/>
      </dsp:nvSpPr>
      <dsp:spPr>
        <a:xfrm>
          <a:off x="5875640" y="647273"/>
          <a:ext cx="2575156" cy="453954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Assets used by only by editor (e.g. icons).</a:t>
          </a:r>
        </a:p>
        <a:p>
          <a:pPr marL="171450" lvl="1" indent="-171450" algn="l" defTabSz="800100">
            <a:lnSpc>
              <a:spcPct val="90000"/>
            </a:lnSpc>
            <a:spcBef>
              <a:spcPct val="0"/>
            </a:spcBef>
            <a:spcAft>
              <a:spcPct val="15000"/>
            </a:spcAft>
            <a:buChar char="•"/>
          </a:pPr>
          <a:r>
            <a:rPr lang="en-US" sz="1800" kern="1200" dirty="0"/>
            <a:t>Components</a:t>
          </a:r>
        </a:p>
        <a:p>
          <a:pPr marL="342900" lvl="2" indent="-171450" algn="l" defTabSz="800100">
            <a:lnSpc>
              <a:spcPct val="90000"/>
            </a:lnSpc>
            <a:spcBef>
              <a:spcPct val="0"/>
            </a:spcBef>
            <a:spcAft>
              <a:spcPct val="15000"/>
            </a:spcAft>
            <a:buChar char="•"/>
          </a:pPr>
          <a:r>
            <a:rPr lang="en-US" sz="1800" kern="1200" dirty="0" err="1"/>
            <a:t>ACAssetType</a:t>
          </a:r>
          <a:endParaRPr lang="en-US" sz="1800" kern="1200" dirty="0"/>
        </a:p>
        <a:p>
          <a:pPr marL="342900" lvl="2" indent="-171450" algn="l" defTabSz="800100">
            <a:lnSpc>
              <a:spcPct val="90000"/>
            </a:lnSpc>
            <a:spcBef>
              <a:spcPct val="0"/>
            </a:spcBef>
            <a:spcAft>
              <a:spcPct val="15000"/>
            </a:spcAft>
            <a:buChar char="•"/>
          </a:pPr>
          <a:r>
            <a:rPr lang="en-US" sz="1800" kern="1200" dirty="0" err="1"/>
            <a:t>CoreComponent</a:t>
          </a:r>
          <a:endParaRPr lang="en-US" sz="1800" kern="1200" dirty="0"/>
        </a:p>
        <a:p>
          <a:pPr marL="342900" lvl="2" indent="-171450" algn="l" defTabSz="800100">
            <a:lnSpc>
              <a:spcPct val="90000"/>
            </a:lnSpc>
            <a:spcBef>
              <a:spcPct val="0"/>
            </a:spcBef>
            <a:spcAft>
              <a:spcPct val="15000"/>
            </a:spcAft>
            <a:buChar char="•"/>
          </a:pPr>
          <a:r>
            <a:rPr lang="en-US" sz="1800" kern="1200" dirty="0"/>
            <a:t>other, asset type specific components</a:t>
          </a:r>
        </a:p>
      </dsp:txBody>
      <dsp:txXfrm>
        <a:off x="5875640" y="647273"/>
        <a:ext cx="2575156" cy="4539543"/>
      </dsp:txXfrm>
    </dsp:sp>
    <dsp:sp modelId="{18D4A536-73DC-492C-A34F-711BC80D73A7}">
      <dsp:nvSpPr>
        <dsp:cNvPr id="0" name=""/>
        <dsp:cNvSpPr/>
      </dsp:nvSpPr>
      <dsp:spPr>
        <a:xfrm>
          <a:off x="8811319" y="128873"/>
          <a:ext cx="2575156"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Base Asset</a:t>
          </a:r>
        </a:p>
      </dsp:txBody>
      <dsp:txXfrm>
        <a:off x="8811319" y="128873"/>
        <a:ext cx="2575156" cy="518400"/>
      </dsp:txXfrm>
    </dsp:sp>
    <dsp:sp modelId="{7FD399BC-E510-491B-A043-67ACAEEF2E3C}">
      <dsp:nvSpPr>
        <dsp:cNvPr id="0" name=""/>
        <dsp:cNvSpPr/>
      </dsp:nvSpPr>
      <dsp:spPr>
        <a:xfrm>
          <a:off x="8811319" y="647273"/>
          <a:ext cx="2575156" cy="453954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Assets build-in to the engine used by default.</a:t>
          </a:r>
        </a:p>
        <a:p>
          <a:pPr marL="171450" lvl="1" indent="-171450" algn="l" defTabSz="800100">
            <a:lnSpc>
              <a:spcPct val="90000"/>
            </a:lnSpc>
            <a:spcBef>
              <a:spcPct val="0"/>
            </a:spcBef>
            <a:spcAft>
              <a:spcPct val="15000"/>
            </a:spcAft>
            <a:buChar char="•"/>
          </a:pPr>
          <a:r>
            <a:rPr lang="en-US" sz="1800" kern="1200" dirty="0"/>
            <a:t>Components</a:t>
          </a:r>
        </a:p>
        <a:p>
          <a:pPr marL="342900" lvl="2" indent="-171450" algn="l" defTabSz="800100">
            <a:lnSpc>
              <a:spcPct val="90000"/>
            </a:lnSpc>
            <a:spcBef>
              <a:spcPct val="0"/>
            </a:spcBef>
            <a:spcAft>
              <a:spcPct val="15000"/>
            </a:spcAft>
            <a:buChar char="•"/>
          </a:pPr>
          <a:r>
            <a:rPr lang="en-US" sz="1800" kern="1200" dirty="0" err="1"/>
            <a:t>ACAssetType</a:t>
          </a:r>
          <a:endParaRPr lang="en-US" sz="1800" kern="1200" dirty="0"/>
        </a:p>
        <a:p>
          <a:pPr marL="342900" lvl="2" indent="-171450" algn="l" defTabSz="800100">
            <a:lnSpc>
              <a:spcPct val="90000"/>
            </a:lnSpc>
            <a:spcBef>
              <a:spcPct val="0"/>
            </a:spcBef>
            <a:spcAft>
              <a:spcPct val="15000"/>
            </a:spcAft>
            <a:buChar char="•"/>
          </a:pPr>
          <a:r>
            <a:rPr lang="en-US" sz="1800" kern="1200" dirty="0"/>
            <a:t>ACUUID</a:t>
          </a:r>
        </a:p>
        <a:p>
          <a:pPr marL="342900" lvl="2" indent="-171450" algn="l" defTabSz="800100">
            <a:lnSpc>
              <a:spcPct val="90000"/>
            </a:lnSpc>
            <a:spcBef>
              <a:spcPct val="0"/>
            </a:spcBef>
            <a:spcAft>
              <a:spcPct val="15000"/>
            </a:spcAft>
            <a:buChar char="•"/>
          </a:pPr>
          <a:r>
            <a:rPr lang="en-US" sz="1800" kern="1200" dirty="0" err="1"/>
            <a:t>ACFilepath</a:t>
          </a:r>
          <a:endParaRPr lang="en-US" sz="1800" kern="1200" dirty="0"/>
        </a:p>
        <a:p>
          <a:pPr marL="342900" lvl="2" indent="-171450" algn="l" defTabSz="800100">
            <a:lnSpc>
              <a:spcPct val="90000"/>
            </a:lnSpc>
            <a:spcBef>
              <a:spcPct val="0"/>
            </a:spcBef>
            <a:spcAft>
              <a:spcPct val="15000"/>
            </a:spcAft>
            <a:buChar char="•"/>
          </a:pPr>
          <a:r>
            <a:rPr lang="en-US" sz="1800" kern="1200" dirty="0" err="1"/>
            <a:t>CoreComponent</a:t>
          </a:r>
          <a:endParaRPr lang="en-US" sz="1800" kern="1200" dirty="0"/>
        </a:p>
        <a:p>
          <a:pPr marL="342900" lvl="2" indent="-171450" algn="l" defTabSz="800100">
            <a:lnSpc>
              <a:spcPct val="90000"/>
            </a:lnSpc>
            <a:spcBef>
              <a:spcPct val="0"/>
            </a:spcBef>
            <a:spcAft>
              <a:spcPct val="15000"/>
            </a:spcAft>
            <a:buChar char="•"/>
          </a:pPr>
          <a:r>
            <a:rPr lang="en-US" sz="1800" kern="1200" dirty="0"/>
            <a:t>other, asset type specific components</a:t>
          </a:r>
        </a:p>
      </dsp:txBody>
      <dsp:txXfrm>
        <a:off x="8811319" y="647273"/>
        <a:ext cx="2575156" cy="45395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D8DD3D-ADD8-4E3D-B872-05B0CCE0AB6E}">
      <dsp:nvSpPr>
        <dsp:cNvPr id="0" name=""/>
        <dsp:cNvSpPr/>
      </dsp:nvSpPr>
      <dsp:spPr>
        <a:xfrm>
          <a:off x="2491161" y="656814"/>
          <a:ext cx="631961" cy="300756"/>
        </a:xfrm>
        <a:custGeom>
          <a:avLst/>
          <a:gdLst/>
          <a:ahLst/>
          <a:cxnLst/>
          <a:rect l="0" t="0" r="0" b="0"/>
          <a:pathLst>
            <a:path>
              <a:moveTo>
                <a:pt x="0" y="0"/>
              </a:moveTo>
              <a:lnTo>
                <a:pt x="0" y="204956"/>
              </a:lnTo>
              <a:lnTo>
                <a:pt x="631961" y="204956"/>
              </a:lnTo>
              <a:lnTo>
                <a:pt x="631961" y="3007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EF5CBE-FD94-4D2E-9524-1741B5A9E06B}">
      <dsp:nvSpPr>
        <dsp:cNvPr id="0" name=""/>
        <dsp:cNvSpPr/>
      </dsp:nvSpPr>
      <dsp:spPr>
        <a:xfrm>
          <a:off x="3077402" y="4486500"/>
          <a:ext cx="91440" cy="300756"/>
        </a:xfrm>
        <a:custGeom>
          <a:avLst/>
          <a:gdLst/>
          <a:ahLst/>
          <a:cxnLst/>
          <a:rect l="0" t="0" r="0" b="0"/>
          <a:pathLst>
            <a:path>
              <a:moveTo>
                <a:pt x="45720" y="0"/>
              </a:moveTo>
              <a:lnTo>
                <a:pt x="45720" y="30075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73CB02-17D3-4A94-8D89-66572F73E3D0}">
      <dsp:nvSpPr>
        <dsp:cNvPr id="0" name=""/>
        <dsp:cNvSpPr/>
      </dsp:nvSpPr>
      <dsp:spPr>
        <a:xfrm>
          <a:off x="2491161" y="3529078"/>
          <a:ext cx="631961" cy="300756"/>
        </a:xfrm>
        <a:custGeom>
          <a:avLst/>
          <a:gdLst/>
          <a:ahLst/>
          <a:cxnLst/>
          <a:rect l="0" t="0" r="0" b="0"/>
          <a:pathLst>
            <a:path>
              <a:moveTo>
                <a:pt x="0" y="0"/>
              </a:moveTo>
              <a:lnTo>
                <a:pt x="0" y="204956"/>
              </a:lnTo>
              <a:lnTo>
                <a:pt x="631961" y="204956"/>
              </a:lnTo>
              <a:lnTo>
                <a:pt x="631961" y="30075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25AE30-CEF8-4A6E-9F61-5530D6655BB9}">
      <dsp:nvSpPr>
        <dsp:cNvPr id="0" name=""/>
        <dsp:cNvSpPr/>
      </dsp:nvSpPr>
      <dsp:spPr>
        <a:xfrm>
          <a:off x="1859200" y="3529078"/>
          <a:ext cx="631961" cy="300756"/>
        </a:xfrm>
        <a:custGeom>
          <a:avLst/>
          <a:gdLst/>
          <a:ahLst/>
          <a:cxnLst/>
          <a:rect l="0" t="0" r="0" b="0"/>
          <a:pathLst>
            <a:path>
              <a:moveTo>
                <a:pt x="631961" y="0"/>
              </a:moveTo>
              <a:lnTo>
                <a:pt x="631961" y="204956"/>
              </a:lnTo>
              <a:lnTo>
                <a:pt x="0" y="204956"/>
              </a:lnTo>
              <a:lnTo>
                <a:pt x="0" y="30075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4D795A-8ECF-4468-8E1A-E9E5F397036B}">
      <dsp:nvSpPr>
        <dsp:cNvPr id="0" name=""/>
        <dsp:cNvSpPr/>
      </dsp:nvSpPr>
      <dsp:spPr>
        <a:xfrm>
          <a:off x="1859200" y="2571657"/>
          <a:ext cx="631961" cy="300756"/>
        </a:xfrm>
        <a:custGeom>
          <a:avLst/>
          <a:gdLst/>
          <a:ahLst/>
          <a:cxnLst/>
          <a:rect l="0" t="0" r="0" b="0"/>
          <a:pathLst>
            <a:path>
              <a:moveTo>
                <a:pt x="0" y="0"/>
              </a:moveTo>
              <a:lnTo>
                <a:pt x="0" y="204956"/>
              </a:lnTo>
              <a:lnTo>
                <a:pt x="631961" y="204956"/>
              </a:lnTo>
              <a:lnTo>
                <a:pt x="631961" y="30075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94D634-37FD-4EBA-BCD4-ACC7F597DEF3}">
      <dsp:nvSpPr>
        <dsp:cNvPr id="0" name=""/>
        <dsp:cNvSpPr/>
      </dsp:nvSpPr>
      <dsp:spPr>
        <a:xfrm>
          <a:off x="1227239" y="2571657"/>
          <a:ext cx="631961" cy="300756"/>
        </a:xfrm>
        <a:custGeom>
          <a:avLst/>
          <a:gdLst/>
          <a:ahLst/>
          <a:cxnLst/>
          <a:rect l="0" t="0" r="0" b="0"/>
          <a:pathLst>
            <a:path>
              <a:moveTo>
                <a:pt x="631961" y="0"/>
              </a:moveTo>
              <a:lnTo>
                <a:pt x="631961" y="204956"/>
              </a:lnTo>
              <a:lnTo>
                <a:pt x="0" y="204956"/>
              </a:lnTo>
              <a:lnTo>
                <a:pt x="0" y="30075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CFA54B5-716F-4E7B-B65B-0A4862F4271F}">
      <dsp:nvSpPr>
        <dsp:cNvPr id="0" name=""/>
        <dsp:cNvSpPr/>
      </dsp:nvSpPr>
      <dsp:spPr>
        <a:xfrm>
          <a:off x="1813480" y="1614236"/>
          <a:ext cx="91440" cy="300756"/>
        </a:xfrm>
        <a:custGeom>
          <a:avLst/>
          <a:gdLst/>
          <a:ahLst/>
          <a:cxnLst/>
          <a:rect l="0" t="0" r="0" b="0"/>
          <a:pathLst>
            <a:path>
              <a:moveTo>
                <a:pt x="45720" y="0"/>
              </a:moveTo>
              <a:lnTo>
                <a:pt x="45720" y="30075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35CB25-F52C-4064-B83F-C6B04272BBB8}">
      <dsp:nvSpPr>
        <dsp:cNvPr id="0" name=""/>
        <dsp:cNvSpPr/>
      </dsp:nvSpPr>
      <dsp:spPr>
        <a:xfrm>
          <a:off x="1859200" y="656814"/>
          <a:ext cx="631961" cy="300756"/>
        </a:xfrm>
        <a:custGeom>
          <a:avLst/>
          <a:gdLst/>
          <a:ahLst/>
          <a:cxnLst/>
          <a:rect l="0" t="0" r="0" b="0"/>
          <a:pathLst>
            <a:path>
              <a:moveTo>
                <a:pt x="631961" y="0"/>
              </a:moveTo>
              <a:lnTo>
                <a:pt x="631961" y="204956"/>
              </a:lnTo>
              <a:lnTo>
                <a:pt x="0" y="204956"/>
              </a:lnTo>
              <a:lnTo>
                <a:pt x="0" y="30075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822D73-C9FF-4119-81A3-D0A29AA0054B}">
      <dsp:nvSpPr>
        <dsp:cNvPr id="0" name=""/>
        <dsp:cNvSpPr/>
      </dsp:nvSpPr>
      <dsp:spPr>
        <a:xfrm>
          <a:off x="1974102" y="149"/>
          <a:ext cx="1034118" cy="656665"/>
        </a:xfrm>
        <a:prstGeom prst="roundRect">
          <a:avLst>
            <a:gd name="adj" fmla="val 10000"/>
          </a:avLst>
        </a:prstGeom>
        <a:solidFill>
          <a:schemeClr val="accent4"/>
        </a:solidFill>
        <a:ln w="19050" cap="flat" cmpd="sng" algn="ctr">
          <a:solidFill>
            <a:schemeClr val="lt1"/>
          </a:solidFill>
          <a:prstDash val="solid"/>
          <a:miter lim="800000"/>
        </a:ln>
        <a:effectLst/>
      </dsp:spPr>
      <dsp:style>
        <a:lnRef idx="3">
          <a:schemeClr val="lt1"/>
        </a:lnRef>
        <a:fillRef idx="1">
          <a:schemeClr val="accent4"/>
        </a:fillRef>
        <a:effectRef idx="1">
          <a:schemeClr val="accent4"/>
        </a:effectRef>
        <a:fontRef idx="minor">
          <a:schemeClr val="lt1"/>
        </a:fontRef>
      </dsp:style>
    </dsp:sp>
    <dsp:sp modelId="{C4E8A223-6C98-4339-8B58-B5E1472AA11D}">
      <dsp:nvSpPr>
        <dsp:cNvPr id="0" name=""/>
        <dsp:cNvSpPr/>
      </dsp:nvSpPr>
      <dsp:spPr>
        <a:xfrm>
          <a:off x="2089004" y="109306"/>
          <a:ext cx="1034118" cy="656665"/>
        </a:xfrm>
        <a:prstGeom prst="roundRect">
          <a:avLst>
            <a:gd name="adj" fmla="val 10000"/>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SkinnedModel</a:t>
          </a:r>
        </a:p>
      </dsp:txBody>
      <dsp:txXfrm>
        <a:off x="2108237" y="128539"/>
        <a:ext cx="995652" cy="618199"/>
      </dsp:txXfrm>
    </dsp:sp>
    <dsp:sp modelId="{1B49E916-50D0-48A7-890E-EAC9FEB64BD0}">
      <dsp:nvSpPr>
        <dsp:cNvPr id="0" name=""/>
        <dsp:cNvSpPr/>
      </dsp:nvSpPr>
      <dsp:spPr>
        <a:xfrm>
          <a:off x="1342141" y="957570"/>
          <a:ext cx="1034118" cy="656665"/>
        </a:xfrm>
        <a:prstGeom prst="roundRect">
          <a:avLst>
            <a:gd name="adj" fmla="val 10000"/>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sp>
    <dsp:sp modelId="{324F3F61-EC5B-4952-A774-8E2BDC530060}">
      <dsp:nvSpPr>
        <dsp:cNvPr id="0" name=""/>
        <dsp:cNvSpPr/>
      </dsp:nvSpPr>
      <dsp:spPr>
        <a:xfrm>
          <a:off x="1457043" y="1066727"/>
          <a:ext cx="1034118" cy="656665"/>
        </a:xfrm>
        <a:prstGeom prst="roundRect">
          <a:avLst>
            <a:gd name="adj" fmla="val 10000"/>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Model</a:t>
          </a:r>
        </a:p>
      </dsp:txBody>
      <dsp:txXfrm>
        <a:off x="1476276" y="1085960"/>
        <a:ext cx="995652" cy="618199"/>
      </dsp:txXfrm>
    </dsp:sp>
    <dsp:sp modelId="{5CBD9D35-9BCF-47DD-A607-6B2D13F5E630}">
      <dsp:nvSpPr>
        <dsp:cNvPr id="0" name=""/>
        <dsp:cNvSpPr/>
      </dsp:nvSpPr>
      <dsp:spPr>
        <a:xfrm>
          <a:off x="1342141" y="1914992"/>
          <a:ext cx="1034118" cy="656665"/>
        </a:xfrm>
        <a:prstGeom prst="roundRect">
          <a:avLst>
            <a:gd name="adj" fmla="val 10000"/>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sp>
    <dsp:sp modelId="{45F8DB15-F618-4358-8FF9-3A98F8B86781}">
      <dsp:nvSpPr>
        <dsp:cNvPr id="0" name=""/>
        <dsp:cNvSpPr/>
      </dsp:nvSpPr>
      <dsp:spPr>
        <a:xfrm>
          <a:off x="1457043" y="2024149"/>
          <a:ext cx="1034118" cy="656665"/>
        </a:xfrm>
        <a:prstGeom prst="roundRect">
          <a:avLst>
            <a:gd name="adj" fmla="val 10000"/>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RenderMesh</a:t>
          </a:r>
        </a:p>
      </dsp:txBody>
      <dsp:txXfrm>
        <a:off x="1476276" y="2043382"/>
        <a:ext cx="995652" cy="618199"/>
      </dsp:txXfrm>
    </dsp:sp>
    <dsp:sp modelId="{3D0FEE1D-A420-46CB-9EB0-1846143CA599}">
      <dsp:nvSpPr>
        <dsp:cNvPr id="0" name=""/>
        <dsp:cNvSpPr/>
      </dsp:nvSpPr>
      <dsp:spPr>
        <a:xfrm>
          <a:off x="710179" y="2872413"/>
          <a:ext cx="1034118" cy="656665"/>
        </a:xfrm>
        <a:prstGeom prst="roundRect">
          <a:avLst>
            <a:gd name="adj" fmla="val 10000"/>
          </a:avLst>
        </a:prstGeom>
        <a:solidFill>
          <a:schemeClr val="accent3"/>
        </a:solidFill>
        <a:ln w="19050" cap="flat" cmpd="sng" algn="ctr">
          <a:solidFill>
            <a:schemeClr val="lt1"/>
          </a:solidFill>
          <a:prstDash val="solid"/>
          <a:miter lim="800000"/>
        </a:ln>
        <a:effectLst/>
      </dsp:spPr>
      <dsp:style>
        <a:lnRef idx="3">
          <a:schemeClr val="lt1"/>
        </a:lnRef>
        <a:fillRef idx="1">
          <a:schemeClr val="accent3"/>
        </a:fillRef>
        <a:effectRef idx="1">
          <a:schemeClr val="accent3"/>
        </a:effectRef>
        <a:fontRef idx="minor">
          <a:schemeClr val="lt1"/>
        </a:fontRef>
      </dsp:style>
    </dsp:sp>
    <dsp:sp modelId="{292B6775-2C39-458B-98CB-E37104955106}">
      <dsp:nvSpPr>
        <dsp:cNvPr id="0" name=""/>
        <dsp:cNvSpPr/>
      </dsp:nvSpPr>
      <dsp:spPr>
        <a:xfrm>
          <a:off x="825081" y="2981570"/>
          <a:ext cx="1034118" cy="656665"/>
        </a:xfrm>
        <a:prstGeom prst="roundRect">
          <a:avLst>
            <a:gd name="adj" fmla="val 10000"/>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Mesh</a:t>
          </a:r>
        </a:p>
      </dsp:txBody>
      <dsp:txXfrm>
        <a:off x="844314" y="3000803"/>
        <a:ext cx="995652" cy="618199"/>
      </dsp:txXfrm>
    </dsp:sp>
    <dsp:sp modelId="{D4513493-536C-463E-87B7-34FE6B922009}">
      <dsp:nvSpPr>
        <dsp:cNvPr id="0" name=""/>
        <dsp:cNvSpPr/>
      </dsp:nvSpPr>
      <dsp:spPr>
        <a:xfrm>
          <a:off x="1974102" y="2872413"/>
          <a:ext cx="1034118" cy="656665"/>
        </a:xfrm>
        <a:prstGeom prst="roundRect">
          <a:avLst>
            <a:gd name="adj" fmla="val 10000"/>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sp>
    <dsp:sp modelId="{A97954B1-47C6-433F-B755-BD20FD1CC57A}">
      <dsp:nvSpPr>
        <dsp:cNvPr id="0" name=""/>
        <dsp:cNvSpPr/>
      </dsp:nvSpPr>
      <dsp:spPr>
        <a:xfrm>
          <a:off x="2089004" y="2981570"/>
          <a:ext cx="1034118" cy="656665"/>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Material</a:t>
          </a:r>
        </a:p>
      </dsp:txBody>
      <dsp:txXfrm>
        <a:off x="2108237" y="3000803"/>
        <a:ext cx="995652" cy="618199"/>
      </dsp:txXfrm>
    </dsp:sp>
    <dsp:sp modelId="{B9031D0B-D28F-45D1-9815-772D82FD4CC9}">
      <dsp:nvSpPr>
        <dsp:cNvPr id="0" name=""/>
        <dsp:cNvSpPr/>
      </dsp:nvSpPr>
      <dsp:spPr>
        <a:xfrm>
          <a:off x="1342141" y="3829834"/>
          <a:ext cx="1034118" cy="65666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456D40-80C8-448D-BB17-5655D9499C60}">
      <dsp:nvSpPr>
        <dsp:cNvPr id="0" name=""/>
        <dsp:cNvSpPr/>
      </dsp:nvSpPr>
      <dsp:spPr>
        <a:xfrm>
          <a:off x="1457043" y="3938991"/>
          <a:ext cx="1034118" cy="656665"/>
        </a:xfrm>
        <a:prstGeom prst="roundRect">
          <a:avLst>
            <a:gd name="adj" fmla="val 10000"/>
          </a:avLst>
        </a:prstGeom>
        <a:solidFill>
          <a:schemeClr val="lt1"/>
        </a:solidFill>
        <a:ln w="12700" cap="flat" cmpd="sng" algn="ctr">
          <a:solidFill>
            <a:schemeClr val="accent1"/>
          </a:solidFill>
          <a:prstDash val="solid"/>
          <a:miter lim="800000"/>
        </a:ln>
        <a:effectLst/>
      </dsp:spPr>
      <dsp:style>
        <a:lnRef idx="2">
          <a:schemeClr val="accent1"/>
        </a:lnRef>
        <a:fillRef idx="1">
          <a:schemeClr val="lt1"/>
        </a:fillRef>
        <a:effectRef idx="0">
          <a:schemeClr val="accent1"/>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Texture2D</a:t>
          </a:r>
        </a:p>
      </dsp:txBody>
      <dsp:txXfrm>
        <a:off x="1476276" y="3958224"/>
        <a:ext cx="995652" cy="618199"/>
      </dsp:txXfrm>
    </dsp:sp>
    <dsp:sp modelId="{430DECF3-0A65-47F2-A09B-55ABFC9A2952}">
      <dsp:nvSpPr>
        <dsp:cNvPr id="0" name=""/>
        <dsp:cNvSpPr/>
      </dsp:nvSpPr>
      <dsp:spPr>
        <a:xfrm>
          <a:off x="2606063" y="3829834"/>
          <a:ext cx="1034118" cy="656665"/>
        </a:xfrm>
        <a:prstGeom prst="roundRect">
          <a:avLst>
            <a:gd name="adj" fmla="val 10000"/>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sp>
    <dsp:sp modelId="{6C9986BB-AE5C-4F2A-9F51-388B14E89025}">
      <dsp:nvSpPr>
        <dsp:cNvPr id="0" name=""/>
        <dsp:cNvSpPr/>
      </dsp:nvSpPr>
      <dsp:spPr>
        <a:xfrm>
          <a:off x="2720965" y="3938991"/>
          <a:ext cx="1034118" cy="656665"/>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ShadingModel</a:t>
          </a:r>
        </a:p>
      </dsp:txBody>
      <dsp:txXfrm>
        <a:off x="2740198" y="3958224"/>
        <a:ext cx="995652" cy="618199"/>
      </dsp:txXfrm>
    </dsp:sp>
    <dsp:sp modelId="{A271C599-578B-4C61-B23A-6420F35B225F}">
      <dsp:nvSpPr>
        <dsp:cNvPr id="0" name=""/>
        <dsp:cNvSpPr/>
      </dsp:nvSpPr>
      <dsp:spPr>
        <a:xfrm>
          <a:off x="2606063" y="4787256"/>
          <a:ext cx="1034118" cy="656665"/>
        </a:xfrm>
        <a:prstGeom prst="roundRect">
          <a:avLst>
            <a:gd name="adj" fmla="val 10000"/>
          </a:avLst>
        </a:prstGeom>
        <a:solidFill>
          <a:schemeClr val="accent5"/>
        </a:solidFill>
        <a:ln w="19050" cap="flat" cmpd="sng" algn="ctr">
          <a:solidFill>
            <a:schemeClr val="lt1"/>
          </a:solidFill>
          <a:prstDash val="solid"/>
          <a:miter lim="800000"/>
        </a:ln>
        <a:effectLst/>
      </dsp:spPr>
      <dsp:style>
        <a:lnRef idx="3">
          <a:schemeClr val="lt1"/>
        </a:lnRef>
        <a:fillRef idx="1">
          <a:schemeClr val="accent5"/>
        </a:fillRef>
        <a:effectRef idx="1">
          <a:schemeClr val="accent5"/>
        </a:effectRef>
        <a:fontRef idx="minor">
          <a:schemeClr val="lt1"/>
        </a:fontRef>
      </dsp:style>
    </dsp:sp>
    <dsp:sp modelId="{5911D055-A952-4026-9CD2-9CABC50DC275}">
      <dsp:nvSpPr>
        <dsp:cNvPr id="0" name=""/>
        <dsp:cNvSpPr/>
      </dsp:nvSpPr>
      <dsp:spPr>
        <a:xfrm>
          <a:off x="2720965" y="4896413"/>
          <a:ext cx="1034118" cy="656665"/>
        </a:xfrm>
        <a:prstGeom prst="roundRect">
          <a:avLst>
            <a:gd name="adj" fmla="val 10000"/>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Shader</a:t>
          </a:r>
        </a:p>
      </dsp:txBody>
      <dsp:txXfrm>
        <a:off x="2740198" y="4915646"/>
        <a:ext cx="995652" cy="618199"/>
      </dsp:txXfrm>
    </dsp:sp>
    <dsp:sp modelId="{4DEEBC8C-5F99-437A-8ACA-DB2FE352BE77}">
      <dsp:nvSpPr>
        <dsp:cNvPr id="0" name=""/>
        <dsp:cNvSpPr/>
      </dsp:nvSpPr>
      <dsp:spPr>
        <a:xfrm>
          <a:off x="2606063" y="957570"/>
          <a:ext cx="1034118" cy="656665"/>
        </a:xfrm>
        <a:prstGeom prst="roundRect">
          <a:avLst>
            <a:gd name="adj" fmla="val 10000"/>
          </a:avLst>
        </a:prstGeom>
        <a:solidFill>
          <a:schemeClr val="accent4"/>
        </a:solidFill>
        <a:ln w="19050" cap="flat" cmpd="sng" algn="ctr">
          <a:solidFill>
            <a:schemeClr val="lt1"/>
          </a:solidFill>
          <a:prstDash val="solid"/>
          <a:miter lim="800000"/>
        </a:ln>
        <a:effectLst/>
      </dsp:spPr>
      <dsp:style>
        <a:lnRef idx="3">
          <a:schemeClr val="lt1"/>
        </a:lnRef>
        <a:fillRef idx="1">
          <a:schemeClr val="accent4"/>
        </a:fillRef>
        <a:effectRef idx="1">
          <a:schemeClr val="accent4"/>
        </a:effectRef>
        <a:fontRef idx="minor">
          <a:schemeClr val="lt1"/>
        </a:fontRef>
      </dsp:style>
    </dsp:sp>
    <dsp:sp modelId="{528C557C-FBDA-4D4C-9233-8886AFC9A87A}">
      <dsp:nvSpPr>
        <dsp:cNvPr id="0" name=""/>
        <dsp:cNvSpPr/>
      </dsp:nvSpPr>
      <dsp:spPr>
        <a:xfrm>
          <a:off x="2720965" y="1066727"/>
          <a:ext cx="1034118" cy="656665"/>
        </a:xfrm>
        <a:prstGeom prst="roundRect">
          <a:avLst>
            <a:gd name="adj" fmla="val 10000"/>
          </a:avLst>
        </a:prstGeom>
        <a:solidFill>
          <a:schemeClr val="lt1"/>
        </a:solidFill>
        <a:ln w="12700" cap="flat" cmpd="sng" algn="ctr">
          <a:solidFill>
            <a:schemeClr val="accent4"/>
          </a:solidFill>
          <a:prstDash val="solid"/>
          <a:miter lim="800000"/>
        </a:ln>
        <a:effectLst/>
      </dsp:spPr>
      <dsp:style>
        <a:lnRef idx="2">
          <a:schemeClr val="accent4"/>
        </a:lnRef>
        <a:fillRef idx="1">
          <a:schemeClr val="lt1"/>
        </a:fillRef>
        <a:effectRef idx="0">
          <a:schemeClr val="accent4"/>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Skeleton</a:t>
          </a:r>
        </a:p>
      </dsp:txBody>
      <dsp:txXfrm>
        <a:off x="2740198" y="1085960"/>
        <a:ext cx="995652" cy="6181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2A1BDB-1F93-4297-807B-E3AD82E879C7}">
      <dsp:nvSpPr>
        <dsp:cNvPr id="0" name=""/>
        <dsp:cNvSpPr/>
      </dsp:nvSpPr>
      <dsp:spPr>
        <a:xfrm>
          <a:off x="3544" y="177590"/>
          <a:ext cx="3455729"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err="1"/>
            <a:t>CRenderMesh</a:t>
          </a:r>
          <a:endParaRPr lang="en-US" sz="1900" kern="1200" dirty="0"/>
        </a:p>
      </dsp:txBody>
      <dsp:txXfrm>
        <a:off x="3544" y="177590"/>
        <a:ext cx="3455729" cy="547200"/>
      </dsp:txXfrm>
    </dsp:sp>
    <dsp:sp modelId="{105281E0-608F-4CFF-BCC9-C81ED6ED8105}">
      <dsp:nvSpPr>
        <dsp:cNvPr id="0" name=""/>
        <dsp:cNvSpPr/>
      </dsp:nvSpPr>
      <dsp:spPr>
        <a:xfrm>
          <a:off x="3544" y="724790"/>
          <a:ext cx="345572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err="1"/>
            <a:t>AssetHandle</a:t>
          </a:r>
          <a:r>
            <a:rPr lang="en-US" sz="1900" kern="1200" dirty="0"/>
            <a:t>&lt;RenderMesh&gt;</a:t>
          </a:r>
        </a:p>
      </dsp:txBody>
      <dsp:txXfrm>
        <a:off x="3544" y="724790"/>
        <a:ext cx="3455729" cy="834480"/>
      </dsp:txXfrm>
    </dsp:sp>
    <dsp:sp modelId="{851B840E-74B1-44D9-BCE5-45B43C953CAB}">
      <dsp:nvSpPr>
        <dsp:cNvPr id="0" name=""/>
        <dsp:cNvSpPr/>
      </dsp:nvSpPr>
      <dsp:spPr>
        <a:xfrm>
          <a:off x="3943076" y="177590"/>
          <a:ext cx="3455729"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err="1"/>
            <a:t>CModel</a:t>
          </a:r>
          <a:endParaRPr lang="en-US" sz="1900" kern="1200" dirty="0"/>
        </a:p>
      </dsp:txBody>
      <dsp:txXfrm>
        <a:off x="3943076" y="177590"/>
        <a:ext cx="3455729" cy="547200"/>
      </dsp:txXfrm>
    </dsp:sp>
    <dsp:sp modelId="{B1952844-0174-4FED-B8FA-C0478402D493}">
      <dsp:nvSpPr>
        <dsp:cNvPr id="0" name=""/>
        <dsp:cNvSpPr/>
      </dsp:nvSpPr>
      <dsp:spPr>
        <a:xfrm>
          <a:off x="3943076" y="724790"/>
          <a:ext cx="345572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err="1"/>
            <a:t>AssetHandle</a:t>
          </a:r>
          <a:r>
            <a:rPr lang="en-US" sz="1900" kern="1200" dirty="0"/>
            <a:t>&lt;Model&gt;</a:t>
          </a:r>
        </a:p>
      </dsp:txBody>
      <dsp:txXfrm>
        <a:off x="3943076" y="724790"/>
        <a:ext cx="3455729" cy="834480"/>
      </dsp:txXfrm>
    </dsp:sp>
    <dsp:sp modelId="{32EBC9EA-EED7-4251-A143-C0D318FA1165}">
      <dsp:nvSpPr>
        <dsp:cNvPr id="0" name=""/>
        <dsp:cNvSpPr/>
      </dsp:nvSpPr>
      <dsp:spPr>
        <a:xfrm>
          <a:off x="7882607" y="177590"/>
          <a:ext cx="3455729" cy="547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err="1"/>
            <a:t>CSkinnedModel</a:t>
          </a:r>
          <a:endParaRPr lang="en-US" sz="1900" kern="1200" dirty="0"/>
        </a:p>
      </dsp:txBody>
      <dsp:txXfrm>
        <a:off x="7882607" y="177590"/>
        <a:ext cx="3455729" cy="547200"/>
      </dsp:txXfrm>
    </dsp:sp>
    <dsp:sp modelId="{04631109-CC23-4536-96D6-7712E7A0786B}">
      <dsp:nvSpPr>
        <dsp:cNvPr id="0" name=""/>
        <dsp:cNvSpPr/>
      </dsp:nvSpPr>
      <dsp:spPr>
        <a:xfrm>
          <a:off x="7882607" y="724790"/>
          <a:ext cx="345572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err="1"/>
            <a:t>AssetHandle</a:t>
          </a:r>
          <a:r>
            <a:rPr lang="en-US" sz="1900" kern="1200" dirty="0"/>
            <a:t>&lt;SkinnedModel&gt;</a:t>
          </a:r>
        </a:p>
      </dsp:txBody>
      <dsp:txXfrm>
        <a:off x="7882607" y="724790"/>
        <a:ext cx="3455729" cy="8344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C9169D-A9A8-4A32-A125-776AB0162930}">
      <dsp:nvSpPr>
        <dsp:cNvPr id="0" name=""/>
        <dsp:cNvSpPr/>
      </dsp:nvSpPr>
      <dsp:spPr>
        <a:xfrm>
          <a:off x="3544" y="180957"/>
          <a:ext cx="3455729" cy="460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err="1"/>
            <a:t>CRenderMeshView</a:t>
          </a:r>
          <a:endParaRPr lang="en-US" sz="1600" kern="1200" dirty="0"/>
        </a:p>
      </dsp:txBody>
      <dsp:txXfrm>
        <a:off x="3544" y="180957"/>
        <a:ext cx="3455729" cy="460800"/>
      </dsp:txXfrm>
    </dsp:sp>
    <dsp:sp modelId="{BC2B1763-47AB-448E-B21B-FC14D91F25D4}">
      <dsp:nvSpPr>
        <dsp:cNvPr id="0" name=""/>
        <dsp:cNvSpPr/>
      </dsp:nvSpPr>
      <dsp:spPr>
        <a:xfrm>
          <a:off x="3544" y="641757"/>
          <a:ext cx="3455729" cy="9662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err="1"/>
            <a:t>AssetHandle</a:t>
          </a:r>
          <a:r>
            <a:rPr lang="en-US" sz="1600" kern="1200" dirty="0"/>
            <a:t>&lt;Mesh&gt;</a:t>
          </a:r>
        </a:p>
        <a:p>
          <a:pPr marL="171450" lvl="1" indent="-171450" algn="l" defTabSz="711200">
            <a:lnSpc>
              <a:spcPct val="90000"/>
            </a:lnSpc>
            <a:spcBef>
              <a:spcPct val="0"/>
            </a:spcBef>
            <a:spcAft>
              <a:spcPct val="15000"/>
            </a:spcAft>
            <a:buChar char="•"/>
          </a:pPr>
          <a:r>
            <a:rPr lang="en-US" sz="1600" kern="1200" dirty="0" err="1"/>
            <a:t>AssetHandle</a:t>
          </a:r>
          <a:r>
            <a:rPr lang="en-US" sz="1600" kern="1200" dirty="0"/>
            <a:t>&lt;Material&gt;</a:t>
          </a:r>
        </a:p>
      </dsp:txBody>
      <dsp:txXfrm>
        <a:off x="3544" y="641757"/>
        <a:ext cx="3455729" cy="966240"/>
      </dsp:txXfrm>
    </dsp:sp>
    <dsp:sp modelId="{3AD8513A-B449-41EA-875E-725799799397}">
      <dsp:nvSpPr>
        <dsp:cNvPr id="0" name=""/>
        <dsp:cNvSpPr/>
      </dsp:nvSpPr>
      <dsp:spPr>
        <a:xfrm>
          <a:off x="3943076" y="180957"/>
          <a:ext cx="3455729" cy="460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err="1"/>
            <a:t>CModelView</a:t>
          </a:r>
          <a:endParaRPr lang="en-US" sz="1600" kern="1200" dirty="0"/>
        </a:p>
      </dsp:txBody>
      <dsp:txXfrm>
        <a:off x="3943076" y="180957"/>
        <a:ext cx="3455729" cy="460800"/>
      </dsp:txXfrm>
    </dsp:sp>
    <dsp:sp modelId="{CAA0E9E9-BC00-476B-8374-BBDB2486393F}">
      <dsp:nvSpPr>
        <dsp:cNvPr id="0" name=""/>
        <dsp:cNvSpPr/>
      </dsp:nvSpPr>
      <dsp:spPr>
        <a:xfrm>
          <a:off x="3943076" y="641757"/>
          <a:ext cx="3455729" cy="9662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Vector&lt;</a:t>
          </a:r>
          <a:r>
            <a:rPr lang="en-US" sz="1600" kern="1200" dirty="0" err="1"/>
            <a:t>AssetHandle</a:t>
          </a:r>
          <a:r>
            <a:rPr lang="en-US" sz="1600" kern="1200" dirty="0"/>
            <a:t>&lt;RenderMesh&gt;&gt;</a:t>
          </a:r>
        </a:p>
      </dsp:txBody>
      <dsp:txXfrm>
        <a:off x="3943076" y="641757"/>
        <a:ext cx="3455729" cy="966240"/>
      </dsp:txXfrm>
    </dsp:sp>
    <dsp:sp modelId="{93081D96-5EF9-4DEF-A35A-4D7DCC9AFCE9}">
      <dsp:nvSpPr>
        <dsp:cNvPr id="0" name=""/>
        <dsp:cNvSpPr/>
      </dsp:nvSpPr>
      <dsp:spPr>
        <a:xfrm>
          <a:off x="7882607" y="180957"/>
          <a:ext cx="3455729" cy="460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err="1"/>
            <a:t>CSkinnedModel</a:t>
          </a:r>
          <a:endParaRPr lang="en-US" sz="1600" kern="1200" dirty="0"/>
        </a:p>
      </dsp:txBody>
      <dsp:txXfrm>
        <a:off x="7882607" y="180957"/>
        <a:ext cx="3455729" cy="460800"/>
      </dsp:txXfrm>
    </dsp:sp>
    <dsp:sp modelId="{8392BA67-4D88-4B5E-AE73-76EFC5D0D648}">
      <dsp:nvSpPr>
        <dsp:cNvPr id="0" name=""/>
        <dsp:cNvSpPr/>
      </dsp:nvSpPr>
      <dsp:spPr>
        <a:xfrm>
          <a:off x="7882607" y="641757"/>
          <a:ext cx="3455729" cy="9662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err="1"/>
            <a:t>AssetHandle</a:t>
          </a:r>
          <a:r>
            <a:rPr lang="en-US" sz="1600" kern="1200" dirty="0"/>
            <a:t>&lt;Skeleton&gt;</a:t>
          </a:r>
        </a:p>
        <a:p>
          <a:pPr marL="171450" lvl="1" indent="-171450" algn="l" defTabSz="711200">
            <a:lnSpc>
              <a:spcPct val="90000"/>
            </a:lnSpc>
            <a:spcBef>
              <a:spcPct val="0"/>
            </a:spcBef>
            <a:spcAft>
              <a:spcPct val="15000"/>
            </a:spcAft>
            <a:buChar char="•"/>
          </a:pPr>
          <a:r>
            <a:rPr lang="en-US" sz="1600" kern="1200" dirty="0"/>
            <a:t>Vector&lt;</a:t>
          </a:r>
          <a:r>
            <a:rPr lang="en-US" sz="1600" kern="1200" dirty="0" err="1"/>
            <a:t>AssetHandle</a:t>
          </a:r>
          <a:r>
            <a:rPr lang="en-US" sz="1600" kern="1200" dirty="0"/>
            <a:t>&lt;RenderMesh&gt;&gt;</a:t>
          </a:r>
        </a:p>
        <a:p>
          <a:pPr marL="171450" lvl="1" indent="-171450" algn="l" defTabSz="711200">
            <a:lnSpc>
              <a:spcPct val="90000"/>
            </a:lnSpc>
            <a:spcBef>
              <a:spcPct val="0"/>
            </a:spcBef>
            <a:spcAft>
              <a:spcPct val="15000"/>
            </a:spcAft>
            <a:buChar char="•"/>
          </a:pPr>
          <a:r>
            <a:rPr lang="en-US" sz="1600" kern="1200" dirty="0"/>
            <a:t>Skinning</a:t>
          </a:r>
        </a:p>
      </dsp:txBody>
      <dsp:txXfrm>
        <a:off x="7882607" y="641757"/>
        <a:ext cx="3455729" cy="96624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E2DD2C-27F7-4F93-96E8-CD28AD9267D9}" type="datetimeFigureOut">
              <a:rPr lang="en-US" smtClean="0"/>
              <a:t>4/5/2026</a:t>
            </a:fld>
            <a:endParaRPr lang="en-US"/>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3D7F03-7197-42E4-9778-D52D335F305D}" type="slidenum">
              <a:rPr lang="en-US" smtClean="0"/>
              <a:t>‹#›</a:t>
            </a:fld>
            <a:endParaRPr lang="en-US"/>
          </a:p>
        </p:txBody>
      </p:sp>
    </p:spTree>
    <p:extLst>
      <p:ext uri="{BB962C8B-B14F-4D97-AF65-F5344CB8AC3E}">
        <p14:creationId xmlns:p14="http://schemas.microsoft.com/office/powerpoint/2010/main" val="1894875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38B42-C429-3999-8B91-71BFECF7D989}"/>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59D21014-6FC7-5DE1-0B40-2CA48F41C42A}"/>
              </a:ext>
            </a:extLst>
          </p:cNvPr>
          <p:cNvSpPr>
            <a:spLocks noGrp="1" noRot="1" noChangeAspect="1"/>
          </p:cNvSpPr>
          <p:nvPr>
            <p:ph type="sldImg"/>
          </p:nvPr>
        </p:nvSpPr>
        <p:spPr/>
        <p:txBody>
          <a:bodyPr/>
          <a:lstStyle/>
          <a:p>
            <a:endParaRPr lang="en-US"/>
          </a:p>
        </p:txBody>
      </p:sp>
      <p:sp>
        <p:nvSpPr>
          <p:cNvPr id="3" name="Symbol zastępczy notatek 2">
            <a:extLst>
              <a:ext uri="{FF2B5EF4-FFF2-40B4-BE49-F238E27FC236}">
                <a16:creationId xmlns:a16="http://schemas.microsoft.com/office/drawing/2014/main" id="{FB0E5F22-AD5A-8767-0B0E-A70D2F20FCD9}"/>
              </a:ext>
            </a:extLst>
          </p:cNvPr>
          <p:cNvSpPr>
            <a:spLocks noGrp="1"/>
          </p:cNvSpPr>
          <p:nvPr>
            <p:ph type="body" idx="1"/>
          </p:nvPr>
        </p:nvSpPr>
        <p:spPr/>
        <p:txBody>
          <a:bodyPr/>
          <a:lstStyle/>
          <a:p>
            <a:endParaRPr lang="en-US" dirty="0"/>
          </a:p>
        </p:txBody>
      </p:sp>
      <p:sp>
        <p:nvSpPr>
          <p:cNvPr id="4" name="Symbol zastępczy numeru slajdu 3">
            <a:extLst>
              <a:ext uri="{FF2B5EF4-FFF2-40B4-BE49-F238E27FC236}">
                <a16:creationId xmlns:a16="http://schemas.microsoft.com/office/drawing/2014/main" id="{0ACCD391-7C88-B806-0FB3-ABA3AE65A520}"/>
              </a:ext>
            </a:extLst>
          </p:cNvPr>
          <p:cNvSpPr>
            <a:spLocks noGrp="1"/>
          </p:cNvSpPr>
          <p:nvPr>
            <p:ph type="sldNum" sz="quarter" idx="5"/>
          </p:nvPr>
        </p:nvSpPr>
        <p:spPr/>
        <p:txBody>
          <a:bodyPr/>
          <a:lstStyle/>
          <a:p>
            <a:fld id="{583D7F03-7197-42E4-9778-D52D335F305D}" type="slidenum">
              <a:rPr lang="en-US" smtClean="0"/>
              <a:t>2</a:t>
            </a:fld>
            <a:endParaRPr lang="en-US"/>
          </a:p>
        </p:txBody>
      </p:sp>
    </p:spTree>
    <p:extLst>
      <p:ext uri="{BB962C8B-B14F-4D97-AF65-F5344CB8AC3E}">
        <p14:creationId xmlns:p14="http://schemas.microsoft.com/office/powerpoint/2010/main" val="3546593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69F9D-B121-68DF-62AE-9A3E8B915353}"/>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09C2C140-9AE1-596E-9852-2C5828A2B46E}"/>
              </a:ext>
            </a:extLst>
          </p:cNvPr>
          <p:cNvSpPr>
            <a:spLocks noGrp="1" noRot="1" noChangeAspect="1"/>
          </p:cNvSpPr>
          <p:nvPr>
            <p:ph type="sldImg"/>
          </p:nvPr>
        </p:nvSpPr>
        <p:spPr/>
        <p:txBody>
          <a:bodyPr/>
          <a:lstStyle/>
          <a:p>
            <a:endParaRPr lang="en-US"/>
          </a:p>
        </p:txBody>
      </p:sp>
      <p:sp>
        <p:nvSpPr>
          <p:cNvPr id="3" name="Symbol zastępczy notatek 2">
            <a:extLst>
              <a:ext uri="{FF2B5EF4-FFF2-40B4-BE49-F238E27FC236}">
                <a16:creationId xmlns:a16="http://schemas.microsoft.com/office/drawing/2014/main" id="{81F0CF48-4A20-FD08-3E31-5B431DE436EB}"/>
              </a:ext>
            </a:extLst>
          </p:cNvPr>
          <p:cNvSpPr>
            <a:spLocks noGrp="1"/>
          </p:cNvSpPr>
          <p:nvPr>
            <p:ph type="body" idx="1"/>
          </p:nvPr>
        </p:nvSpPr>
        <p:spPr/>
        <p:txBody>
          <a:bodyPr/>
          <a:lstStyle/>
          <a:p>
            <a:endParaRPr lang="en-US" dirty="0"/>
          </a:p>
        </p:txBody>
      </p:sp>
      <p:sp>
        <p:nvSpPr>
          <p:cNvPr id="4" name="Symbol zastępczy numeru slajdu 3">
            <a:extLst>
              <a:ext uri="{FF2B5EF4-FFF2-40B4-BE49-F238E27FC236}">
                <a16:creationId xmlns:a16="http://schemas.microsoft.com/office/drawing/2014/main" id="{00D712C1-6671-94CB-6048-79D637A5266E}"/>
              </a:ext>
            </a:extLst>
          </p:cNvPr>
          <p:cNvSpPr>
            <a:spLocks noGrp="1"/>
          </p:cNvSpPr>
          <p:nvPr>
            <p:ph type="sldNum" sz="quarter" idx="5"/>
          </p:nvPr>
        </p:nvSpPr>
        <p:spPr/>
        <p:txBody>
          <a:bodyPr/>
          <a:lstStyle/>
          <a:p>
            <a:fld id="{583D7F03-7197-42E4-9778-D52D335F305D}" type="slidenum">
              <a:rPr lang="en-US" smtClean="0"/>
              <a:t>3</a:t>
            </a:fld>
            <a:endParaRPr lang="en-US"/>
          </a:p>
        </p:txBody>
      </p:sp>
    </p:spTree>
    <p:extLst>
      <p:ext uri="{BB962C8B-B14F-4D97-AF65-F5344CB8AC3E}">
        <p14:creationId xmlns:p14="http://schemas.microsoft.com/office/powerpoint/2010/main" val="3479568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endParaRPr lang="en-US" dirty="0"/>
          </a:p>
        </p:txBody>
      </p:sp>
      <p:sp>
        <p:nvSpPr>
          <p:cNvPr id="4" name="Symbol zastępczy numeru slajdu 3"/>
          <p:cNvSpPr>
            <a:spLocks noGrp="1"/>
          </p:cNvSpPr>
          <p:nvPr>
            <p:ph type="sldNum" sz="quarter" idx="5"/>
          </p:nvPr>
        </p:nvSpPr>
        <p:spPr/>
        <p:txBody>
          <a:bodyPr/>
          <a:lstStyle/>
          <a:p>
            <a:fld id="{583D7F03-7197-42E4-9778-D52D335F305D}" type="slidenum">
              <a:rPr lang="en-US" smtClean="0"/>
              <a:t>4</a:t>
            </a:fld>
            <a:endParaRPr lang="en-US"/>
          </a:p>
        </p:txBody>
      </p:sp>
    </p:spTree>
    <p:extLst>
      <p:ext uri="{BB962C8B-B14F-4D97-AF65-F5344CB8AC3E}">
        <p14:creationId xmlns:p14="http://schemas.microsoft.com/office/powerpoint/2010/main" val="3750262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9C659-D3E0-790C-7817-FEA0E3D7262E}"/>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408DEDA3-FD9D-DDC7-9CF4-7787A8517248}"/>
              </a:ext>
            </a:extLst>
          </p:cNvPr>
          <p:cNvSpPr>
            <a:spLocks noGrp="1" noRot="1" noChangeAspect="1"/>
          </p:cNvSpPr>
          <p:nvPr>
            <p:ph type="sldImg"/>
          </p:nvPr>
        </p:nvSpPr>
        <p:spPr/>
        <p:txBody>
          <a:bodyPr/>
          <a:lstStyle/>
          <a:p>
            <a:endParaRPr lang="en-US"/>
          </a:p>
        </p:txBody>
      </p:sp>
      <p:sp>
        <p:nvSpPr>
          <p:cNvPr id="3" name="Symbol zastępczy notatek 2">
            <a:extLst>
              <a:ext uri="{FF2B5EF4-FFF2-40B4-BE49-F238E27FC236}">
                <a16:creationId xmlns:a16="http://schemas.microsoft.com/office/drawing/2014/main" id="{6CB96A4E-C725-2BB3-1FA2-EDE5D0E0CA03}"/>
              </a:ext>
            </a:extLst>
          </p:cNvPr>
          <p:cNvSpPr>
            <a:spLocks noGrp="1"/>
          </p:cNvSpPr>
          <p:nvPr>
            <p:ph type="body" idx="1"/>
          </p:nvPr>
        </p:nvSpPr>
        <p:spPr/>
        <p:txBody>
          <a:bodyPr/>
          <a:lstStyle/>
          <a:p>
            <a:endParaRPr lang="en-US" dirty="0"/>
          </a:p>
        </p:txBody>
      </p:sp>
      <p:sp>
        <p:nvSpPr>
          <p:cNvPr id="4" name="Symbol zastępczy numeru slajdu 3">
            <a:extLst>
              <a:ext uri="{FF2B5EF4-FFF2-40B4-BE49-F238E27FC236}">
                <a16:creationId xmlns:a16="http://schemas.microsoft.com/office/drawing/2014/main" id="{5819B6FC-B21F-8842-0A49-9B89DD54DF3B}"/>
              </a:ext>
            </a:extLst>
          </p:cNvPr>
          <p:cNvSpPr>
            <a:spLocks noGrp="1"/>
          </p:cNvSpPr>
          <p:nvPr>
            <p:ph type="sldNum" sz="quarter" idx="5"/>
          </p:nvPr>
        </p:nvSpPr>
        <p:spPr/>
        <p:txBody>
          <a:bodyPr/>
          <a:lstStyle/>
          <a:p>
            <a:fld id="{583D7F03-7197-42E4-9778-D52D335F305D}" type="slidenum">
              <a:rPr lang="en-US" smtClean="0"/>
              <a:t>5</a:t>
            </a:fld>
            <a:endParaRPr lang="en-US"/>
          </a:p>
        </p:txBody>
      </p:sp>
    </p:spTree>
    <p:extLst>
      <p:ext uri="{BB962C8B-B14F-4D97-AF65-F5344CB8AC3E}">
        <p14:creationId xmlns:p14="http://schemas.microsoft.com/office/powerpoint/2010/main" val="2356467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txBody>
          <a:bodyPr/>
          <a:lstStyle/>
          <a:p>
            <a:endParaRPr lang="en-US"/>
          </a:p>
        </p:txBody>
      </p:sp>
      <p:sp>
        <p:nvSpPr>
          <p:cNvPr id="3" name="Symbol zastępczy notatek 2"/>
          <p:cNvSpPr>
            <a:spLocks noGrp="1"/>
          </p:cNvSpPr>
          <p:nvPr>
            <p:ph type="body" idx="1"/>
          </p:nvPr>
        </p:nvSpPr>
        <p:spPr/>
        <p:txBody>
          <a:bodyPr/>
          <a:lstStyle/>
          <a:p>
            <a:endParaRPr lang="en-US" dirty="0"/>
          </a:p>
        </p:txBody>
      </p:sp>
      <p:sp>
        <p:nvSpPr>
          <p:cNvPr id="4" name="Symbol zastępczy numeru slajdu 3"/>
          <p:cNvSpPr>
            <a:spLocks noGrp="1"/>
          </p:cNvSpPr>
          <p:nvPr>
            <p:ph type="sldNum" sz="quarter" idx="5"/>
          </p:nvPr>
        </p:nvSpPr>
        <p:spPr/>
        <p:txBody>
          <a:bodyPr/>
          <a:lstStyle/>
          <a:p>
            <a:fld id="{583D7F03-7197-42E4-9778-D52D335F305D}" type="slidenum">
              <a:rPr lang="en-US" smtClean="0"/>
              <a:t>6</a:t>
            </a:fld>
            <a:endParaRPr lang="en-US"/>
          </a:p>
        </p:txBody>
      </p:sp>
    </p:spTree>
    <p:extLst>
      <p:ext uri="{BB962C8B-B14F-4D97-AF65-F5344CB8AC3E}">
        <p14:creationId xmlns:p14="http://schemas.microsoft.com/office/powerpoint/2010/main" val="1307146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E9004-0E1D-91B1-7106-A42D2DA27530}"/>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0EFF6D5C-AE87-B77E-F61A-025730E69D89}"/>
              </a:ext>
            </a:extLst>
          </p:cNvPr>
          <p:cNvSpPr>
            <a:spLocks noGrp="1" noRot="1" noChangeAspect="1"/>
          </p:cNvSpPr>
          <p:nvPr>
            <p:ph type="sldImg"/>
          </p:nvPr>
        </p:nvSpPr>
        <p:spPr/>
        <p:txBody>
          <a:bodyPr/>
          <a:lstStyle/>
          <a:p>
            <a:endParaRPr lang="en-US"/>
          </a:p>
        </p:txBody>
      </p:sp>
      <p:sp>
        <p:nvSpPr>
          <p:cNvPr id="3" name="Symbol zastępczy notatek 2">
            <a:extLst>
              <a:ext uri="{FF2B5EF4-FFF2-40B4-BE49-F238E27FC236}">
                <a16:creationId xmlns:a16="http://schemas.microsoft.com/office/drawing/2014/main" id="{7E028B0B-CCA9-81FA-00C2-7561697CAA36}"/>
              </a:ext>
            </a:extLst>
          </p:cNvPr>
          <p:cNvSpPr>
            <a:spLocks noGrp="1"/>
          </p:cNvSpPr>
          <p:nvPr>
            <p:ph type="body" idx="1"/>
          </p:nvPr>
        </p:nvSpPr>
        <p:spPr/>
        <p:txBody>
          <a:bodyPr/>
          <a:lstStyle/>
          <a:p>
            <a:endParaRPr lang="en-US" dirty="0"/>
          </a:p>
        </p:txBody>
      </p:sp>
      <p:sp>
        <p:nvSpPr>
          <p:cNvPr id="4" name="Symbol zastępczy numeru slajdu 3">
            <a:extLst>
              <a:ext uri="{FF2B5EF4-FFF2-40B4-BE49-F238E27FC236}">
                <a16:creationId xmlns:a16="http://schemas.microsoft.com/office/drawing/2014/main" id="{66199B2E-9142-202B-185F-A384DBA2AE70}"/>
              </a:ext>
            </a:extLst>
          </p:cNvPr>
          <p:cNvSpPr>
            <a:spLocks noGrp="1"/>
          </p:cNvSpPr>
          <p:nvPr>
            <p:ph type="sldNum" sz="quarter" idx="5"/>
          </p:nvPr>
        </p:nvSpPr>
        <p:spPr/>
        <p:txBody>
          <a:bodyPr/>
          <a:lstStyle/>
          <a:p>
            <a:fld id="{583D7F03-7197-42E4-9778-D52D335F305D}" type="slidenum">
              <a:rPr lang="en-US" smtClean="0"/>
              <a:t>8</a:t>
            </a:fld>
            <a:endParaRPr lang="en-US"/>
          </a:p>
        </p:txBody>
      </p:sp>
    </p:spTree>
    <p:extLst>
      <p:ext uri="{BB962C8B-B14F-4D97-AF65-F5344CB8AC3E}">
        <p14:creationId xmlns:p14="http://schemas.microsoft.com/office/powerpoint/2010/main" val="112674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332CA-85A8-A44F-F7F0-802848A946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52FFC50-B98E-45BB-0118-2B09714D3D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E2D5DF-840E-0993-11D1-AAA521D56F96}"/>
              </a:ext>
            </a:extLst>
          </p:cNvPr>
          <p:cNvSpPr>
            <a:spLocks noGrp="1"/>
          </p:cNvSpPr>
          <p:nvPr>
            <p:ph type="dt" sz="half" idx="10"/>
          </p:nvPr>
        </p:nvSpPr>
        <p:spPr/>
        <p:txBody>
          <a:bodyPr/>
          <a:lstStyle/>
          <a:p>
            <a:fld id="{783DC7D5-4D76-4679-A391-31CBAFA90932}" type="datetimeFigureOut">
              <a:rPr lang="en-US" smtClean="0"/>
              <a:t>4/5/2026</a:t>
            </a:fld>
            <a:endParaRPr lang="en-US"/>
          </a:p>
        </p:txBody>
      </p:sp>
      <p:sp>
        <p:nvSpPr>
          <p:cNvPr id="5" name="Footer Placeholder 4">
            <a:extLst>
              <a:ext uri="{FF2B5EF4-FFF2-40B4-BE49-F238E27FC236}">
                <a16:creationId xmlns:a16="http://schemas.microsoft.com/office/drawing/2014/main" id="{0694D1D5-E8AF-342E-705C-AE4C010852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552823-B688-A38B-17EF-3FEDFDA5211F}"/>
              </a:ext>
            </a:extLst>
          </p:cNvPr>
          <p:cNvSpPr>
            <a:spLocks noGrp="1"/>
          </p:cNvSpPr>
          <p:nvPr>
            <p:ph type="sldNum" sz="quarter" idx="12"/>
          </p:nvPr>
        </p:nvSpPr>
        <p:spPr/>
        <p:txBody>
          <a:bodyPr/>
          <a:lstStyle/>
          <a:p>
            <a:fld id="{02B09E66-07F0-48AB-B31F-400C003F37E3}" type="slidenum">
              <a:rPr lang="en-US" smtClean="0"/>
              <a:t>‹#›</a:t>
            </a:fld>
            <a:endParaRPr lang="en-US"/>
          </a:p>
        </p:txBody>
      </p:sp>
    </p:spTree>
    <p:extLst>
      <p:ext uri="{BB962C8B-B14F-4D97-AF65-F5344CB8AC3E}">
        <p14:creationId xmlns:p14="http://schemas.microsoft.com/office/powerpoint/2010/main" val="3735137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DE4B3-132B-83A5-2743-CBE9BC3BC8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00CCFE-7693-8884-0C3F-822ABA3C69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B34CA-5271-55F1-6AFA-82A90882F805}"/>
              </a:ext>
            </a:extLst>
          </p:cNvPr>
          <p:cNvSpPr>
            <a:spLocks noGrp="1"/>
          </p:cNvSpPr>
          <p:nvPr>
            <p:ph type="dt" sz="half" idx="10"/>
          </p:nvPr>
        </p:nvSpPr>
        <p:spPr/>
        <p:txBody>
          <a:bodyPr/>
          <a:lstStyle/>
          <a:p>
            <a:fld id="{783DC7D5-4D76-4679-A391-31CBAFA90932}" type="datetimeFigureOut">
              <a:rPr lang="en-US" smtClean="0"/>
              <a:t>4/5/2026</a:t>
            </a:fld>
            <a:endParaRPr lang="en-US"/>
          </a:p>
        </p:txBody>
      </p:sp>
      <p:sp>
        <p:nvSpPr>
          <p:cNvPr id="5" name="Footer Placeholder 4">
            <a:extLst>
              <a:ext uri="{FF2B5EF4-FFF2-40B4-BE49-F238E27FC236}">
                <a16:creationId xmlns:a16="http://schemas.microsoft.com/office/drawing/2014/main" id="{D35BFFB0-D236-17CC-F596-41DA82DA3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EF85A3-9CB6-5F69-EFCD-88F1076FF680}"/>
              </a:ext>
            </a:extLst>
          </p:cNvPr>
          <p:cNvSpPr>
            <a:spLocks noGrp="1"/>
          </p:cNvSpPr>
          <p:nvPr>
            <p:ph type="sldNum" sz="quarter" idx="12"/>
          </p:nvPr>
        </p:nvSpPr>
        <p:spPr/>
        <p:txBody>
          <a:bodyPr/>
          <a:lstStyle/>
          <a:p>
            <a:fld id="{02B09E66-07F0-48AB-B31F-400C003F37E3}" type="slidenum">
              <a:rPr lang="en-US" smtClean="0"/>
              <a:t>‹#›</a:t>
            </a:fld>
            <a:endParaRPr lang="en-US"/>
          </a:p>
        </p:txBody>
      </p:sp>
    </p:spTree>
    <p:extLst>
      <p:ext uri="{BB962C8B-B14F-4D97-AF65-F5344CB8AC3E}">
        <p14:creationId xmlns:p14="http://schemas.microsoft.com/office/powerpoint/2010/main" val="1273458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020B7-F9C9-13AC-B4AE-B3967BC9EE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CE9105-ABDA-4736-7007-B6853BE170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4D09C2-4FA4-0F6D-65FA-995661FDEA89}"/>
              </a:ext>
            </a:extLst>
          </p:cNvPr>
          <p:cNvSpPr>
            <a:spLocks noGrp="1"/>
          </p:cNvSpPr>
          <p:nvPr>
            <p:ph type="dt" sz="half" idx="10"/>
          </p:nvPr>
        </p:nvSpPr>
        <p:spPr/>
        <p:txBody>
          <a:bodyPr/>
          <a:lstStyle/>
          <a:p>
            <a:fld id="{783DC7D5-4D76-4679-A391-31CBAFA90932}" type="datetimeFigureOut">
              <a:rPr lang="en-US" smtClean="0"/>
              <a:t>4/5/2026</a:t>
            </a:fld>
            <a:endParaRPr lang="en-US"/>
          </a:p>
        </p:txBody>
      </p:sp>
      <p:sp>
        <p:nvSpPr>
          <p:cNvPr id="5" name="Footer Placeholder 4">
            <a:extLst>
              <a:ext uri="{FF2B5EF4-FFF2-40B4-BE49-F238E27FC236}">
                <a16:creationId xmlns:a16="http://schemas.microsoft.com/office/drawing/2014/main" id="{6F9B737E-1B51-2B0C-79C3-AA1AB3D1E5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8DB55B-30F4-FCF5-72BA-81C84BA55A46}"/>
              </a:ext>
            </a:extLst>
          </p:cNvPr>
          <p:cNvSpPr>
            <a:spLocks noGrp="1"/>
          </p:cNvSpPr>
          <p:nvPr>
            <p:ph type="sldNum" sz="quarter" idx="12"/>
          </p:nvPr>
        </p:nvSpPr>
        <p:spPr/>
        <p:txBody>
          <a:bodyPr/>
          <a:lstStyle/>
          <a:p>
            <a:fld id="{02B09E66-07F0-48AB-B31F-400C003F37E3}" type="slidenum">
              <a:rPr lang="en-US" smtClean="0"/>
              <a:t>‹#›</a:t>
            </a:fld>
            <a:endParaRPr lang="en-US"/>
          </a:p>
        </p:txBody>
      </p:sp>
    </p:spTree>
    <p:extLst>
      <p:ext uri="{BB962C8B-B14F-4D97-AF65-F5344CB8AC3E}">
        <p14:creationId xmlns:p14="http://schemas.microsoft.com/office/powerpoint/2010/main" val="2939834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36031-7FB2-0C1D-5A93-52B986191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8B9E38-7FC2-F7AE-DD61-974B30AADF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F273DE-30CA-5A8B-1AB6-D3CADE634F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22EBAD-4F63-5B18-B8AF-B5E37CF276D4}"/>
              </a:ext>
            </a:extLst>
          </p:cNvPr>
          <p:cNvSpPr>
            <a:spLocks noGrp="1"/>
          </p:cNvSpPr>
          <p:nvPr>
            <p:ph type="dt" sz="half" idx="10"/>
          </p:nvPr>
        </p:nvSpPr>
        <p:spPr/>
        <p:txBody>
          <a:bodyPr/>
          <a:lstStyle/>
          <a:p>
            <a:fld id="{783DC7D5-4D76-4679-A391-31CBAFA90932}" type="datetimeFigureOut">
              <a:rPr lang="en-US" smtClean="0"/>
              <a:t>4/5/2026</a:t>
            </a:fld>
            <a:endParaRPr lang="en-US"/>
          </a:p>
        </p:txBody>
      </p:sp>
      <p:sp>
        <p:nvSpPr>
          <p:cNvPr id="6" name="Footer Placeholder 5">
            <a:extLst>
              <a:ext uri="{FF2B5EF4-FFF2-40B4-BE49-F238E27FC236}">
                <a16:creationId xmlns:a16="http://schemas.microsoft.com/office/drawing/2014/main" id="{2D2D032F-EF20-749F-D600-7277E3AE52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BDE34E-5F86-0A0C-E6E1-28959B81BEFD}"/>
              </a:ext>
            </a:extLst>
          </p:cNvPr>
          <p:cNvSpPr>
            <a:spLocks noGrp="1"/>
          </p:cNvSpPr>
          <p:nvPr>
            <p:ph type="sldNum" sz="quarter" idx="12"/>
          </p:nvPr>
        </p:nvSpPr>
        <p:spPr/>
        <p:txBody>
          <a:bodyPr/>
          <a:lstStyle/>
          <a:p>
            <a:fld id="{02B09E66-07F0-48AB-B31F-400C003F37E3}" type="slidenum">
              <a:rPr lang="en-US" smtClean="0"/>
              <a:t>‹#›</a:t>
            </a:fld>
            <a:endParaRPr lang="en-US"/>
          </a:p>
        </p:txBody>
      </p:sp>
    </p:spTree>
    <p:extLst>
      <p:ext uri="{BB962C8B-B14F-4D97-AF65-F5344CB8AC3E}">
        <p14:creationId xmlns:p14="http://schemas.microsoft.com/office/powerpoint/2010/main" val="4006489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9D96A-B277-8388-F7B0-5068DFBDEA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034513-3231-231C-130B-F655B007B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D11966-1223-9692-C64C-68F6B5FEC1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8459A1-DC9E-0C88-F6FD-194B467F84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0B534A-BCC5-4FE9-E055-5FC972A8D5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C15C0B-27A2-7AE2-BC80-3AE861F202CF}"/>
              </a:ext>
            </a:extLst>
          </p:cNvPr>
          <p:cNvSpPr>
            <a:spLocks noGrp="1"/>
          </p:cNvSpPr>
          <p:nvPr>
            <p:ph type="dt" sz="half" idx="10"/>
          </p:nvPr>
        </p:nvSpPr>
        <p:spPr/>
        <p:txBody>
          <a:bodyPr/>
          <a:lstStyle/>
          <a:p>
            <a:fld id="{783DC7D5-4D76-4679-A391-31CBAFA90932}" type="datetimeFigureOut">
              <a:rPr lang="en-US" smtClean="0"/>
              <a:t>4/5/2026</a:t>
            </a:fld>
            <a:endParaRPr lang="en-US"/>
          </a:p>
        </p:txBody>
      </p:sp>
      <p:sp>
        <p:nvSpPr>
          <p:cNvPr id="8" name="Footer Placeholder 7">
            <a:extLst>
              <a:ext uri="{FF2B5EF4-FFF2-40B4-BE49-F238E27FC236}">
                <a16:creationId xmlns:a16="http://schemas.microsoft.com/office/drawing/2014/main" id="{3ABFA42A-C695-11E1-7724-7BB32D8786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103B81-5DD6-63D1-593D-55CA3AFAB360}"/>
              </a:ext>
            </a:extLst>
          </p:cNvPr>
          <p:cNvSpPr>
            <a:spLocks noGrp="1"/>
          </p:cNvSpPr>
          <p:nvPr>
            <p:ph type="sldNum" sz="quarter" idx="12"/>
          </p:nvPr>
        </p:nvSpPr>
        <p:spPr/>
        <p:txBody>
          <a:bodyPr/>
          <a:lstStyle/>
          <a:p>
            <a:fld id="{02B09E66-07F0-48AB-B31F-400C003F37E3}" type="slidenum">
              <a:rPr lang="en-US" smtClean="0"/>
              <a:t>‹#›</a:t>
            </a:fld>
            <a:endParaRPr lang="en-US"/>
          </a:p>
        </p:txBody>
      </p:sp>
    </p:spTree>
    <p:extLst>
      <p:ext uri="{BB962C8B-B14F-4D97-AF65-F5344CB8AC3E}">
        <p14:creationId xmlns:p14="http://schemas.microsoft.com/office/powerpoint/2010/main" val="3942132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0D25D-BADB-7C0C-DD66-A9E2B4A44D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65EB57-2494-4E83-7292-75DF2717F51A}"/>
              </a:ext>
            </a:extLst>
          </p:cNvPr>
          <p:cNvSpPr>
            <a:spLocks noGrp="1"/>
          </p:cNvSpPr>
          <p:nvPr>
            <p:ph type="dt" sz="half" idx="10"/>
          </p:nvPr>
        </p:nvSpPr>
        <p:spPr/>
        <p:txBody>
          <a:bodyPr/>
          <a:lstStyle/>
          <a:p>
            <a:fld id="{783DC7D5-4D76-4679-A391-31CBAFA90932}" type="datetimeFigureOut">
              <a:rPr lang="en-US" smtClean="0"/>
              <a:t>4/5/2026</a:t>
            </a:fld>
            <a:endParaRPr lang="en-US"/>
          </a:p>
        </p:txBody>
      </p:sp>
      <p:sp>
        <p:nvSpPr>
          <p:cNvPr id="4" name="Footer Placeholder 3">
            <a:extLst>
              <a:ext uri="{FF2B5EF4-FFF2-40B4-BE49-F238E27FC236}">
                <a16:creationId xmlns:a16="http://schemas.microsoft.com/office/drawing/2014/main" id="{DB6E685C-6440-03FB-8C4E-59070373C8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8A13E0-BE0E-980D-818A-8E88C06CBC6C}"/>
              </a:ext>
            </a:extLst>
          </p:cNvPr>
          <p:cNvSpPr>
            <a:spLocks noGrp="1"/>
          </p:cNvSpPr>
          <p:nvPr>
            <p:ph type="sldNum" sz="quarter" idx="12"/>
          </p:nvPr>
        </p:nvSpPr>
        <p:spPr/>
        <p:txBody>
          <a:bodyPr/>
          <a:lstStyle/>
          <a:p>
            <a:fld id="{02B09E66-07F0-48AB-B31F-400C003F37E3}" type="slidenum">
              <a:rPr lang="en-US" smtClean="0"/>
              <a:t>‹#›</a:t>
            </a:fld>
            <a:endParaRPr lang="en-US"/>
          </a:p>
        </p:txBody>
      </p:sp>
    </p:spTree>
    <p:extLst>
      <p:ext uri="{BB962C8B-B14F-4D97-AF65-F5344CB8AC3E}">
        <p14:creationId xmlns:p14="http://schemas.microsoft.com/office/powerpoint/2010/main" val="2985139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A45830-6E9B-9456-6CA8-2377D36DB5A5}"/>
              </a:ext>
            </a:extLst>
          </p:cNvPr>
          <p:cNvSpPr>
            <a:spLocks noGrp="1"/>
          </p:cNvSpPr>
          <p:nvPr>
            <p:ph type="dt" sz="half" idx="10"/>
          </p:nvPr>
        </p:nvSpPr>
        <p:spPr/>
        <p:txBody>
          <a:bodyPr/>
          <a:lstStyle/>
          <a:p>
            <a:fld id="{783DC7D5-4D76-4679-A391-31CBAFA90932}" type="datetimeFigureOut">
              <a:rPr lang="en-US" smtClean="0"/>
              <a:t>4/5/2026</a:t>
            </a:fld>
            <a:endParaRPr lang="en-US"/>
          </a:p>
        </p:txBody>
      </p:sp>
      <p:sp>
        <p:nvSpPr>
          <p:cNvPr id="3" name="Footer Placeholder 2">
            <a:extLst>
              <a:ext uri="{FF2B5EF4-FFF2-40B4-BE49-F238E27FC236}">
                <a16:creationId xmlns:a16="http://schemas.microsoft.com/office/drawing/2014/main" id="{B158CA50-43E3-8CE3-98AC-DE04D18E8A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18B89A-8DFE-4D36-2508-C08FC9E65E8E}"/>
              </a:ext>
            </a:extLst>
          </p:cNvPr>
          <p:cNvSpPr>
            <a:spLocks noGrp="1"/>
          </p:cNvSpPr>
          <p:nvPr>
            <p:ph type="sldNum" sz="quarter" idx="12"/>
          </p:nvPr>
        </p:nvSpPr>
        <p:spPr/>
        <p:txBody>
          <a:bodyPr/>
          <a:lstStyle/>
          <a:p>
            <a:fld id="{02B09E66-07F0-48AB-B31F-400C003F37E3}" type="slidenum">
              <a:rPr lang="en-US" smtClean="0"/>
              <a:t>‹#›</a:t>
            </a:fld>
            <a:endParaRPr lang="en-US"/>
          </a:p>
        </p:txBody>
      </p:sp>
    </p:spTree>
    <p:extLst>
      <p:ext uri="{BB962C8B-B14F-4D97-AF65-F5344CB8AC3E}">
        <p14:creationId xmlns:p14="http://schemas.microsoft.com/office/powerpoint/2010/main" val="444952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15379-2ECF-A6D6-B85D-90DF8087EE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003E64-CE2D-7B8B-63BD-B48235499A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1AFBA4-928B-9329-F1DF-AF1F9E436B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4F36D3-E685-24AF-F778-65396A07AA19}"/>
              </a:ext>
            </a:extLst>
          </p:cNvPr>
          <p:cNvSpPr>
            <a:spLocks noGrp="1"/>
          </p:cNvSpPr>
          <p:nvPr>
            <p:ph type="dt" sz="half" idx="10"/>
          </p:nvPr>
        </p:nvSpPr>
        <p:spPr/>
        <p:txBody>
          <a:bodyPr/>
          <a:lstStyle/>
          <a:p>
            <a:fld id="{783DC7D5-4D76-4679-A391-31CBAFA90932}" type="datetimeFigureOut">
              <a:rPr lang="en-US" smtClean="0"/>
              <a:t>4/5/2026</a:t>
            </a:fld>
            <a:endParaRPr lang="en-US"/>
          </a:p>
        </p:txBody>
      </p:sp>
      <p:sp>
        <p:nvSpPr>
          <p:cNvPr id="6" name="Footer Placeholder 5">
            <a:extLst>
              <a:ext uri="{FF2B5EF4-FFF2-40B4-BE49-F238E27FC236}">
                <a16:creationId xmlns:a16="http://schemas.microsoft.com/office/drawing/2014/main" id="{2B5C4B8E-4840-0DF1-2189-93EBC2B7AE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3DF11D-93C4-70A3-E20A-67B460A10024}"/>
              </a:ext>
            </a:extLst>
          </p:cNvPr>
          <p:cNvSpPr>
            <a:spLocks noGrp="1"/>
          </p:cNvSpPr>
          <p:nvPr>
            <p:ph type="sldNum" sz="quarter" idx="12"/>
          </p:nvPr>
        </p:nvSpPr>
        <p:spPr/>
        <p:txBody>
          <a:bodyPr/>
          <a:lstStyle/>
          <a:p>
            <a:fld id="{02B09E66-07F0-48AB-B31F-400C003F37E3}" type="slidenum">
              <a:rPr lang="en-US" smtClean="0"/>
              <a:t>‹#›</a:t>
            </a:fld>
            <a:endParaRPr lang="en-US"/>
          </a:p>
        </p:txBody>
      </p:sp>
    </p:spTree>
    <p:extLst>
      <p:ext uri="{BB962C8B-B14F-4D97-AF65-F5344CB8AC3E}">
        <p14:creationId xmlns:p14="http://schemas.microsoft.com/office/powerpoint/2010/main" val="223221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21D6-A2A9-5C00-555B-CF8EFF23C6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48E170-7BC2-1FA9-716D-DA05A4B55D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16034C9-83A4-D79F-3719-2F4F0D746B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02F53-6C2A-E201-F362-CA043AA618F4}"/>
              </a:ext>
            </a:extLst>
          </p:cNvPr>
          <p:cNvSpPr>
            <a:spLocks noGrp="1"/>
          </p:cNvSpPr>
          <p:nvPr>
            <p:ph type="dt" sz="half" idx="10"/>
          </p:nvPr>
        </p:nvSpPr>
        <p:spPr/>
        <p:txBody>
          <a:bodyPr/>
          <a:lstStyle/>
          <a:p>
            <a:fld id="{783DC7D5-4D76-4679-A391-31CBAFA90932}" type="datetimeFigureOut">
              <a:rPr lang="en-US" smtClean="0"/>
              <a:t>4/5/2026</a:t>
            </a:fld>
            <a:endParaRPr lang="en-US"/>
          </a:p>
        </p:txBody>
      </p:sp>
      <p:sp>
        <p:nvSpPr>
          <p:cNvPr id="6" name="Footer Placeholder 5">
            <a:extLst>
              <a:ext uri="{FF2B5EF4-FFF2-40B4-BE49-F238E27FC236}">
                <a16:creationId xmlns:a16="http://schemas.microsoft.com/office/drawing/2014/main" id="{B875F5C9-FC76-4AB3-2AAE-D1ECD043B2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EF40C9-E37A-0F43-A1B8-1C15AC8BE56F}"/>
              </a:ext>
            </a:extLst>
          </p:cNvPr>
          <p:cNvSpPr>
            <a:spLocks noGrp="1"/>
          </p:cNvSpPr>
          <p:nvPr>
            <p:ph type="sldNum" sz="quarter" idx="12"/>
          </p:nvPr>
        </p:nvSpPr>
        <p:spPr/>
        <p:txBody>
          <a:bodyPr/>
          <a:lstStyle/>
          <a:p>
            <a:fld id="{02B09E66-07F0-48AB-B31F-400C003F37E3}" type="slidenum">
              <a:rPr lang="en-US" smtClean="0"/>
              <a:t>‹#›</a:t>
            </a:fld>
            <a:endParaRPr lang="en-US"/>
          </a:p>
        </p:txBody>
      </p:sp>
    </p:spTree>
    <p:extLst>
      <p:ext uri="{BB962C8B-B14F-4D97-AF65-F5344CB8AC3E}">
        <p14:creationId xmlns:p14="http://schemas.microsoft.com/office/powerpoint/2010/main" val="3666916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C199B-9503-B417-CF08-73FB88A77F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BCB738-529D-4CA4-E043-AA4DE1B540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AE0CD9-0448-8E6C-4B78-2CECD1EF5F8E}"/>
              </a:ext>
            </a:extLst>
          </p:cNvPr>
          <p:cNvSpPr>
            <a:spLocks noGrp="1"/>
          </p:cNvSpPr>
          <p:nvPr>
            <p:ph type="dt" sz="half" idx="10"/>
          </p:nvPr>
        </p:nvSpPr>
        <p:spPr/>
        <p:txBody>
          <a:bodyPr/>
          <a:lstStyle/>
          <a:p>
            <a:fld id="{783DC7D5-4D76-4679-A391-31CBAFA90932}" type="datetimeFigureOut">
              <a:rPr lang="en-US" smtClean="0"/>
              <a:t>4/5/2026</a:t>
            </a:fld>
            <a:endParaRPr lang="en-US"/>
          </a:p>
        </p:txBody>
      </p:sp>
      <p:sp>
        <p:nvSpPr>
          <p:cNvPr id="5" name="Footer Placeholder 4">
            <a:extLst>
              <a:ext uri="{FF2B5EF4-FFF2-40B4-BE49-F238E27FC236}">
                <a16:creationId xmlns:a16="http://schemas.microsoft.com/office/drawing/2014/main" id="{E4B2D9D0-E7BC-793F-EBD5-E50CFEE3CC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AD2100-B4C9-9382-D087-4543B17B26A1}"/>
              </a:ext>
            </a:extLst>
          </p:cNvPr>
          <p:cNvSpPr>
            <a:spLocks noGrp="1"/>
          </p:cNvSpPr>
          <p:nvPr>
            <p:ph type="sldNum" sz="quarter" idx="12"/>
          </p:nvPr>
        </p:nvSpPr>
        <p:spPr/>
        <p:txBody>
          <a:bodyPr/>
          <a:lstStyle/>
          <a:p>
            <a:fld id="{02B09E66-07F0-48AB-B31F-400C003F37E3}" type="slidenum">
              <a:rPr lang="en-US" smtClean="0"/>
              <a:t>‹#›</a:t>
            </a:fld>
            <a:endParaRPr lang="en-US"/>
          </a:p>
        </p:txBody>
      </p:sp>
    </p:spTree>
    <p:extLst>
      <p:ext uri="{BB962C8B-B14F-4D97-AF65-F5344CB8AC3E}">
        <p14:creationId xmlns:p14="http://schemas.microsoft.com/office/powerpoint/2010/main" val="2439534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753A06-C757-3F42-1BE6-EFD332C3E9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C61104-2880-E51C-E0C6-52AF223B7B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16BE62-7C0C-A74A-D0C1-7FCF9DA0DF00}"/>
              </a:ext>
            </a:extLst>
          </p:cNvPr>
          <p:cNvSpPr>
            <a:spLocks noGrp="1"/>
          </p:cNvSpPr>
          <p:nvPr>
            <p:ph type="dt" sz="half" idx="10"/>
          </p:nvPr>
        </p:nvSpPr>
        <p:spPr/>
        <p:txBody>
          <a:bodyPr/>
          <a:lstStyle/>
          <a:p>
            <a:fld id="{783DC7D5-4D76-4679-A391-31CBAFA90932}" type="datetimeFigureOut">
              <a:rPr lang="en-US" smtClean="0"/>
              <a:t>4/5/2026</a:t>
            </a:fld>
            <a:endParaRPr lang="en-US"/>
          </a:p>
        </p:txBody>
      </p:sp>
      <p:sp>
        <p:nvSpPr>
          <p:cNvPr id="5" name="Footer Placeholder 4">
            <a:extLst>
              <a:ext uri="{FF2B5EF4-FFF2-40B4-BE49-F238E27FC236}">
                <a16:creationId xmlns:a16="http://schemas.microsoft.com/office/drawing/2014/main" id="{4BB8DD3E-CA3A-05B3-CA96-C920EB4493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83BBBF-35DD-F10B-827A-E14C9728B1F5}"/>
              </a:ext>
            </a:extLst>
          </p:cNvPr>
          <p:cNvSpPr>
            <a:spLocks noGrp="1"/>
          </p:cNvSpPr>
          <p:nvPr>
            <p:ph type="sldNum" sz="quarter" idx="12"/>
          </p:nvPr>
        </p:nvSpPr>
        <p:spPr/>
        <p:txBody>
          <a:bodyPr/>
          <a:lstStyle/>
          <a:p>
            <a:fld id="{02B09E66-07F0-48AB-B31F-400C003F37E3}" type="slidenum">
              <a:rPr lang="en-US" smtClean="0"/>
              <a:t>‹#›</a:t>
            </a:fld>
            <a:endParaRPr lang="en-US"/>
          </a:p>
        </p:txBody>
      </p:sp>
    </p:spTree>
    <p:extLst>
      <p:ext uri="{BB962C8B-B14F-4D97-AF65-F5344CB8AC3E}">
        <p14:creationId xmlns:p14="http://schemas.microsoft.com/office/powerpoint/2010/main" val="3692257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749CB-74CC-5D46-B148-11027265E9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C9D360-C622-AB11-B89C-2B0A30A0C6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0FD4EE-E6CB-BF3A-214B-B0C817C9E3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3DC7D5-4D76-4679-A391-31CBAFA90932}" type="datetimeFigureOut">
              <a:rPr lang="en-US" smtClean="0"/>
              <a:t>4/5/2026</a:t>
            </a:fld>
            <a:endParaRPr lang="en-US"/>
          </a:p>
        </p:txBody>
      </p:sp>
      <p:sp>
        <p:nvSpPr>
          <p:cNvPr id="5" name="Footer Placeholder 4">
            <a:extLst>
              <a:ext uri="{FF2B5EF4-FFF2-40B4-BE49-F238E27FC236}">
                <a16:creationId xmlns:a16="http://schemas.microsoft.com/office/drawing/2014/main" id="{68F2BDF7-3175-7879-1EFB-79C312B119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FECFED2-DD52-1D59-3D1A-CB449D5D8F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B09E66-07F0-48AB-B31F-400C003F37E3}" type="slidenum">
              <a:rPr lang="en-US" smtClean="0"/>
              <a:t>‹#›</a:t>
            </a:fld>
            <a:endParaRPr lang="en-US"/>
          </a:p>
        </p:txBody>
      </p:sp>
    </p:spTree>
    <p:extLst>
      <p:ext uri="{BB962C8B-B14F-4D97-AF65-F5344CB8AC3E}">
        <p14:creationId xmlns:p14="http://schemas.microsoft.com/office/powerpoint/2010/main" val="919356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ostokąt: zaokrąglone rogi 48">
            <a:extLst>
              <a:ext uri="{FF2B5EF4-FFF2-40B4-BE49-F238E27FC236}">
                <a16:creationId xmlns:a16="http://schemas.microsoft.com/office/drawing/2014/main" id="{00E3EF20-8713-973F-1F1F-5AC08054FF40}"/>
              </a:ext>
            </a:extLst>
          </p:cNvPr>
          <p:cNvSpPr/>
          <p:nvPr/>
        </p:nvSpPr>
        <p:spPr>
          <a:xfrm>
            <a:off x="2930925" y="2077081"/>
            <a:ext cx="6330150" cy="2703838"/>
          </a:xfrm>
          <a:prstGeom prst="roundRect">
            <a:avLst>
              <a:gd name="adj" fmla="val 9724"/>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3200" b="1" dirty="0">
                <a:solidFill>
                  <a:schemeClr val="tx1"/>
                </a:solidFill>
              </a:rPr>
              <a:t>Asset Pipeline</a:t>
            </a:r>
          </a:p>
          <a:p>
            <a:pPr algn="ctr"/>
            <a:r>
              <a:rPr lang="en-US" sz="3200" b="1" dirty="0">
                <a:solidFill>
                  <a:schemeClr val="tx1"/>
                </a:solidFill>
              </a:rPr>
              <a:t>of Fools Engine</a:t>
            </a:r>
          </a:p>
        </p:txBody>
      </p:sp>
      <p:sp>
        <p:nvSpPr>
          <p:cNvPr id="5" name="Rectangle: Rounded Corners 4">
            <a:extLst>
              <a:ext uri="{FF2B5EF4-FFF2-40B4-BE49-F238E27FC236}">
                <a16:creationId xmlns:a16="http://schemas.microsoft.com/office/drawing/2014/main" id="{C08E659E-F4D7-EE37-2E21-72B8063294EB}"/>
              </a:ext>
            </a:extLst>
          </p:cNvPr>
          <p:cNvSpPr/>
          <p:nvPr/>
        </p:nvSpPr>
        <p:spPr>
          <a:xfrm>
            <a:off x="6891306" y="4638612"/>
            <a:ext cx="2113415" cy="442061"/>
          </a:xfrm>
          <a:prstGeom prst="roundRect">
            <a:avLst>
              <a:gd name="adj" fmla="val 33105"/>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Work in progress</a:t>
            </a:r>
          </a:p>
        </p:txBody>
      </p:sp>
    </p:spTree>
    <p:extLst>
      <p:ext uri="{BB962C8B-B14F-4D97-AF65-F5344CB8AC3E}">
        <p14:creationId xmlns:p14="http://schemas.microsoft.com/office/powerpoint/2010/main" val="1782496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3515B-8A5D-5512-F0A6-CA582041B9C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C572B52-5592-2D0B-92B4-E3613C8AEFE7}"/>
              </a:ext>
            </a:extLst>
          </p:cNvPr>
          <p:cNvSpPr/>
          <p:nvPr/>
        </p:nvSpPr>
        <p:spPr>
          <a:xfrm>
            <a:off x="4739951" y="384937"/>
            <a:ext cx="2712098" cy="58234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800" dirty="0"/>
              <a:t>Asset Types</a:t>
            </a:r>
            <a:endParaRPr lang="en-US" sz="1200" dirty="0"/>
          </a:p>
        </p:txBody>
      </p:sp>
      <p:graphicFrame>
        <p:nvGraphicFramePr>
          <p:cNvPr id="12" name="Diagram 11">
            <a:extLst>
              <a:ext uri="{FF2B5EF4-FFF2-40B4-BE49-F238E27FC236}">
                <a16:creationId xmlns:a16="http://schemas.microsoft.com/office/drawing/2014/main" id="{E3DD98C3-93A7-4B93-DAA6-D1CD8327F218}"/>
              </a:ext>
            </a:extLst>
          </p:cNvPr>
          <p:cNvGraphicFramePr/>
          <p:nvPr>
            <p:extLst>
              <p:ext uri="{D42A27DB-BD31-4B8C-83A1-F6EECF244321}">
                <p14:modId xmlns:p14="http://schemas.microsoft.com/office/powerpoint/2010/main" val="2729886742"/>
              </p:ext>
            </p:extLst>
          </p:nvPr>
        </p:nvGraphicFramePr>
        <p:xfrm>
          <a:off x="496596" y="1449356"/>
          <a:ext cx="11198808" cy="50237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2522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80DD8-D52F-6DBC-52B8-13B4220A2491}"/>
            </a:ext>
          </a:extLst>
        </p:cNvPr>
        <p:cNvGrpSpPr/>
        <p:nvPr/>
      </p:nvGrpSpPr>
      <p:grpSpPr>
        <a:xfrm>
          <a:off x="0" y="0"/>
          <a:ext cx="0" cy="0"/>
          <a:chOff x="0" y="0"/>
          <a:chExt cx="0" cy="0"/>
        </a:xfrm>
      </p:grpSpPr>
      <p:sp>
        <p:nvSpPr>
          <p:cNvPr id="38" name="Rectangle: Rounded Corners 168">
            <a:extLst>
              <a:ext uri="{FF2B5EF4-FFF2-40B4-BE49-F238E27FC236}">
                <a16:creationId xmlns:a16="http://schemas.microsoft.com/office/drawing/2014/main" id="{8ED14DD7-1AD6-E008-66CC-0454B0AF75E5}"/>
              </a:ext>
            </a:extLst>
          </p:cNvPr>
          <p:cNvSpPr/>
          <p:nvPr/>
        </p:nvSpPr>
        <p:spPr>
          <a:xfrm>
            <a:off x="192833" y="4343400"/>
            <a:ext cx="7850155" cy="2213810"/>
          </a:xfrm>
          <a:prstGeom prst="roundRect">
            <a:avLst>
              <a:gd name="adj" fmla="val 7466"/>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5D20D01B-3F32-BCF4-D68E-F06A5644955A}"/>
              </a:ext>
            </a:extLst>
          </p:cNvPr>
          <p:cNvSpPr/>
          <p:nvPr/>
        </p:nvSpPr>
        <p:spPr>
          <a:xfrm>
            <a:off x="3993600" y="384937"/>
            <a:ext cx="4204800" cy="58234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noProof="0" dirty="0"/>
              <a:t>Import Model and On-Disk Structure</a:t>
            </a:r>
            <a:endParaRPr lang="en-US" sz="1200" noProof="0" dirty="0"/>
          </a:p>
        </p:txBody>
      </p:sp>
      <p:sp>
        <p:nvSpPr>
          <p:cNvPr id="2" name="Rectangle: Rounded Corners 168">
            <a:extLst>
              <a:ext uri="{FF2B5EF4-FFF2-40B4-BE49-F238E27FC236}">
                <a16:creationId xmlns:a16="http://schemas.microsoft.com/office/drawing/2014/main" id="{BE757814-4EA0-3E67-F053-7A3F87E2312F}"/>
              </a:ext>
            </a:extLst>
          </p:cNvPr>
          <p:cNvSpPr/>
          <p:nvPr/>
        </p:nvSpPr>
        <p:spPr>
          <a:xfrm>
            <a:off x="8335445" y="3045306"/>
            <a:ext cx="3593702" cy="3511904"/>
          </a:xfrm>
          <a:prstGeom prst="roundRect">
            <a:avLst>
              <a:gd name="adj" fmla="val 7466"/>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 name="Rectangle: Rounded Corners 9">
            <a:extLst>
              <a:ext uri="{FF2B5EF4-FFF2-40B4-BE49-F238E27FC236}">
                <a16:creationId xmlns:a16="http://schemas.microsoft.com/office/drawing/2014/main" id="{DBBB637A-14B8-56A9-CFCA-9D1C471E7EE1}"/>
              </a:ext>
            </a:extLst>
          </p:cNvPr>
          <p:cNvSpPr/>
          <p:nvPr/>
        </p:nvSpPr>
        <p:spPr>
          <a:xfrm>
            <a:off x="8633392" y="3414916"/>
            <a:ext cx="1256082" cy="35094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tx1"/>
                </a:solidFill>
              </a:rPr>
              <a:t>Asset Source</a:t>
            </a:r>
          </a:p>
        </p:txBody>
      </p:sp>
      <p:sp>
        <p:nvSpPr>
          <p:cNvPr id="5" name="Rectangle: Rounded Corners 13">
            <a:extLst>
              <a:ext uri="{FF2B5EF4-FFF2-40B4-BE49-F238E27FC236}">
                <a16:creationId xmlns:a16="http://schemas.microsoft.com/office/drawing/2014/main" id="{3F1950E2-763D-B5DA-F9BC-CB124D3DD724}"/>
              </a:ext>
            </a:extLst>
          </p:cNvPr>
          <p:cNvSpPr/>
          <p:nvPr/>
        </p:nvSpPr>
        <p:spPr>
          <a:xfrm>
            <a:off x="10364321" y="4721112"/>
            <a:ext cx="1256082" cy="350943"/>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dirty="0">
                <a:solidFill>
                  <a:schemeClr val="tx1"/>
                </a:solidFill>
              </a:rPr>
              <a:t>Asset</a:t>
            </a:r>
          </a:p>
        </p:txBody>
      </p:sp>
      <p:sp>
        <p:nvSpPr>
          <p:cNvPr id="6" name="Rectangle: Rounded Corners 18">
            <a:extLst>
              <a:ext uri="{FF2B5EF4-FFF2-40B4-BE49-F238E27FC236}">
                <a16:creationId xmlns:a16="http://schemas.microsoft.com/office/drawing/2014/main" id="{CDE2AC8C-2940-B91E-3649-C5D34F5B091E}"/>
              </a:ext>
            </a:extLst>
          </p:cNvPr>
          <p:cNvSpPr/>
          <p:nvPr/>
        </p:nvSpPr>
        <p:spPr>
          <a:xfrm>
            <a:off x="10364321" y="5349272"/>
            <a:ext cx="1256082" cy="350943"/>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dirty="0">
                <a:solidFill>
                  <a:schemeClr val="tx1"/>
                </a:solidFill>
              </a:rPr>
              <a:t>Asset</a:t>
            </a:r>
          </a:p>
        </p:txBody>
      </p:sp>
      <p:sp>
        <p:nvSpPr>
          <p:cNvPr id="10" name="Rectangle: Rounded Corners 100">
            <a:extLst>
              <a:ext uri="{FF2B5EF4-FFF2-40B4-BE49-F238E27FC236}">
                <a16:creationId xmlns:a16="http://schemas.microsoft.com/office/drawing/2014/main" id="{04945E7D-430C-C6B0-9059-4405FC1BB1E3}"/>
              </a:ext>
            </a:extLst>
          </p:cNvPr>
          <p:cNvSpPr/>
          <p:nvPr/>
        </p:nvSpPr>
        <p:spPr>
          <a:xfrm>
            <a:off x="10389000" y="3414529"/>
            <a:ext cx="1256082" cy="350943"/>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dirty="0">
                <a:solidFill>
                  <a:schemeClr val="tx1"/>
                </a:solidFill>
              </a:rPr>
              <a:t>Asse</a:t>
            </a:r>
            <a:r>
              <a:rPr lang="pl-PL" sz="1400" dirty="0">
                <a:solidFill>
                  <a:schemeClr val="tx1"/>
                </a:solidFill>
              </a:rPr>
              <a:t>t</a:t>
            </a:r>
            <a:endParaRPr lang="en-US" sz="1400" dirty="0">
              <a:solidFill>
                <a:schemeClr val="tx1"/>
              </a:solidFill>
            </a:endParaRPr>
          </a:p>
        </p:txBody>
      </p:sp>
      <p:cxnSp>
        <p:nvCxnSpPr>
          <p:cNvPr id="11" name="Straight Arrow Connector 104">
            <a:extLst>
              <a:ext uri="{FF2B5EF4-FFF2-40B4-BE49-F238E27FC236}">
                <a16:creationId xmlns:a16="http://schemas.microsoft.com/office/drawing/2014/main" id="{F1C403A3-DC98-9ADB-3B00-2DEAB5553320}"/>
              </a:ext>
            </a:extLst>
          </p:cNvPr>
          <p:cNvCxnSpPr>
            <a:cxnSpLocks/>
            <a:stCxn id="10" idx="1"/>
            <a:endCxn id="3" idx="3"/>
          </p:cNvCxnSpPr>
          <p:nvPr/>
        </p:nvCxnSpPr>
        <p:spPr>
          <a:xfrm flipH="1">
            <a:off x="9889474" y="3590001"/>
            <a:ext cx="499526" cy="3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14">
            <a:extLst>
              <a:ext uri="{FF2B5EF4-FFF2-40B4-BE49-F238E27FC236}">
                <a16:creationId xmlns:a16="http://schemas.microsoft.com/office/drawing/2014/main" id="{92988032-4226-2CCF-D266-2570FFAE829C}"/>
              </a:ext>
            </a:extLst>
          </p:cNvPr>
          <p:cNvCxnSpPr>
            <a:cxnSpLocks/>
            <a:stCxn id="5" idx="1"/>
            <a:endCxn id="18" idx="3"/>
          </p:cNvCxnSpPr>
          <p:nvPr/>
        </p:nvCxnSpPr>
        <p:spPr>
          <a:xfrm flipH="1">
            <a:off x="9864795" y="4896584"/>
            <a:ext cx="499526" cy="130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16">
            <a:extLst>
              <a:ext uri="{FF2B5EF4-FFF2-40B4-BE49-F238E27FC236}">
                <a16:creationId xmlns:a16="http://schemas.microsoft.com/office/drawing/2014/main" id="{6D267437-8CBF-EC6D-2641-CC5D6CBE0882}"/>
              </a:ext>
            </a:extLst>
          </p:cNvPr>
          <p:cNvCxnSpPr>
            <a:cxnSpLocks/>
            <a:stCxn id="6" idx="1"/>
          </p:cNvCxnSpPr>
          <p:nvPr/>
        </p:nvCxnSpPr>
        <p:spPr>
          <a:xfrm flipH="1" flipV="1">
            <a:off x="9864795" y="5045633"/>
            <a:ext cx="499526" cy="4791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Rectangle: Rounded Corners 171">
            <a:extLst>
              <a:ext uri="{FF2B5EF4-FFF2-40B4-BE49-F238E27FC236}">
                <a16:creationId xmlns:a16="http://schemas.microsoft.com/office/drawing/2014/main" id="{158A8F84-E217-103A-7C69-5438DE0C88C8}"/>
              </a:ext>
            </a:extLst>
          </p:cNvPr>
          <p:cNvSpPr/>
          <p:nvPr/>
        </p:nvSpPr>
        <p:spPr>
          <a:xfrm>
            <a:off x="9186869" y="2693814"/>
            <a:ext cx="1792850" cy="582346"/>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2400" dirty="0"/>
              <a:t>Disk</a:t>
            </a:r>
          </a:p>
        </p:txBody>
      </p:sp>
      <p:sp>
        <p:nvSpPr>
          <p:cNvPr id="18" name="Rectangle: Rounded Corners 26">
            <a:extLst>
              <a:ext uri="{FF2B5EF4-FFF2-40B4-BE49-F238E27FC236}">
                <a16:creationId xmlns:a16="http://schemas.microsoft.com/office/drawing/2014/main" id="{25D679EC-2BCB-3AF7-78C5-622F16DC4B46}"/>
              </a:ext>
            </a:extLst>
          </p:cNvPr>
          <p:cNvSpPr/>
          <p:nvPr/>
        </p:nvSpPr>
        <p:spPr>
          <a:xfrm>
            <a:off x="8608713" y="4722416"/>
            <a:ext cx="1256082" cy="35094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tx1"/>
                </a:solidFill>
              </a:rPr>
              <a:t>Asset Source</a:t>
            </a:r>
          </a:p>
        </p:txBody>
      </p:sp>
      <p:sp>
        <p:nvSpPr>
          <p:cNvPr id="19" name="Rectangle: Rounded Corners 123">
            <a:extLst>
              <a:ext uri="{FF2B5EF4-FFF2-40B4-BE49-F238E27FC236}">
                <a16:creationId xmlns:a16="http://schemas.microsoft.com/office/drawing/2014/main" id="{16EC6BED-48F5-0F53-FA80-4F4381D9C240}"/>
              </a:ext>
            </a:extLst>
          </p:cNvPr>
          <p:cNvSpPr/>
          <p:nvPr/>
        </p:nvSpPr>
        <p:spPr>
          <a:xfrm>
            <a:off x="10364321" y="4076007"/>
            <a:ext cx="1256082" cy="350943"/>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dirty="0">
                <a:solidFill>
                  <a:schemeClr val="tx1"/>
                </a:solidFill>
              </a:rPr>
              <a:t>Asse</a:t>
            </a:r>
            <a:r>
              <a:rPr lang="pl-PL" sz="1400" dirty="0">
                <a:solidFill>
                  <a:schemeClr val="tx1"/>
                </a:solidFill>
              </a:rPr>
              <a:t>t</a:t>
            </a:r>
            <a:endParaRPr lang="en-US" sz="1400" dirty="0">
              <a:solidFill>
                <a:schemeClr val="tx1"/>
              </a:solidFill>
            </a:endParaRPr>
          </a:p>
        </p:txBody>
      </p:sp>
      <p:cxnSp>
        <p:nvCxnSpPr>
          <p:cNvPr id="20" name="Straight Arrow Connector 135">
            <a:extLst>
              <a:ext uri="{FF2B5EF4-FFF2-40B4-BE49-F238E27FC236}">
                <a16:creationId xmlns:a16="http://schemas.microsoft.com/office/drawing/2014/main" id="{5D41725F-8F12-6858-384C-BC73A97C4A6B}"/>
              </a:ext>
            </a:extLst>
          </p:cNvPr>
          <p:cNvCxnSpPr>
            <a:cxnSpLocks/>
            <a:stCxn id="19" idx="1"/>
          </p:cNvCxnSpPr>
          <p:nvPr/>
        </p:nvCxnSpPr>
        <p:spPr>
          <a:xfrm flipH="1">
            <a:off x="9864795" y="4251479"/>
            <a:ext cx="499526" cy="49779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2" name="Rectangle: Rounded Corners 2">
            <a:extLst>
              <a:ext uri="{FF2B5EF4-FFF2-40B4-BE49-F238E27FC236}">
                <a16:creationId xmlns:a16="http://schemas.microsoft.com/office/drawing/2014/main" id="{8F7C7281-9168-2EFB-0C2D-D97967E0E59B}"/>
              </a:ext>
            </a:extLst>
          </p:cNvPr>
          <p:cNvSpPr/>
          <p:nvPr/>
        </p:nvSpPr>
        <p:spPr>
          <a:xfrm>
            <a:off x="10364321" y="5894459"/>
            <a:ext cx="1256082" cy="350943"/>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400" dirty="0">
                <a:solidFill>
                  <a:schemeClr val="tx1"/>
                </a:solidFill>
              </a:rPr>
              <a:t>Asset</a:t>
            </a:r>
          </a:p>
        </p:txBody>
      </p:sp>
      <p:sp>
        <p:nvSpPr>
          <p:cNvPr id="28" name="TextBox 174">
            <a:extLst>
              <a:ext uri="{FF2B5EF4-FFF2-40B4-BE49-F238E27FC236}">
                <a16:creationId xmlns:a16="http://schemas.microsoft.com/office/drawing/2014/main" id="{4F258EE4-BD03-FD90-767D-984D08152B71}"/>
              </a:ext>
            </a:extLst>
          </p:cNvPr>
          <p:cNvSpPr txBox="1"/>
          <p:nvPr/>
        </p:nvSpPr>
        <p:spPr>
          <a:xfrm>
            <a:off x="398240" y="1245954"/>
            <a:ext cx="10887381" cy="830997"/>
          </a:xfrm>
          <a:prstGeom prst="rect">
            <a:avLst/>
          </a:prstGeom>
          <a:noFill/>
        </p:spPr>
        <p:txBody>
          <a:bodyPr wrap="square" rtlCol="0">
            <a:spAutoFit/>
          </a:bodyPr>
          <a:lstStyle/>
          <a:p>
            <a:r>
              <a:rPr lang="en-US" sz="1600" noProof="0" dirty="0"/>
              <a:t>Asset’s data is not saved to disk after importing. Loading and importing processes are unified in the editor. Import settings for a given asset are saved in an Asset file with metadata (</a:t>
            </a:r>
            <a:r>
              <a:rPr lang="en-US" sz="1600" noProof="0" dirty="0" err="1"/>
              <a:t>eg.</a:t>
            </a:r>
            <a:r>
              <a:rPr lang="en-US" sz="1600" noProof="0" dirty="0"/>
              <a:t> Texture resolution). Some asset</a:t>
            </a:r>
            <a:r>
              <a:rPr lang="pl-PL" sz="1600" noProof="0" dirty="0"/>
              <a:t>s</a:t>
            </a:r>
            <a:r>
              <a:rPr lang="en-US" sz="1600" noProof="0" dirty="0"/>
              <a:t> have only Asset files and no Asset Source files (e.g. Materials).</a:t>
            </a:r>
          </a:p>
        </p:txBody>
      </p:sp>
      <p:pic>
        <p:nvPicPr>
          <p:cNvPr id="30" name="Obraz 29">
            <a:extLst>
              <a:ext uri="{FF2B5EF4-FFF2-40B4-BE49-F238E27FC236}">
                <a16:creationId xmlns:a16="http://schemas.microsoft.com/office/drawing/2014/main" id="{0F9A35EA-67A7-CF41-D64E-BCACB7107375}"/>
              </a:ext>
            </a:extLst>
          </p:cNvPr>
          <p:cNvPicPr>
            <a:picLocks noChangeAspect="1"/>
          </p:cNvPicPr>
          <p:nvPr/>
        </p:nvPicPr>
        <p:blipFill>
          <a:blip r:embed="rId3"/>
          <a:stretch>
            <a:fillRect/>
          </a:stretch>
        </p:blipFill>
        <p:spPr>
          <a:xfrm>
            <a:off x="295972" y="5220430"/>
            <a:ext cx="3405171" cy="1157589"/>
          </a:xfrm>
          <a:prstGeom prst="rect">
            <a:avLst/>
          </a:prstGeom>
        </p:spPr>
      </p:pic>
      <p:sp>
        <p:nvSpPr>
          <p:cNvPr id="31" name="Rectangle: Rounded Corners 171">
            <a:extLst>
              <a:ext uri="{FF2B5EF4-FFF2-40B4-BE49-F238E27FC236}">
                <a16:creationId xmlns:a16="http://schemas.microsoft.com/office/drawing/2014/main" id="{F7DADEC0-D4BD-168C-E1AC-14C31AFDC9A7}"/>
              </a:ext>
            </a:extLst>
          </p:cNvPr>
          <p:cNvSpPr/>
          <p:nvPr/>
        </p:nvSpPr>
        <p:spPr>
          <a:xfrm>
            <a:off x="3097175" y="4132096"/>
            <a:ext cx="1792850" cy="39568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t>Examples</a:t>
            </a:r>
          </a:p>
        </p:txBody>
      </p:sp>
      <p:pic>
        <p:nvPicPr>
          <p:cNvPr id="35" name="Obraz 34">
            <a:extLst>
              <a:ext uri="{FF2B5EF4-FFF2-40B4-BE49-F238E27FC236}">
                <a16:creationId xmlns:a16="http://schemas.microsoft.com/office/drawing/2014/main" id="{C5A5A384-B83D-81F0-2468-AF253A010CFF}"/>
              </a:ext>
            </a:extLst>
          </p:cNvPr>
          <p:cNvPicPr>
            <a:picLocks noChangeAspect="1"/>
          </p:cNvPicPr>
          <p:nvPr/>
        </p:nvPicPr>
        <p:blipFill>
          <a:blip r:embed="rId4"/>
          <a:stretch>
            <a:fillRect/>
          </a:stretch>
        </p:blipFill>
        <p:spPr>
          <a:xfrm>
            <a:off x="3993600" y="5228953"/>
            <a:ext cx="3916436" cy="545875"/>
          </a:xfrm>
          <a:prstGeom prst="rect">
            <a:avLst/>
          </a:prstGeom>
        </p:spPr>
      </p:pic>
      <p:sp>
        <p:nvSpPr>
          <p:cNvPr id="36" name="Rectangle: Rounded Corners 171">
            <a:extLst>
              <a:ext uri="{FF2B5EF4-FFF2-40B4-BE49-F238E27FC236}">
                <a16:creationId xmlns:a16="http://schemas.microsoft.com/office/drawing/2014/main" id="{F5600595-764C-D5AF-C905-CCDB54CEE91E}"/>
              </a:ext>
            </a:extLst>
          </p:cNvPr>
          <p:cNvSpPr/>
          <p:nvPr/>
        </p:nvSpPr>
        <p:spPr>
          <a:xfrm>
            <a:off x="1102132" y="4755266"/>
            <a:ext cx="1792850" cy="39568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t>Texture</a:t>
            </a:r>
          </a:p>
        </p:txBody>
      </p:sp>
      <p:sp>
        <p:nvSpPr>
          <p:cNvPr id="37" name="Rectangle: Rounded Corners 171">
            <a:extLst>
              <a:ext uri="{FF2B5EF4-FFF2-40B4-BE49-F238E27FC236}">
                <a16:creationId xmlns:a16="http://schemas.microsoft.com/office/drawing/2014/main" id="{7142A50B-A8A6-FAB2-C884-1A83548F49D9}"/>
              </a:ext>
            </a:extLst>
          </p:cNvPr>
          <p:cNvSpPr/>
          <p:nvPr/>
        </p:nvSpPr>
        <p:spPr>
          <a:xfrm>
            <a:off x="5051886" y="4752391"/>
            <a:ext cx="1792850" cy="395682"/>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dirty="0"/>
              <a:t>Mesh</a:t>
            </a:r>
          </a:p>
        </p:txBody>
      </p:sp>
      <p:sp>
        <p:nvSpPr>
          <p:cNvPr id="12" name="TextBox 174">
            <a:extLst>
              <a:ext uri="{FF2B5EF4-FFF2-40B4-BE49-F238E27FC236}">
                <a16:creationId xmlns:a16="http://schemas.microsoft.com/office/drawing/2014/main" id="{6A9764FE-8C8E-580C-E307-9E44F110170B}"/>
              </a:ext>
            </a:extLst>
          </p:cNvPr>
          <p:cNvSpPr txBox="1"/>
          <p:nvPr/>
        </p:nvSpPr>
        <p:spPr>
          <a:xfrm>
            <a:off x="398240" y="2262884"/>
            <a:ext cx="7435664" cy="1569660"/>
          </a:xfrm>
          <a:prstGeom prst="rect">
            <a:avLst/>
          </a:prstGeom>
          <a:noFill/>
        </p:spPr>
        <p:txBody>
          <a:bodyPr wrap="square" rtlCol="0">
            <a:spAutoFit/>
          </a:bodyPr>
          <a:lstStyle/>
          <a:p>
            <a:r>
              <a:rPr lang="en-US" sz="1600" dirty="0"/>
              <a:t>Setting import options is necessary only once (unless a change in the Asset Source File creates a need for adjustment).</a:t>
            </a:r>
          </a:p>
          <a:p>
            <a:r>
              <a:rPr lang="en-US" sz="1600" dirty="0"/>
              <a:t>Assets can be hot-reloaded at the editor’s runtime or the runtime of a non-distribution game build without manual reimporting.</a:t>
            </a:r>
          </a:p>
          <a:p>
            <a:r>
              <a:rPr lang="en-US" sz="1600" dirty="0"/>
              <a:t>Asset data is stored on disk in one form without duplication.</a:t>
            </a:r>
          </a:p>
          <a:p>
            <a:r>
              <a:rPr lang="en-US" sz="1600" dirty="0"/>
              <a:t>Asset’s metadata are always loaded and available.</a:t>
            </a:r>
          </a:p>
        </p:txBody>
      </p:sp>
    </p:spTree>
    <p:extLst>
      <p:ext uri="{BB962C8B-B14F-4D97-AF65-F5344CB8AC3E}">
        <p14:creationId xmlns:p14="http://schemas.microsoft.com/office/powerpoint/2010/main" val="3277558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F5ECA-56E3-DE76-AA11-E3E6631D2779}"/>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CF14D1E7-EAC0-EADD-53A3-BB4D512A8E91}"/>
              </a:ext>
            </a:extLst>
          </p:cNvPr>
          <p:cNvSpPr/>
          <p:nvPr/>
        </p:nvSpPr>
        <p:spPr>
          <a:xfrm>
            <a:off x="7708937" y="2179974"/>
            <a:ext cx="3813106" cy="2498052"/>
          </a:xfrm>
          <a:prstGeom prst="roundRect">
            <a:avLst>
              <a:gd name="adj" fmla="val 12160"/>
            </a:avLst>
          </a:prstGeom>
        </p:spPr>
        <p:style>
          <a:lnRef idx="1">
            <a:schemeClr val="accent3"/>
          </a:lnRef>
          <a:fillRef idx="2">
            <a:schemeClr val="accent3"/>
          </a:fillRef>
          <a:effectRef idx="1">
            <a:schemeClr val="accent3"/>
          </a:effectRef>
          <a:fontRef idx="minor">
            <a:schemeClr val="dk1"/>
          </a:fontRef>
        </p:style>
        <p:txBody>
          <a:bodyPr rtlCol="0" anchor="t"/>
          <a:lstStyle/>
          <a:p>
            <a:pPr marL="285750" indent="-216000">
              <a:buFont typeface="Arial" panose="020B0604020202020204" pitchFamily="34" charset="0"/>
              <a:buChar char="•"/>
            </a:pPr>
            <a:endParaRPr lang="en-US" sz="1400" dirty="0"/>
          </a:p>
        </p:txBody>
      </p:sp>
      <p:sp>
        <p:nvSpPr>
          <p:cNvPr id="4" name="Rectangle: Rounded Corners 3">
            <a:extLst>
              <a:ext uri="{FF2B5EF4-FFF2-40B4-BE49-F238E27FC236}">
                <a16:creationId xmlns:a16="http://schemas.microsoft.com/office/drawing/2014/main" id="{3384F6B3-7709-56C2-6D06-D57565B7EDE1}"/>
              </a:ext>
            </a:extLst>
          </p:cNvPr>
          <p:cNvSpPr/>
          <p:nvPr/>
        </p:nvSpPr>
        <p:spPr>
          <a:xfrm>
            <a:off x="4739951" y="384937"/>
            <a:ext cx="2712098" cy="58234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pl-PL" sz="1800" dirty="0"/>
              <a:t>Runtime </a:t>
            </a:r>
            <a:r>
              <a:rPr lang="en-US" sz="1800" dirty="0"/>
              <a:t>structure</a:t>
            </a:r>
          </a:p>
          <a:p>
            <a:pPr algn="ctr"/>
            <a:r>
              <a:rPr lang="en-US" sz="1200" dirty="0"/>
              <a:t>Editor and Game</a:t>
            </a:r>
          </a:p>
        </p:txBody>
      </p:sp>
      <p:sp>
        <p:nvSpPr>
          <p:cNvPr id="16" name="Rectangle: Rounded Corners 15">
            <a:extLst>
              <a:ext uri="{FF2B5EF4-FFF2-40B4-BE49-F238E27FC236}">
                <a16:creationId xmlns:a16="http://schemas.microsoft.com/office/drawing/2014/main" id="{82C93808-12D2-3D5F-4FBB-E1DE07155D29}"/>
              </a:ext>
            </a:extLst>
          </p:cNvPr>
          <p:cNvSpPr/>
          <p:nvPr/>
        </p:nvSpPr>
        <p:spPr>
          <a:xfrm>
            <a:off x="8825495" y="2017541"/>
            <a:ext cx="1698172" cy="291173"/>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err="1"/>
              <a:t>AssetsManager</a:t>
            </a:r>
            <a:endParaRPr lang="en-US" dirty="0"/>
          </a:p>
        </p:txBody>
      </p:sp>
      <p:sp>
        <p:nvSpPr>
          <p:cNvPr id="5" name="Rectangle: Rounded Corners 4">
            <a:extLst>
              <a:ext uri="{FF2B5EF4-FFF2-40B4-BE49-F238E27FC236}">
                <a16:creationId xmlns:a16="http://schemas.microsoft.com/office/drawing/2014/main" id="{13CE2984-FC23-7C9A-CFFB-B97F55D2AF3C}"/>
              </a:ext>
            </a:extLst>
          </p:cNvPr>
          <p:cNvSpPr/>
          <p:nvPr/>
        </p:nvSpPr>
        <p:spPr>
          <a:xfrm>
            <a:off x="8274144" y="2936106"/>
            <a:ext cx="2712098" cy="1380037"/>
          </a:xfrm>
          <a:prstGeom prst="roundRect">
            <a:avLst>
              <a:gd name="adj" fmla="val 12160"/>
            </a:avLst>
          </a:prstGeom>
        </p:spPr>
        <p:style>
          <a:lnRef idx="1">
            <a:schemeClr val="accent1"/>
          </a:lnRef>
          <a:fillRef idx="2">
            <a:schemeClr val="accent1"/>
          </a:fillRef>
          <a:effectRef idx="1">
            <a:schemeClr val="accent1"/>
          </a:effectRef>
          <a:fontRef idx="minor">
            <a:schemeClr val="dk1"/>
          </a:fontRef>
        </p:style>
        <p:txBody>
          <a:bodyPr rtlCol="0" anchor="t"/>
          <a:lstStyle/>
          <a:p>
            <a:pPr algn="ctr"/>
            <a:endParaRPr lang="en-US" dirty="0"/>
          </a:p>
        </p:txBody>
      </p:sp>
      <p:graphicFrame>
        <p:nvGraphicFramePr>
          <p:cNvPr id="6" name="Table 5">
            <a:extLst>
              <a:ext uri="{FF2B5EF4-FFF2-40B4-BE49-F238E27FC236}">
                <a16:creationId xmlns:a16="http://schemas.microsoft.com/office/drawing/2014/main" id="{E6F97C2F-45B2-77CB-9927-B8D80F536DDD}"/>
              </a:ext>
            </a:extLst>
          </p:cNvPr>
          <p:cNvGraphicFramePr>
            <a:graphicFrameLocks noGrp="1"/>
          </p:cNvGraphicFramePr>
          <p:nvPr>
            <p:extLst>
              <p:ext uri="{D42A27DB-BD31-4B8C-83A1-F6EECF244321}">
                <p14:modId xmlns:p14="http://schemas.microsoft.com/office/powerpoint/2010/main" val="4186082512"/>
              </p:ext>
            </p:extLst>
          </p:nvPr>
        </p:nvGraphicFramePr>
        <p:xfrm>
          <a:off x="8435358" y="3182129"/>
          <a:ext cx="2389670" cy="182292"/>
        </p:xfrm>
        <a:graphic>
          <a:graphicData uri="http://schemas.openxmlformats.org/drawingml/2006/table">
            <a:tbl>
              <a:tblPr firstRow="1" bandRow="1">
                <a:tableStyleId>{93296810-A885-4BE3-A3E7-6D5BEEA58F35}</a:tableStyleId>
              </a:tblPr>
              <a:tblGrid>
                <a:gridCol w="238967">
                  <a:extLst>
                    <a:ext uri="{9D8B030D-6E8A-4147-A177-3AD203B41FA5}">
                      <a16:colId xmlns:a16="http://schemas.microsoft.com/office/drawing/2014/main" val="1452157560"/>
                    </a:ext>
                  </a:extLst>
                </a:gridCol>
                <a:gridCol w="238967">
                  <a:extLst>
                    <a:ext uri="{9D8B030D-6E8A-4147-A177-3AD203B41FA5}">
                      <a16:colId xmlns:a16="http://schemas.microsoft.com/office/drawing/2014/main" val="2094690716"/>
                    </a:ext>
                  </a:extLst>
                </a:gridCol>
                <a:gridCol w="238967">
                  <a:extLst>
                    <a:ext uri="{9D8B030D-6E8A-4147-A177-3AD203B41FA5}">
                      <a16:colId xmlns:a16="http://schemas.microsoft.com/office/drawing/2014/main" val="2410800384"/>
                    </a:ext>
                  </a:extLst>
                </a:gridCol>
                <a:gridCol w="238967">
                  <a:extLst>
                    <a:ext uri="{9D8B030D-6E8A-4147-A177-3AD203B41FA5}">
                      <a16:colId xmlns:a16="http://schemas.microsoft.com/office/drawing/2014/main" val="219437509"/>
                    </a:ext>
                  </a:extLst>
                </a:gridCol>
                <a:gridCol w="238967">
                  <a:extLst>
                    <a:ext uri="{9D8B030D-6E8A-4147-A177-3AD203B41FA5}">
                      <a16:colId xmlns:a16="http://schemas.microsoft.com/office/drawing/2014/main" val="2787922525"/>
                    </a:ext>
                  </a:extLst>
                </a:gridCol>
                <a:gridCol w="238967">
                  <a:extLst>
                    <a:ext uri="{9D8B030D-6E8A-4147-A177-3AD203B41FA5}">
                      <a16:colId xmlns:a16="http://schemas.microsoft.com/office/drawing/2014/main" val="4092570086"/>
                    </a:ext>
                  </a:extLst>
                </a:gridCol>
                <a:gridCol w="238967">
                  <a:extLst>
                    <a:ext uri="{9D8B030D-6E8A-4147-A177-3AD203B41FA5}">
                      <a16:colId xmlns:a16="http://schemas.microsoft.com/office/drawing/2014/main" val="2420869638"/>
                    </a:ext>
                  </a:extLst>
                </a:gridCol>
                <a:gridCol w="238967">
                  <a:extLst>
                    <a:ext uri="{9D8B030D-6E8A-4147-A177-3AD203B41FA5}">
                      <a16:colId xmlns:a16="http://schemas.microsoft.com/office/drawing/2014/main" val="1752270359"/>
                    </a:ext>
                  </a:extLst>
                </a:gridCol>
                <a:gridCol w="238967">
                  <a:extLst>
                    <a:ext uri="{9D8B030D-6E8A-4147-A177-3AD203B41FA5}">
                      <a16:colId xmlns:a16="http://schemas.microsoft.com/office/drawing/2014/main" val="1624973094"/>
                    </a:ext>
                  </a:extLst>
                </a:gridCol>
                <a:gridCol w="238967">
                  <a:extLst>
                    <a:ext uri="{9D8B030D-6E8A-4147-A177-3AD203B41FA5}">
                      <a16:colId xmlns:a16="http://schemas.microsoft.com/office/drawing/2014/main" val="2483870472"/>
                    </a:ext>
                  </a:extLst>
                </a:gridCol>
              </a:tblGrid>
              <a:tr h="182292">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71074123"/>
                  </a:ext>
                </a:extLst>
              </a:tr>
            </a:tbl>
          </a:graphicData>
        </a:graphic>
      </p:graphicFrame>
      <p:graphicFrame>
        <p:nvGraphicFramePr>
          <p:cNvPr id="7" name="Table 6">
            <a:extLst>
              <a:ext uri="{FF2B5EF4-FFF2-40B4-BE49-F238E27FC236}">
                <a16:creationId xmlns:a16="http://schemas.microsoft.com/office/drawing/2014/main" id="{74BE8794-0B6D-7B47-27B2-05E7CE34E163}"/>
              </a:ext>
            </a:extLst>
          </p:cNvPr>
          <p:cNvGraphicFramePr>
            <a:graphicFrameLocks noGrp="1"/>
          </p:cNvGraphicFramePr>
          <p:nvPr>
            <p:extLst>
              <p:ext uri="{D42A27DB-BD31-4B8C-83A1-F6EECF244321}">
                <p14:modId xmlns:p14="http://schemas.microsoft.com/office/powerpoint/2010/main" val="2477551522"/>
              </p:ext>
            </p:extLst>
          </p:nvPr>
        </p:nvGraphicFramePr>
        <p:xfrm>
          <a:off x="8435357" y="3435451"/>
          <a:ext cx="1596054" cy="182292"/>
        </p:xfrm>
        <a:graphic>
          <a:graphicData uri="http://schemas.openxmlformats.org/drawingml/2006/table">
            <a:tbl>
              <a:tblPr firstRow="1" bandRow="1">
                <a:tableStyleId>{21E4AEA4-8DFA-4A89-87EB-49C32662AFE0}</a:tableStyleId>
              </a:tblPr>
              <a:tblGrid>
                <a:gridCol w="266009">
                  <a:extLst>
                    <a:ext uri="{9D8B030D-6E8A-4147-A177-3AD203B41FA5}">
                      <a16:colId xmlns:a16="http://schemas.microsoft.com/office/drawing/2014/main" val="1452157560"/>
                    </a:ext>
                  </a:extLst>
                </a:gridCol>
                <a:gridCol w="266009">
                  <a:extLst>
                    <a:ext uri="{9D8B030D-6E8A-4147-A177-3AD203B41FA5}">
                      <a16:colId xmlns:a16="http://schemas.microsoft.com/office/drawing/2014/main" val="2094690716"/>
                    </a:ext>
                  </a:extLst>
                </a:gridCol>
                <a:gridCol w="266009">
                  <a:extLst>
                    <a:ext uri="{9D8B030D-6E8A-4147-A177-3AD203B41FA5}">
                      <a16:colId xmlns:a16="http://schemas.microsoft.com/office/drawing/2014/main" val="2410800384"/>
                    </a:ext>
                  </a:extLst>
                </a:gridCol>
                <a:gridCol w="266009">
                  <a:extLst>
                    <a:ext uri="{9D8B030D-6E8A-4147-A177-3AD203B41FA5}">
                      <a16:colId xmlns:a16="http://schemas.microsoft.com/office/drawing/2014/main" val="219437509"/>
                    </a:ext>
                  </a:extLst>
                </a:gridCol>
                <a:gridCol w="266009">
                  <a:extLst>
                    <a:ext uri="{9D8B030D-6E8A-4147-A177-3AD203B41FA5}">
                      <a16:colId xmlns:a16="http://schemas.microsoft.com/office/drawing/2014/main" val="4092570086"/>
                    </a:ext>
                  </a:extLst>
                </a:gridCol>
                <a:gridCol w="266009">
                  <a:extLst>
                    <a:ext uri="{9D8B030D-6E8A-4147-A177-3AD203B41FA5}">
                      <a16:colId xmlns:a16="http://schemas.microsoft.com/office/drawing/2014/main" val="2420869638"/>
                    </a:ext>
                  </a:extLst>
                </a:gridCol>
              </a:tblGrid>
              <a:tr h="182292">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074123"/>
                  </a:ext>
                </a:extLst>
              </a:tr>
            </a:tbl>
          </a:graphicData>
        </a:graphic>
      </p:graphicFrame>
      <p:graphicFrame>
        <p:nvGraphicFramePr>
          <p:cNvPr id="8" name="Table 7">
            <a:extLst>
              <a:ext uri="{FF2B5EF4-FFF2-40B4-BE49-F238E27FC236}">
                <a16:creationId xmlns:a16="http://schemas.microsoft.com/office/drawing/2014/main" id="{813C76AB-9289-979D-F0B2-452B03FFD57E}"/>
              </a:ext>
            </a:extLst>
          </p:cNvPr>
          <p:cNvGraphicFramePr>
            <a:graphicFrameLocks noGrp="1"/>
          </p:cNvGraphicFramePr>
          <p:nvPr>
            <p:extLst>
              <p:ext uri="{D42A27DB-BD31-4B8C-83A1-F6EECF244321}">
                <p14:modId xmlns:p14="http://schemas.microsoft.com/office/powerpoint/2010/main" val="1045893249"/>
              </p:ext>
            </p:extLst>
          </p:nvPr>
        </p:nvGraphicFramePr>
        <p:xfrm>
          <a:off x="8435356" y="3688773"/>
          <a:ext cx="1782664" cy="182292"/>
        </p:xfrm>
        <a:graphic>
          <a:graphicData uri="http://schemas.openxmlformats.org/drawingml/2006/table">
            <a:tbl>
              <a:tblPr firstRow="1" bandRow="1">
                <a:tableStyleId>{F5AB1C69-6EDB-4FF4-983F-18BD219EF322}</a:tableStyleId>
              </a:tblPr>
              <a:tblGrid>
                <a:gridCol w="445666">
                  <a:extLst>
                    <a:ext uri="{9D8B030D-6E8A-4147-A177-3AD203B41FA5}">
                      <a16:colId xmlns:a16="http://schemas.microsoft.com/office/drawing/2014/main" val="1452157560"/>
                    </a:ext>
                  </a:extLst>
                </a:gridCol>
                <a:gridCol w="445666">
                  <a:extLst>
                    <a:ext uri="{9D8B030D-6E8A-4147-A177-3AD203B41FA5}">
                      <a16:colId xmlns:a16="http://schemas.microsoft.com/office/drawing/2014/main" val="2410800384"/>
                    </a:ext>
                  </a:extLst>
                </a:gridCol>
                <a:gridCol w="445666">
                  <a:extLst>
                    <a:ext uri="{9D8B030D-6E8A-4147-A177-3AD203B41FA5}">
                      <a16:colId xmlns:a16="http://schemas.microsoft.com/office/drawing/2014/main" val="219437509"/>
                    </a:ext>
                  </a:extLst>
                </a:gridCol>
                <a:gridCol w="445666">
                  <a:extLst>
                    <a:ext uri="{9D8B030D-6E8A-4147-A177-3AD203B41FA5}">
                      <a16:colId xmlns:a16="http://schemas.microsoft.com/office/drawing/2014/main" val="2787922525"/>
                    </a:ext>
                  </a:extLst>
                </a:gridCol>
              </a:tblGrid>
              <a:tr h="182292">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074123"/>
                  </a:ext>
                </a:extLst>
              </a:tr>
            </a:tbl>
          </a:graphicData>
        </a:graphic>
      </p:graphicFrame>
      <p:graphicFrame>
        <p:nvGraphicFramePr>
          <p:cNvPr id="9" name="Table 8">
            <a:extLst>
              <a:ext uri="{FF2B5EF4-FFF2-40B4-BE49-F238E27FC236}">
                <a16:creationId xmlns:a16="http://schemas.microsoft.com/office/drawing/2014/main" id="{753E20BC-26F9-CA62-BA7E-204FF623E788}"/>
              </a:ext>
            </a:extLst>
          </p:cNvPr>
          <p:cNvGraphicFramePr>
            <a:graphicFrameLocks noGrp="1"/>
          </p:cNvGraphicFramePr>
          <p:nvPr>
            <p:extLst>
              <p:ext uri="{D42A27DB-BD31-4B8C-83A1-F6EECF244321}">
                <p14:modId xmlns:p14="http://schemas.microsoft.com/office/powerpoint/2010/main" val="1102534977"/>
              </p:ext>
            </p:extLst>
          </p:nvPr>
        </p:nvGraphicFramePr>
        <p:xfrm>
          <a:off x="8435355" y="3942095"/>
          <a:ext cx="1666240" cy="182292"/>
        </p:xfrm>
        <a:graphic>
          <a:graphicData uri="http://schemas.openxmlformats.org/drawingml/2006/table">
            <a:tbl>
              <a:tblPr firstRow="1" bandRow="1">
                <a:tableStyleId>{00A15C55-8517-42AA-B614-E9B94910E393}</a:tableStyleId>
              </a:tblPr>
              <a:tblGrid>
                <a:gridCol w="208280">
                  <a:extLst>
                    <a:ext uri="{9D8B030D-6E8A-4147-A177-3AD203B41FA5}">
                      <a16:colId xmlns:a16="http://schemas.microsoft.com/office/drawing/2014/main" val="1452157560"/>
                    </a:ext>
                  </a:extLst>
                </a:gridCol>
                <a:gridCol w="208280">
                  <a:extLst>
                    <a:ext uri="{9D8B030D-6E8A-4147-A177-3AD203B41FA5}">
                      <a16:colId xmlns:a16="http://schemas.microsoft.com/office/drawing/2014/main" val="2094690716"/>
                    </a:ext>
                  </a:extLst>
                </a:gridCol>
                <a:gridCol w="208280">
                  <a:extLst>
                    <a:ext uri="{9D8B030D-6E8A-4147-A177-3AD203B41FA5}">
                      <a16:colId xmlns:a16="http://schemas.microsoft.com/office/drawing/2014/main" val="2410800384"/>
                    </a:ext>
                  </a:extLst>
                </a:gridCol>
                <a:gridCol w="208280">
                  <a:extLst>
                    <a:ext uri="{9D8B030D-6E8A-4147-A177-3AD203B41FA5}">
                      <a16:colId xmlns:a16="http://schemas.microsoft.com/office/drawing/2014/main" val="219437509"/>
                    </a:ext>
                  </a:extLst>
                </a:gridCol>
                <a:gridCol w="208280">
                  <a:extLst>
                    <a:ext uri="{9D8B030D-6E8A-4147-A177-3AD203B41FA5}">
                      <a16:colId xmlns:a16="http://schemas.microsoft.com/office/drawing/2014/main" val="2787922525"/>
                    </a:ext>
                  </a:extLst>
                </a:gridCol>
                <a:gridCol w="208280">
                  <a:extLst>
                    <a:ext uri="{9D8B030D-6E8A-4147-A177-3AD203B41FA5}">
                      <a16:colId xmlns:a16="http://schemas.microsoft.com/office/drawing/2014/main" val="4092570086"/>
                    </a:ext>
                  </a:extLst>
                </a:gridCol>
                <a:gridCol w="208280">
                  <a:extLst>
                    <a:ext uri="{9D8B030D-6E8A-4147-A177-3AD203B41FA5}">
                      <a16:colId xmlns:a16="http://schemas.microsoft.com/office/drawing/2014/main" val="1624973094"/>
                    </a:ext>
                  </a:extLst>
                </a:gridCol>
                <a:gridCol w="208280">
                  <a:extLst>
                    <a:ext uri="{9D8B030D-6E8A-4147-A177-3AD203B41FA5}">
                      <a16:colId xmlns:a16="http://schemas.microsoft.com/office/drawing/2014/main" val="2483870472"/>
                    </a:ext>
                  </a:extLst>
                </a:gridCol>
              </a:tblGrid>
              <a:tr h="182292">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074123"/>
                  </a:ext>
                </a:extLst>
              </a:tr>
            </a:tbl>
          </a:graphicData>
        </a:graphic>
      </p:graphicFrame>
      <p:sp>
        <p:nvSpPr>
          <p:cNvPr id="10" name="Rectangle: Rounded Corners 9">
            <a:extLst>
              <a:ext uri="{FF2B5EF4-FFF2-40B4-BE49-F238E27FC236}">
                <a16:creationId xmlns:a16="http://schemas.microsoft.com/office/drawing/2014/main" id="{A6DDF581-5B86-170F-3E65-BA0862109DC4}"/>
              </a:ext>
            </a:extLst>
          </p:cNvPr>
          <p:cNvSpPr/>
          <p:nvPr/>
        </p:nvSpPr>
        <p:spPr>
          <a:xfrm>
            <a:off x="9354940" y="2782247"/>
            <a:ext cx="550506"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ECS</a:t>
            </a:r>
          </a:p>
        </p:txBody>
      </p:sp>
      <p:sp>
        <p:nvSpPr>
          <p:cNvPr id="2" name="TextBox 174">
            <a:extLst>
              <a:ext uri="{FF2B5EF4-FFF2-40B4-BE49-F238E27FC236}">
                <a16:creationId xmlns:a16="http://schemas.microsoft.com/office/drawing/2014/main" id="{B840F48E-9753-BBEE-3243-976A6FAF4C3A}"/>
              </a:ext>
            </a:extLst>
          </p:cNvPr>
          <p:cNvSpPr txBox="1"/>
          <p:nvPr/>
        </p:nvSpPr>
        <p:spPr>
          <a:xfrm>
            <a:off x="522740" y="1763982"/>
            <a:ext cx="6686158" cy="3785652"/>
          </a:xfrm>
          <a:prstGeom prst="rect">
            <a:avLst/>
          </a:prstGeom>
          <a:noFill/>
        </p:spPr>
        <p:txBody>
          <a:bodyPr wrap="square" rtlCol="0">
            <a:spAutoFit/>
          </a:bodyPr>
          <a:lstStyle/>
          <a:p>
            <a:pPr algn="just"/>
            <a:r>
              <a:rPr lang="en-US" sz="1600" dirty="0"/>
              <a:t>Assets are broken down into components and stored in ECS.</a:t>
            </a:r>
          </a:p>
          <a:p>
            <a:pPr algn="just"/>
            <a:r>
              <a:rPr lang="en-US" sz="1600" dirty="0"/>
              <a:t>Components use AC prefix (from </a:t>
            </a:r>
            <a:r>
              <a:rPr lang="en-US" sz="1600" b="1" dirty="0"/>
              <a:t>A</a:t>
            </a:r>
            <a:r>
              <a:rPr lang="en-US" sz="1600" dirty="0"/>
              <a:t>sset </a:t>
            </a:r>
            <a:r>
              <a:rPr lang="en-US" sz="1600" b="1" dirty="0"/>
              <a:t>C</a:t>
            </a:r>
            <a:r>
              <a:rPr lang="en-US" sz="1600" dirty="0"/>
              <a:t>omponent).</a:t>
            </a:r>
          </a:p>
          <a:p>
            <a:pPr algn="just"/>
            <a:endParaRPr lang="en-US" sz="1600" dirty="0"/>
          </a:p>
          <a:p>
            <a:pPr algn="just"/>
            <a:r>
              <a:rPr lang="en-US" sz="1600" dirty="0"/>
              <a:t>Common Components:</a:t>
            </a:r>
          </a:p>
          <a:p>
            <a:pPr marL="285750" indent="-285750" algn="just">
              <a:buFont typeface="Arial" panose="020B0604020202020204" pitchFamily="34" charset="0"/>
              <a:buChar char="•"/>
            </a:pPr>
            <a:r>
              <a:rPr lang="en-US" sz="1600" dirty="0" err="1"/>
              <a:t>ACAssetType</a:t>
            </a:r>
            <a:endParaRPr lang="en-US" sz="1600" dirty="0"/>
          </a:p>
          <a:p>
            <a:pPr marL="285750" indent="-285750" algn="just">
              <a:buFont typeface="Arial" panose="020B0604020202020204" pitchFamily="34" charset="0"/>
              <a:buChar char="•"/>
            </a:pPr>
            <a:r>
              <a:rPr lang="en-US" sz="1600" dirty="0"/>
              <a:t>ACUUID</a:t>
            </a:r>
          </a:p>
          <a:p>
            <a:pPr marL="285750" indent="-285750" algn="just">
              <a:buFont typeface="Arial" panose="020B0604020202020204" pitchFamily="34" charset="0"/>
              <a:buChar char="•"/>
            </a:pPr>
            <a:r>
              <a:rPr lang="en-US" sz="1600" dirty="0" err="1"/>
              <a:t>ACFilepath</a:t>
            </a:r>
            <a:endParaRPr lang="en-US" sz="1600" dirty="0"/>
          </a:p>
          <a:p>
            <a:pPr marL="285750" indent="-285750" algn="just">
              <a:buFont typeface="Arial" panose="020B0604020202020204" pitchFamily="34" charset="0"/>
              <a:buChar char="•"/>
            </a:pPr>
            <a:r>
              <a:rPr lang="en-US" sz="1600" dirty="0" err="1"/>
              <a:t>ACSourceFilepath</a:t>
            </a:r>
            <a:endParaRPr lang="en-US" sz="1600" dirty="0"/>
          </a:p>
          <a:p>
            <a:pPr marL="285750" indent="-285750" algn="just">
              <a:buFont typeface="Arial" panose="020B0604020202020204" pitchFamily="34" charset="0"/>
              <a:buChar char="•"/>
            </a:pPr>
            <a:r>
              <a:rPr lang="en-US" sz="1600" dirty="0" err="1"/>
              <a:t>ACRefsCounters</a:t>
            </a:r>
            <a:endParaRPr lang="en-US" sz="1600" dirty="0"/>
          </a:p>
          <a:p>
            <a:pPr marL="285750" indent="-285750" algn="just">
              <a:buFont typeface="Arial" panose="020B0604020202020204" pitchFamily="34" charset="0"/>
              <a:buChar char="•"/>
            </a:pPr>
            <a:endParaRPr lang="en-US" sz="1600" dirty="0"/>
          </a:p>
          <a:p>
            <a:pPr algn="just"/>
            <a:r>
              <a:rPr lang="en-US" sz="1600" dirty="0"/>
              <a:t>Asset does not have to have all of those components (more on that later).</a:t>
            </a:r>
          </a:p>
          <a:p>
            <a:pPr algn="just"/>
            <a:endParaRPr lang="en-US" sz="1600" dirty="0"/>
          </a:p>
          <a:p>
            <a:pPr algn="just"/>
            <a:r>
              <a:rPr lang="en-US" sz="1600" dirty="0"/>
              <a:t>Every asset has a </a:t>
            </a:r>
            <a:r>
              <a:rPr lang="en-US" sz="1600" dirty="0" err="1"/>
              <a:t>CoreComponent</a:t>
            </a:r>
            <a:r>
              <a:rPr lang="en-US" sz="1600" dirty="0"/>
              <a:t>, that is different for every Asset type.</a:t>
            </a:r>
          </a:p>
          <a:p>
            <a:pPr algn="just"/>
            <a:r>
              <a:rPr lang="en-US" sz="1600" dirty="0"/>
              <a:t>It contains metadata about the asset and a pointer to the data in CPU memory.</a:t>
            </a:r>
          </a:p>
          <a:p>
            <a:pPr algn="just"/>
            <a:r>
              <a:rPr lang="en-US" sz="1600" dirty="0"/>
              <a:t>CPU side representation of GPU stored copy of the asset is also a component.</a:t>
            </a:r>
          </a:p>
        </p:txBody>
      </p:sp>
    </p:spTree>
    <p:extLst>
      <p:ext uri="{BB962C8B-B14F-4D97-AF65-F5344CB8AC3E}">
        <p14:creationId xmlns:p14="http://schemas.microsoft.com/office/powerpoint/2010/main" val="3509704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5FDA8-F78B-AD2B-6C4F-9CF35CA7B984}"/>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02EDD2A-B53A-3F70-02DB-16ADC00B5D9E}"/>
              </a:ext>
            </a:extLst>
          </p:cNvPr>
          <p:cNvSpPr/>
          <p:nvPr/>
        </p:nvSpPr>
        <p:spPr>
          <a:xfrm>
            <a:off x="4739951" y="360055"/>
            <a:ext cx="2712098" cy="58234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800" dirty="0"/>
              <a:t>Asset Archetypes</a:t>
            </a:r>
            <a:endParaRPr lang="en-US" sz="1200" dirty="0"/>
          </a:p>
        </p:txBody>
      </p:sp>
      <p:graphicFrame>
        <p:nvGraphicFramePr>
          <p:cNvPr id="3" name="Diagram 2">
            <a:extLst>
              <a:ext uri="{FF2B5EF4-FFF2-40B4-BE49-F238E27FC236}">
                <a16:creationId xmlns:a16="http://schemas.microsoft.com/office/drawing/2014/main" id="{AEBAE344-4AAA-DE50-19C7-6488AABFD582}"/>
              </a:ext>
            </a:extLst>
          </p:cNvPr>
          <p:cNvGraphicFramePr/>
          <p:nvPr>
            <p:extLst>
              <p:ext uri="{D42A27DB-BD31-4B8C-83A1-F6EECF244321}">
                <p14:modId xmlns:p14="http://schemas.microsoft.com/office/powerpoint/2010/main" val="3033458005"/>
              </p:ext>
            </p:extLst>
          </p:nvPr>
        </p:nvGraphicFramePr>
        <p:xfrm>
          <a:off x="400620" y="1182255"/>
          <a:ext cx="11390759" cy="53156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532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DF8B8-33E2-DE0C-1FEA-355E5C567B6C}"/>
            </a:ext>
          </a:extLst>
        </p:cNvPr>
        <p:cNvGrpSpPr/>
        <p:nvPr/>
      </p:nvGrpSpPr>
      <p:grpSpPr>
        <a:xfrm>
          <a:off x="0" y="0"/>
          <a:ext cx="0" cy="0"/>
          <a:chOff x="0" y="0"/>
          <a:chExt cx="0" cy="0"/>
        </a:xfrm>
      </p:grpSpPr>
      <p:sp>
        <p:nvSpPr>
          <p:cNvPr id="40" name="Prostokąt: zaokrąglone rogi 39">
            <a:extLst>
              <a:ext uri="{FF2B5EF4-FFF2-40B4-BE49-F238E27FC236}">
                <a16:creationId xmlns:a16="http://schemas.microsoft.com/office/drawing/2014/main" id="{AB6D2477-4D78-F472-AC8C-C3728A4258AF}"/>
              </a:ext>
            </a:extLst>
          </p:cNvPr>
          <p:cNvSpPr/>
          <p:nvPr/>
        </p:nvSpPr>
        <p:spPr>
          <a:xfrm>
            <a:off x="152401" y="234616"/>
            <a:ext cx="3282616" cy="52997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6" name="Prostokąt: zaokrąglone rogi 15">
            <a:extLst>
              <a:ext uri="{FF2B5EF4-FFF2-40B4-BE49-F238E27FC236}">
                <a16:creationId xmlns:a16="http://schemas.microsoft.com/office/drawing/2014/main" id="{A59E89B6-7605-C4B2-9A09-CEB02B8B34A8}"/>
              </a:ext>
            </a:extLst>
          </p:cNvPr>
          <p:cNvSpPr/>
          <p:nvPr/>
        </p:nvSpPr>
        <p:spPr>
          <a:xfrm>
            <a:off x="2248160" y="3856459"/>
            <a:ext cx="5831045" cy="58234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2000" b="1" dirty="0"/>
          </a:p>
        </p:txBody>
      </p:sp>
      <p:sp>
        <p:nvSpPr>
          <p:cNvPr id="2" name="Rectangle: Rounded Corners 3">
            <a:extLst>
              <a:ext uri="{FF2B5EF4-FFF2-40B4-BE49-F238E27FC236}">
                <a16:creationId xmlns:a16="http://schemas.microsoft.com/office/drawing/2014/main" id="{98905AA8-EAFF-34D3-525D-D1D3E604EFF7}"/>
              </a:ext>
            </a:extLst>
          </p:cNvPr>
          <p:cNvSpPr/>
          <p:nvPr/>
        </p:nvSpPr>
        <p:spPr>
          <a:xfrm>
            <a:off x="4660161" y="318532"/>
            <a:ext cx="2871678" cy="58234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Composition structure of Rendering Assets</a:t>
            </a:r>
          </a:p>
        </p:txBody>
      </p:sp>
      <p:sp>
        <p:nvSpPr>
          <p:cNvPr id="6" name="Prostokąt: zaokrąglone rogi 5">
            <a:extLst>
              <a:ext uri="{FF2B5EF4-FFF2-40B4-BE49-F238E27FC236}">
                <a16:creationId xmlns:a16="http://schemas.microsoft.com/office/drawing/2014/main" id="{351AE381-6FF2-44A4-62F7-C63714D6AC00}"/>
              </a:ext>
            </a:extLst>
          </p:cNvPr>
          <p:cNvSpPr/>
          <p:nvPr/>
        </p:nvSpPr>
        <p:spPr>
          <a:xfrm>
            <a:off x="2422804" y="3916334"/>
            <a:ext cx="1788638" cy="45409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Mesh</a:t>
            </a:r>
          </a:p>
        </p:txBody>
      </p:sp>
      <p:sp>
        <p:nvSpPr>
          <p:cNvPr id="7" name="Prostokąt: zaokrąglone rogi 6">
            <a:extLst>
              <a:ext uri="{FF2B5EF4-FFF2-40B4-BE49-F238E27FC236}">
                <a16:creationId xmlns:a16="http://schemas.microsoft.com/office/drawing/2014/main" id="{B7CA72DE-6531-4166-1477-108FDF49B257}"/>
              </a:ext>
            </a:extLst>
          </p:cNvPr>
          <p:cNvSpPr/>
          <p:nvPr/>
        </p:nvSpPr>
        <p:spPr>
          <a:xfrm>
            <a:off x="4326802" y="3922725"/>
            <a:ext cx="1788638" cy="45409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Material</a:t>
            </a:r>
          </a:p>
        </p:txBody>
      </p:sp>
      <p:sp>
        <p:nvSpPr>
          <p:cNvPr id="13" name="Prostokąt: zaokrąglone rogi 12">
            <a:extLst>
              <a:ext uri="{FF2B5EF4-FFF2-40B4-BE49-F238E27FC236}">
                <a16:creationId xmlns:a16="http://schemas.microsoft.com/office/drawing/2014/main" id="{171B2735-175A-D92E-5FCC-586D081CEDDB}"/>
              </a:ext>
            </a:extLst>
          </p:cNvPr>
          <p:cNvSpPr/>
          <p:nvPr/>
        </p:nvSpPr>
        <p:spPr>
          <a:xfrm>
            <a:off x="2248160" y="1729612"/>
            <a:ext cx="5831045" cy="58234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4" name="Prostokąt: zaokrąglone rogi 13">
            <a:extLst>
              <a:ext uri="{FF2B5EF4-FFF2-40B4-BE49-F238E27FC236}">
                <a16:creationId xmlns:a16="http://schemas.microsoft.com/office/drawing/2014/main" id="{14989881-5993-290F-2C6A-8CB84C327860}"/>
              </a:ext>
            </a:extLst>
          </p:cNvPr>
          <p:cNvSpPr/>
          <p:nvPr/>
        </p:nvSpPr>
        <p:spPr>
          <a:xfrm>
            <a:off x="2248160" y="2438561"/>
            <a:ext cx="5831045" cy="58234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800" b="1" dirty="0"/>
          </a:p>
        </p:txBody>
      </p:sp>
      <p:sp>
        <p:nvSpPr>
          <p:cNvPr id="15" name="Prostokąt: zaokrąglone rogi 14">
            <a:extLst>
              <a:ext uri="{FF2B5EF4-FFF2-40B4-BE49-F238E27FC236}">
                <a16:creationId xmlns:a16="http://schemas.microsoft.com/office/drawing/2014/main" id="{53D457CB-57DE-4938-C753-0EF56C39C9F8}"/>
              </a:ext>
            </a:extLst>
          </p:cNvPr>
          <p:cNvSpPr/>
          <p:nvPr/>
        </p:nvSpPr>
        <p:spPr>
          <a:xfrm>
            <a:off x="2248160" y="3137827"/>
            <a:ext cx="5831045" cy="58234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7" name="Prostokąt: zaokrąglone rogi 16">
            <a:extLst>
              <a:ext uri="{FF2B5EF4-FFF2-40B4-BE49-F238E27FC236}">
                <a16:creationId xmlns:a16="http://schemas.microsoft.com/office/drawing/2014/main" id="{2A090AF0-1198-EC6F-7345-0FA14F51D973}"/>
              </a:ext>
            </a:extLst>
          </p:cNvPr>
          <p:cNvSpPr/>
          <p:nvPr/>
        </p:nvSpPr>
        <p:spPr>
          <a:xfrm>
            <a:off x="2248160" y="4565408"/>
            <a:ext cx="5831045" cy="58234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2000" b="1" dirty="0"/>
          </a:p>
        </p:txBody>
      </p:sp>
      <p:sp>
        <p:nvSpPr>
          <p:cNvPr id="18" name="Prostokąt: zaokrąglone rogi 17">
            <a:extLst>
              <a:ext uri="{FF2B5EF4-FFF2-40B4-BE49-F238E27FC236}">
                <a16:creationId xmlns:a16="http://schemas.microsoft.com/office/drawing/2014/main" id="{623FCD24-479B-7222-B13B-EAE655866D8D}"/>
              </a:ext>
            </a:extLst>
          </p:cNvPr>
          <p:cNvSpPr/>
          <p:nvPr/>
        </p:nvSpPr>
        <p:spPr>
          <a:xfrm>
            <a:off x="2248160" y="5274356"/>
            <a:ext cx="5831045" cy="58234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19" name="Prostokąt: zaokrąglone rogi 18">
            <a:extLst>
              <a:ext uri="{FF2B5EF4-FFF2-40B4-BE49-F238E27FC236}">
                <a16:creationId xmlns:a16="http://schemas.microsoft.com/office/drawing/2014/main" id="{DB878771-714A-9151-F5D5-D37CC3132B77}"/>
              </a:ext>
            </a:extLst>
          </p:cNvPr>
          <p:cNvSpPr/>
          <p:nvPr/>
        </p:nvSpPr>
        <p:spPr>
          <a:xfrm>
            <a:off x="2422804" y="4629533"/>
            <a:ext cx="1788638" cy="45409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N × RenderMesh</a:t>
            </a:r>
          </a:p>
        </p:txBody>
      </p:sp>
      <p:sp>
        <p:nvSpPr>
          <p:cNvPr id="21" name="Prostokąt: zaokrąglone rogi 20">
            <a:extLst>
              <a:ext uri="{FF2B5EF4-FFF2-40B4-BE49-F238E27FC236}">
                <a16:creationId xmlns:a16="http://schemas.microsoft.com/office/drawing/2014/main" id="{55E3220F-1129-531B-A574-ED6484619344}"/>
              </a:ext>
            </a:extLst>
          </p:cNvPr>
          <p:cNvSpPr/>
          <p:nvPr/>
        </p:nvSpPr>
        <p:spPr>
          <a:xfrm>
            <a:off x="2248160" y="5983304"/>
            <a:ext cx="5831045" cy="58234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b="1" dirty="0"/>
          </a:p>
        </p:txBody>
      </p:sp>
      <p:sp>
        <p:nvSpPr>
          <p:cNvPr id="22" name="Prostokąt: zaokrąglone rogi 21">
            <a:extLst>
              <a:ext uri="{FF2B5EF4-FFF2-40B4-BE49-F238E27FC236}">
                <a16:creationId xmlns:a16="http://schemas.microsoft.com/office/drawing/2014/main" id="{9C35DCF1-E8CA-EEB4-53FA-1EB71464FADB}"/>
              </a:ext>
            </a:extLst>
          </p:cNvPr>
          <p:cNvSpPr/>
          <p:nvPr/>
        </p:nvSpPr>
        <p:spPr>
          <a:xfrm>
            <a:off x="2422804" y="6055704"/>
            <a:ext cx="1788638" cy="45409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Skeleton</a:t>
            </a:r>
          </a:p>
        </p:txBody>
      </p:sp>
      <p:sp>
        <p:nvSpPr>
          <p:cNvPr id="23" name="Prostokąt: zaokrąglone rogi 22">
            <a:extLst>
              <a:ext uri="{FF2B5EF4-FFF2-40B4-BE49-F238E27FC236}">
                <a16:creationId xmlns:a16="http://schemas.microsoft.com/office/drawing/2014/main" id="{8402A842-EEDC-83FF-A507-9621F809288B}"/>
              </a:ext>
            </a:extLst>
          </p:cNvPr>
          <p:cNvSpPr/>
          <p:nvPr/>
        </p:nvSpPr>
        <p:spPr>
          <a:xfrm>
            <a:off x="4298239" y="6055704"/>
            <a:ext cx="1788638" cy="45409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Model</a:t>
            </a:r>
          </a:p>
        </p:txBody>
      </p:sp>
      <p:sp>
        <p:nvSpPr>
          <p:cNvPr id="24" name="Prostokąt: zaokrąglone rogi 23">
            <a:extLst>
              <a:ext uri="{FF2B5EF4-FFF2-40B4-BE49-F238E27FC236}">
                <a16:creationId xmlns:a16="http://schemas.microsoft.com/office/drawing/2014/main" id="{0D408D65-9F46-8E4E-AB6A-38B36399CC4D}"/>
              </a:ext>
            </a:extLst>
          </p:cNvPr>
          <p:cNvSpPr/>
          <p:nvPr/>
        </p:nvSpPr>
        <p:spPr>
          <a:xfrm>
            <a:off x="2432137" y="2502686"/>
            <a:ext cx="1788638" cy="45409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ShadingModel</a:t>
            </a:r>
          </a:p>
        </p:txBody>
      </p:sp>
      <p:sp>
        <p:nvSpPr>
          <p:cNvPr id="25" name="Prostokąt: zaokrąglone rogi 24">
            <a:extLst>
              <a:ext uri="{FF2B5EF4-FFF2-40B4-BE49-F238E27FC236}">
                <a16:creationId xmlns:a16="http://schemas.microsoft.com/office/drawing/2014/main" id="{AA6882CE-3ACB-7EF1-BAAA-34AA635C0083}"/>
              </a:ext>
            </a:extLst>
          </p:cNvPr>
          <p:cNvSpPr/>
          <p:nvPr/>
        </p:nvSpPr>
        <p:spPr>
          <a:xfrm>
            <a:off x="4320575" y="2502492"/>
            <a:ext cx="1788638" cy="45409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800" b="1" dirty="0"/>
              <a:t>N × </a:t>
            </a:r>
            <a:r>
              <a:rPr lang="en-US" dirty="0"/>
              <a:t>Texture2D</a:t>
            </a:r>
          </a:p>
        </p:txBody>
      </p:sp>
      <p:sp>
        <p:nvSpPr>
          <p:cNvPr id="26" name="Prostokąt: zaokrąglone rogi 25">
            <a:extLst>
              <a:ext uri="{FF2B5EF4-FFF2-40B4-BE49-F238E27FC236}">
                <a16:creationId xmlns:a16="http://schemas.microsoft.com/office/drawing/2014/main" id="{CCAC6781-6F60-A8D9-5642-3444C1E5F53B}"/>
              </a:ext>
            </a:extLst>
          </p:cNvPr>
          <p:cNvSpPr/>
          <p:nvPr/>
        </p:nvSpPr>
        <p:spPr>
          <a:xfrm>
            <a:off x="2422804" y="1793740"/>
            <a:ext cx="1788638" cy="45409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Shader</a:t>
            </a:r>
          </a:p>
        </p:txBody>
      </p:sp>
      <p:sp>
        <p:nvSpPr>
          <p:cNvPr id="27" name="Prostokąt: zaokrąglone rogi 26">
            <a:extLst>
              <a:ext uri="{FF2B5EF4-FFF2-40B4-BE49-F238E27FC236}">
                <a16:creationId xmlns:a16="http://schemas.microsoft.com/office/drawing/2014/main" id="{10986182-11A1-407F-0A9A-047776D6D21A}"/>
              </a:ext>
            </a:extLst>
          </p:cNvPr>
          <p:cNvSpPr/>
          <p:nvPr/>
        </p:nvSpPr>
        <p:spPr>
          <a:xfrm>
            <a:off x="4324928" y="1793740"/>
            <a:ext cx="1779305" cy="45409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Shader parameters (samplers, uniforms)</a:t>
            </a:r>
          </a:p>
        </p:txBody>
      </p:sp>
      <p:sp>
        <p:nvSpPr>
          <p:cNvPr id="28" name="Prostokąt: zaokrąglone rogi 27">
            <a:extLst>
              <a:ext uri="{FF2B5EF4-FFF2-40B4-BE49-F238E27FC236}">
                <a16:creationId xmlns:a16="http://schemas.microsoft.com/office/drawing/2014/main" id="{AE636A50-4E0B-1868-D213-643C6070FE02}"/>
              </a:ext>
            </a:extLst>
          </p:cNvPr>
          <p:cNvSpPr/>
          <p:nvPr/>
        </p:nvSpPr>
        <p:spPr>
          <a:xfrm>
            <a:off x="6209022" y="2502492"/>
            <a:ext cx="1779305" cy="45409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Uniform Values</a:t>
            </a:r>
          </a:p>
        </p:txBody>
      </p:sp>
      <p:sp>
        <p:nvSpPr>
          <p:cNvPr id="29" name="Prostokąt: zaokrąglone rogi 28">
            <a:extLst>
              <a:ext uri="{FF2B5EF4-FFF2-40B4-BE49-F238E27FC236}">
                <a16:creationId xmlns:a16="http://schemas.microsoft.com/office/drawing/2014/main" id="{BACA3B09-F70D-BC34-B78E-F679844A2F3A}"/>
              </a:ext>
            </a:extLst>
          </p:cNvPr>
          <p:cNvSpPr/>
          <p:nvPr/>
        </p:nvSpPr>
        <p:spPr>
          <a:xfrm>
            <a:off x="2432137" y="3210496"/>
            <a:ext cx="1779305" cy="45409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Vertices and Indices</a:t>
            </a:r>
          </a:p>
        </p:txBody>
      </p:sp>
      <p:sp>
        <p:nvSpPr>
          <p:cNvPr id="30" name="Prostokąt: zaokrąglone rogi 29">
            <a:extLst>
              <a:ext uri="{FF2B5EF4-FFF2-40B4-BE49-F238E27FC236}">
                <a16:creationId xmlns:a16="http://schemas.microsoft.com/office/drawing/2014/main" id="{8CDE929D-191C-6294-345E-D989A3BBB93D}"/>
              </a:ext>
            </a:extLst>
          </p:cNvPr>
          <p:cNvSpPr/>
          <p:nvPr/>
        </p:nvSpPr>
        <p:spPr>
          <a:xfrm>
            <a:off x="2432136" y="5352990"/>
            <a:ext cx="1779305" cy="45409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t>Hierarchy of transforms with default values (base pose)</a:t>
            </a:r>
          </a:p>
        </p:txBody>
      </p:sp>
      <p:sp>
        <p:nvSpPr>
          <p:cNvPr id="5" name="Prostokąt: zaokrąglone rogi 4">
            <a:extLst>
              <a:ext uri="{FF2B5EF4-FFF2-40B4-BE49-F238E27FC236}">
                <a16:creationId xmlns:a16="http://schemas.microsoft.com/office/drawing/2014/main" id="{E584206F-553C-48E2-F13A-1AD03FECC931}"/>
              </a:ext>
            </a:extLst>
          </p:cNvPr>
          <p:cNvSpPr/>
          <p:nvPr/>
        </p:nvSpPr>
        <p:spPr>
          <a:xfrm>
            <a:off x="341602" y="3920584"/>
            <a:ext cx="1996752" cy="454091"/>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RenderMesh</a:t>
            </a:r>
          </a:p>
        </p:txBody>
      </p:sp>
      <p:sp>
        <p:nvSpPr>
          <p:cNvPr id="3" name="Prostokąt: zaokrąglone rogi 2">
            <a:extLst>
              <a:ext uri="{FF2B5EF4-FFF2-40B4-BE49-F238E27FC236}">
                <a16:creationId xmlns:a16="http://schemas.microsoft.com/office/drawing/2014/main" id="{298083F8-869E-1582-9E95-4A645FC0A096}"/>
              </a:ext>
            </a:extLst>
          </p:cNvPr>
          <p:cNvSpPr/>
          <p:nvPr/>
        </p:nvSpPr>
        <p:spPr>
          <a:xfrm>
            <a:off x="341601" y="3211636"/>
            <a:ext cx="1996752" cy="45409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Mesh</a:t>
            </a:r>
          </a:p>
        </p:txBody>
      </p:sp>
      <p:sp>
        <p:nvSpPr>
          <p:cNvPr id="4" name="Prostokąt: zaokrąglone rogi 3">
            <a:extLst>
              <a:ext uri="{FF2B5EF4-FFF2-40B4-BE49-F238E27FC236}">
                <a16:creationId xmlns:a16="http://schemas.microsoft.com/office/drawing/2014/main" id="{15BA47C1-9DE5-114E-0163-B421D239D615}"/>
              </a:ext>
            </a:extLst>
          </p:cNvPr>
          <p:cNvSpPr/>
          <p:nvPr/>
        </p:nvSpPr>
        <p:spPr>
          <a:xfrm>
            <a:off x="341601" y="2502492"/>
            <a:ext cx="1996752" cy="45409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Material</a:t>
            </a:r>
          </a:p>
        </p:txBody>
      </p:sp>
      <p:sp>
        <p:nvSpPr>
          <p:cNvPr id="8" name="Prostokąt: zaokrąglone rogi 7">
            <a:extLst>
              <a:ext uri="{FF2B5EF4-FFF2-40B4-BE49-F238E27FC236}">
                <a16:creationId xmlns:a16="http://schemas.microsoft.com/office/drawing/2014/main" id="{D4C5BF30-07FC-E8B0-48F4-306F2D182AD9}"/>
              </a:ext>
            </a:extLst>
          </p:cNvPr>
          <p:cNvSpPr/>
          <p:nvPr/>
        </p:nvSpPr>
        <p:spPr>
          <a:xfrm>
            <a:off x="341601" y="4629533"/>
            <a:ext cx="1996752" cy="454091"/>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Model</a:t>
            </a:r>
          </a:p>
        </p:txBody>
      </p:sp>
      <p:sp>
        <p:nvSpPr>
          <p:cNvPr id="9" name="Prostokąt: zaokrąglone rogi 8">
            <a:extLst>
              <a:ext uri="{FF2B5EF4-FFF2-40B4-BE49-F238E27FC236}">
                <a16:creationId xmlns:a16="http://schemas.microsoft.com/office/drawing/2014/main" id="{42F977DC-D3C4-52DB-8595-6AC53B8DEEDA}"/>
              </a:ext>
            </a:extLst>
          </p:cNvPr>
          <p:cNvSpPr/>
          <p:nvPr/>
        </p:nvSpPr>
        <p:spPr>
          <a:xfrm>
            <a:off x="341601" y="5338484"/>
            <a:ext cx="1996752" cy="45409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Skeleton</a:t>
            </a:r>
          </a:p>
        </p:txBody>
      </p:sp>
      <p:sp>
        <p:nvSpPr>
          <p:cNvPr id="10" name="Prostokąt: zaokrąglone rogi 9">
            <a:extLst>
              <a:ext uri="{FF2B5EF4-FFF2-40B4-BE49-F238E27FC236}">
                <a16:creationId xmlns:a16="http://schemas.microsoft.com/office/drawing/2014/main" id="{E3C44E08-EE43-10E4-741B-41B73567F165}"/>
              </a:ext>
            </a:extLst>
          </p:cNvPr>
          <p:cNvSpPr/>
          <p:nvPr/>
        </p:nvSpPr>
        <p:spPr>
          <a:xfrm>
            <a:off x="341601" y="1793740"/>
            <a:ext cx="1996752" cy="45409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ShadingModel</a:t>
            </a:r>
          </a:p>
        </p:txBody>
      </p:sp>
      <p:sp>
        <p:nvSpPr>
          <p:cNvPr id="20" name="Prostokąt: zaokrąglone rogi 19">
            <a:extLst>
              <a:ext uri="{FF2B5EF4-FFF2-40B4-BE49-F238E27FC236}">
                <a16:creationId xmlns:a16="http://schemas.microsoft.com/office/drawing/2014/main" id="{B0F48546-8839-7316-694A-DA54EB4CDDCF}"/>
              </a:ext>
            </a:extLst>
          </p:cNvPr>
          <p:cNvSpPr/>
          <p:nvPr/>
        </p:nvSpPr>
        <p:spPr>
          <a:xfrm>
            <a:off x="341601" y="6047429"/>
            <a:ext cx="1996752" cy="454091"/>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SkinnedModel</a:t>
            </a:r>
          </a:p>
        </p:txBody>
      </p:sp>
      <p:sp>
        <p:nvSpPr>
          <p:cNvPr id="32" name="Prostokąt: zaokrąglone rogi 31">
            <a:extLst>
              <a:ext uri="{FF2B5EF4-FFF2-40B4-BE49-F238E27FC236}">
                <a16:creationId xmlns:a16="http://schemas.microsoft.com/office/drawing/2014/main" id="{BA224768-9D77-C54A-EEC5-D7F628E7731D}"/>
              </a:ext>
            </a:extLst>
          </p:cNvPr>
          <p:cNvSpPr/>
          <p:nvPr/>
        </p:nvSpPr>
        <p:spPr>
          <a:xfrm>
            <a:off x="6168464" y="6055705"/>
            <a:ext cx="1779305" cy="45409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Skinning</a:t>
            </a:r>
          </a:p>
        </p:txBody>
      </p:sp>
      <p:graphicFrame>
        <p:nvGraphicFramePr>
          <p:cNvPr id="11" name="Diagram 10">
            <a:extLst>
              <a:ext uri="{FF2B5EF4-FFF2-40B4-BE49-F238E27FC236}">
                <a16:creationId xmlns:a16="http://schemas.microsoft.com/office/drawing/2014/main" id="{455A17B2-11B7-D3A5-58CA-7B20B6F2E231}"/>
              </a:ext>
            </a:extLst>
          </p:cNvPr>
          <p:cNvGraphicFramePr/>
          <p:nvPr>
            <p:extLst>
              <p:ext uri="{D42A27DB-BD31-4B8C-83A1-F6EECF244321}">
                <p14:modId xmlns:p14="http://schemas.microsoft.com/office/powerpoint/2010/main" val="201167692"/>
              </p:ext>
            </p:extLst>
          </p:nvPr>
        </p:nvGraphicFramePr>
        <p:xfrm>
          <a:off x="7711208" y="801276"/>
          <a:ext cx="4465264" cy="55532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4" name="Prostokąt: zaokrąglone rogi 33">
            <a:extLst>
              <a:ext uri="{FF2B5EF4-FFF2-40B4-BE49-F238E27FC236}">
                <a16:creationId xmlns:a16="http://schemas.microsoft.com/office/drawing/2014/main" id="{E9DCB041-6C0E-0233-8206-DDAA8F9BCF8A}"/>
              </a:ext>
            </a:extLst>
          </p:cNvPr>
          <p:cNvSpPr/>
          <p:nvPr/>
        </p:nvSpPr>
        <p:spPr>
          <a:xfrm>
            <a:off x="1171780" y="1080541"/>
            <a:ext cx="1996752" cy="4540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Texture</a:t>
            </a:r>
          </a:p>
        </p:txBody>
      </p:sp>
      <p:sp>
        <p:nvSpPr>
          <p:cNvPr id="35" name="Prostokąt: zaokrąglone rogi 34">
            <a:extLst>
              <a:ext uri="{FF2B5EF4-FFF2-40B4-BE49-F238E27FC236}">
                <a16:creationId xmlns:a16="http://schemas.microsoft.com/office/drawing/2014/main" id="{9535FEBE-9AC0-ABF0-EB16-E2A3560A6289}"/>
              </a:ext>
            </a:extLst>
          </p:cNvPr>
          <p:cNvSpPr/>
          <p:nvPr/>
        </p:nvSpPr>
        <p:spPr>
          <a:xfrm>
            <a:off x="3765924" y="1080541"/>
            <a:ext cx="1996752" cy="454090"/>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Shader</a:t>
            </a:r>
          </a:p>
        </p:txBody>
      </p:sp>
      <p:sp>
        <p:nvSpPr>
          <p:cNvPr id="36" name="Prostokąt: zaokrąglone rogi 35">
            <a:extLst>
              <a:ext uri="{FF2B5EF4-FFF2-40B4-BE49-F238E27FC236}">
                <a16:creationId xmlns:a16="http://schemas.microsoft.com/office/drawing/2014/main" id="{85248885-70AB-990C-2E0B-0BB075316ECB}"/>
              </a:ext>
            </a:extLst>
          </p:cNvPr>
          <p:cNvSpPr/>
          <p:nvPr/>
        </p:nvSpPr>
        <p:spPr>
          <a:xfrm>
            <a:off x="250310" y="348874"/>
            <a:ext cx="921470" cy="297686"/>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Asset</a:t>
            </a:r>
          </a:p>
        </p:txBody>
      </p:sp>
      <p:sp>
        <p:nvSpPr>
          <p:cNvPr id="38" name="Prostokąt: zaokrąglone rogi 37">
            <a:extLst>
              <a:ext uri="{FF2B5EF4-FFF2-40B4-BE49-F238E27FC236}">
                <a16:creationId xmlns:a16="http://schemas.microsoft.com/office/drawing/2014/main" id="{9E78DCA0-1994-1488-028C-616ADFEE312C}"/>
              </a:ext>
            </a:extLst>
          </p:cNvPr>
          <p:cNvSpPr/>
          <p:nvPr/>
        </p:nvSpPr>
        <p:spPr>
          <a:xfrm>
            <a:off x="1325592" y="348874"/>
            <a:ext cx="921470" cy="297686"/>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050" dirty="0"/>
              <a:t>Asset</a:t>
            </a:r>
            <a:r>
              <a:rPr lang="pl-PL" sz="1050" dirty="0"/>
              <a:t>ID</a:t>
            </a:r>
            <a:endParaRPr lang="en-US" sz="1050" dirty="0"/>
          </a:p>
        </p:txBody>
      </p:sp>
      <p:sp>
        <p:nvSpPr>
          <p:cNvPr id="39" name="Prostokąt: zaokrąglone rogi 38">
            <a:extLst>
              <a:ext uri="{FF2B5EF4-FFF2-40B4-BE49-F238E27FC236}">
                <a16:creationId xmlns:a16="http://schemas.microsoft.com/office/drawing/2014/main" id="{5C9A111D-98D9-2CBA-8F08-74C273DB6203}"/>
              </a:ext>
            </a:extLst>
          </p:cNvPr>
          <p:cNvSpPr/>
          <p:nvPr/>
        </p:nvSpPr>
        <p:spPr>
          <a:xfrm>
            <a:off x="2396924" y="348205"/>
            <a:ext cx="921470" cy="29768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dirty="0"/>
              <a:t>Data</a:t>
            </a:r>
          </a:p>
        </p:txBody>
      </p:sp>
    </p:spTree>
    <p:extLst>
      <p:ext uri="{BB962C8B-B14F-4D97-AF65-F5344CB8AC3E}">
        <p14:creationId xmlns:p14="http://schemas.microsoft.com/office/powerpoint/2010/main" val="511200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47782-54D3-57FB-1D99-139F4A5AA9C8}"/>
            </a:ext>
          </a:extLst>
        </p:cNvPr>
        <p:cNvGrpSpPr/>
        <p:nvPr/>
      </p:nvGrpSpPr>
      <p:grpSpPr>
        <a:xfrm>
          <a:off x="0" y="0"/>
          <a:ext cx="0" cy="0"/>
          <a:chOff x="0" y="0"/>
          <a:chExt cx="0" cy="0"/>
        </a:xfrm>
      </p:grpSpPr>
      <p:sp>
        <p:nvSpPr>
          <p:cNvPr id="2" name="Rectangle: Rounded Corners 3">
            <a:extLst>
              <a:ext uri="{FF2B5EF4-FFF2-40B4-BE49-F238E27FC236}">
                <a16:creationId xmlns:a16="http://schemas.microsoft.com/office/drawing/2014/main" id="{E445C594-D8AF-42C0-2BA6-654145F23E96}"/>
              </a:ext>
            </a:extLst>
          </p:cNvPr>
          <p:cNvSpPr/>
          <p:nvPr/>
        </p:nvSpPr>
        <p:spPr>
          <a:xfrm>
            <a:off x="4312821" y="378414"/>
            <a:ext cx="3566358" cy="58234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Scene Components for</a:t>
            </a:r>
            <a:br>
              <a:rPr lang="en-US" dirty="0"/>
            </a:br>
            <a:r>
              <a:rPr lang="en-US" dirty="0"/>
              <a:t> Geometry Assets</a:t>
            </a:r>
          </a:p>
        </p:txBody>
      </p:sp>
      <p:graphicFrame>
        <p:nvGraphicFramePr>
          <p:cNvPr id="3" name="Diagram 2">
            <a:extLst>
              <a:ext uri="{FF2B5EF4-FFF2-40B4-BE49-F238E27FC236}">
                <a16:creationId xmlns:a16="http://schemas.microsoft.com/office/drawing/2014/main" id="{768389A3-3E12-2210-4369-E1F23EE899C2}"/>
              </a:ext>
            </a:extLst>
          </p:cNvPr>
          <p:cNvGraphicFramePr/>
          <p:nvPr>
            <p:extLst>
              <p:ext uri="{D42A27DB-BD31-4B8C-83A1-F6EECF244321}">
                <p14:modId xmlns:p14="http://schemas.microsoft.com/office/powerpoint/2010/main" val="4119347365"/>
              </p:ext>
            </p:extLst>
          </p:nvPr>
        </p:nvGraphicFramePr>
        <p:xfrm>
          <a:off x="445791" y="1803341"/>
          <a:ext cx="11341882" cy="17368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a:extLst>
              <a:ext uri="{FF2B5EF4-FFF2-40B4-BE49-F238E27FC236}">
                <a16:creationId xmlns:a16="http://schemas.microsoft.com/office/drawing/2014/main" id="{D27C8F70-4BE7-BB8A-F695-D25BC3695B04}"/>
              </a:ext>
            </a:extLst>
          </p:cNvPr>
          <p:cNvGraphicFramePr/>
          <p:nvPr>
            <p:extLst>
              <p:ext uri="{D42A27DB-BD31-4B8C-83A1-F6EECF244321}">
                <p14:modId xmlns:p14="http://schemas.microsoft.com/office/powerpoint/2010/main" val="2364547718"/>
              </p:ext>
            </p:extLst>
          </p:nvPr>
        </p:nvGraphicFramePr>
        <p:xfrm>
          <a:off x="445791" y="4497355"/>
          <a:ext cx="11341882" cy="178895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0" name="pole tekstowe 9">
            <a:extLst>
              <a:ext uri="{FF2B5EF4-FFF2-40B4-BE49-F238E27FC236}">
                <a16:creationId xmlns:a16="http://schemas.microsoft.com/office/drawing/2014/main" id="{8DB3D6EE-F537-D3B9-0B60-FFDAB3873EEE}"/>
              </a:ext>
            </a:extLst>
          </p:cNvPr>
          <p:cNvSpPr txBox="1"/>
          <p:nvPr/>
        </p:nvSpPr>
        <p:spPr>
          <a:xfrm>
            <a:off x="973494" y="1434009"/>
            <a:ext cx="10245012" cy="369332"/>
          </a:xfrm>
          <a:prstGeom prst="rect">
            <a:avLst/>
          </a:prstGeom>
          <a:noFill/>
        </p:spPr>
        <p:txBody>
          <a:bodyPr wrap="square" rtlCol="0">
            <a:spAutoFit/>
          </a:bodyPr>
          <a:lstStyle/>
          <a:p>
            <a:pPr algn="ctr"/>
            <a:r>
              <a:rPr lang="en-US" dirty="0"/>
              <a:t>Geometry assets (sufficient for rendering on their own) have dedicated scene components.  </a:t>
            </a:r>
          </a:p>
        </p:txBody>
      </p:sp>
      <p:sp>
        <p:nvSpPr>
          <p:cNvPr id="13" name="pole tekstowe 12">
            <a:extLst>
              <a:ext uri="{FF2B5EF4-FFF2-40B4-BE49-F238E27FC236}">
                <a16:creationId xmlns:a16="http://schemas.microsoft.com/office/drawing/2014/main" id="{CED43D75-F72F-623C-8740-73B5B3162F15}"/>
              </a:ext>
            </a:extLst>
          </p:cNvPr>
          <p:cNvSpPr txBox="1"/>
          <p:nvPr/>
        </p:nvSpPr>
        <p:spPr>
          <a:xfrm>
            <a:off x="292963" y="4037250"/>
            <a:ext cx="11606074" cy="369332"/>
          </a:xfrm>
          <a:prstGeom prst="rect">
            <a:avLst/>
          </a:prstGeom>
          <a:noFill/>
        </p:spPr>
        <p:txBody>
          <a:bodyPr wrap="square" rtlCol="0">
            <a:spAutoFit/>
          </a:bodyPr>
          <a:lstStyle/>
          <a:p>
            <a:pPr algn="ctr"/>
            <a:r>
              <a:rPr lang="en-US" dirty="0"/>
              <a:t>They also have scene components “simulating” them – asset views. This allows for runtime dynamic composition.</a:t>
            </a:r>
          </a:p>
        </p:txBody>
      </p:sp>
    </p:spTree>
    <p:extLst>
      <p:ext uri="{BB962C8B-B14F-4D97-AF65-F5344CB8AC3E}">
        <p14:creationId xmlns:p14="http://schemas.microsoft.com/office/powerpoint/2010/main" val="687407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993B2-9C15-E053-B6AC-8093773B3FB6}"/>
            </a:ext>
          </a:extLst>
        </p:cNvPr>
        <p:cNvGrpSpPr/>
        <p:nvPr/>
      </p:nvGrpSpPr>
      <p:grpSpPr>
        <a:xfrm>
          <a:off x="0" y="0"/>
          <a:ext cx="0" cy="0"/>
          <a:chOff x="0" y="0"/>
          <a:chExt cx="0" cy="0"/>
        </a:xfrm>
      </p:grpSpPr>
      <p:sp>
        <p:nvSpPr>
          <p:cNvPr id="38" name="TextBox 174">
            <a:extLst>
              <a:ext uri="{FF2B5EF4-FFF2-40B4-BE49-F238E27FC236}">
                <a16:creationId xmlns:a16="http://schemas.microsoft.com/office/drawing/2014/main" id="{1A69DFC9-6799-E624-E84B-8D5F2BB38FE5}"/>
              </a:ext>
            </a:extLst>
          </p:cNvPr>
          <p:cNvSpPr txBox="1"/>
          <p:nvPr/>
        </p:nvSpPr>
        <p:spPr>
          <a:xfrm>
            <a:off x="244375" y="1030831"/>
            <a:ext cx="7130983" cy="2585323"/>
          </a:xfrm>
          <a:prstGeom prst="rect">
            <a:avLst/>
          </a:prstGeom>
          <a:noFill/>
        </p:spPr>
        <p:txBody>
          <a:bodyPr wrap="square" rtlCol="0">
            <a:spAutoFit/>
          </a:bodyPr>
          <a:lstStyle/>
          <a:p>
            <a:pPr algn="just"/>
            <a:r>
              <a:rPr lang="en-US" dirty="0"/>
              <a:t>You can never assume an asset is loaded and there is no explicit asset loading request possibility. Instead, a handle to the asset has a loading priority value - </a:t>
            </a:r>
            <a:r>
              <a:rPr lang="en-US" dirty="0" err="1"/>
              <a:t>enum</a:t>
            </a:r>
            <a:r>
              <a:rPr lang="en-US" dirty="0"/>
              <a:t>.</a:t>
            </a:r>
          </a:p>
          <a:p>
            <a:pPr algn="just"/>
            <a:endParaRPr lang="en-US" dirty="0"/>
          </a:p>
          <a:p>
            <a:pPr algn="just"/>
            <a:r>
              <a:rPr lang="en-US" dirty="0"/>
              <a:t>Asset handles of each loading priority are atomically counted in a component of that asset (</a:t>
            </a:r>
            <a:r>
              <a:rPr lang="en-US" dirty="0" err="1"/>
              <a:t>ACRefsCounters</a:t>
            </a:r>
            <a:r>
              <a:rPr lang="en-US" dirty="0"/>
              <a:t>).</a:t>
            </a:r>
          </a:p>
          <a:p>
            <a:pPr algn="just"/>
            <a:r>
              <a:rPr lang="en-US" dirty="0"/>
              <a:t>List of assets to load for given loading priority is maintained continuously by adding/removing empty component corresponding to given loading priority when reference count changes from/to 0.</a:t>
            </a:r>
          </a:p>
        </p:txBody>
      </p:sp>
      <p:pic>
        <p:nvPicPr>
          <p:cNvPr id="3" name="Obraz 2">
            <a:extLst>
              <a:ext uri="{FF2B5EF4-FFF2-40B4-BE49-F238E27FC236}">
                <a16:creationId xmlns:a16="http://schemas.microsoft.com/office/drawing/2014/main" id="{486857C0-437A-0058-E98D-74A0EF23ADFD}"/>
              </a:ext>
            </a:extLst>
          </p:cNvPr>
          <p:cNvPicPr>
            <a:picLocks noChangeAspect="1"/>
          </p:cNvPicPr>
          <p:nvPr/>
        </p:nvPicPr>
        <p:blipFill>
          <a:blip r:embed="rId3"/>
          <a:stretch>
            <a:fillRect/>
          </a:stretch>
        </p:blipFill>
        <p:spPr>
          <a:xfrm>
            <a:off x="5347546" y="3823239"/>
            <a:ext cx="6594104" cy="2698915"/>
          </a:xfrm>
          <a:prstGeom prst="rect">
            <a:avLst/>
          </a:prstGeom>
        </p:spPr>
      </p:pic>
      <p:pic>
        <p:nvPicPr>
          <p:cNvPr id="6" name="Obraz 5">
            <a:extLst>
              <a:ext uri="{FF2B5EF4-FFF2-40B4-BE49-F238E27FC236}">
                <a16:creationId xmlns:a16="http://schemas.microsoft.com/office/drawing/2014/main" id="{C2DFF569-8447-4AC0-B663-B086DFD58F5A}"/>
              </a:ext>
            </a:extLst>
          </p:cNvPr>
          <p:cNvPicPr>
            <a:picLocks noChangeAspect="1"/>
          </p:cNvPicPr>
          <p:nvPr/>
        </p:nvPicPr>
        <p:blipFill>
          <a:blip r:embed="rId4"/>
          <a:stretch>
            <a:fillRect/>
          </a:stretch>
        </p:blipFill>
        <p:spPr>
          <a:xfrm>
            <a:off x="7685972" y="369075"/>
            <a:ext cx="3235425" cy="3206012"/>
          </a:xfrm>
          <a:prstGeom prst="rect">
            <a:avLst/>
          </a:prstGeom>
        </p:spPr>
      </p:pic>
      <p:sp>
        <p:nvSpPr>
          <p:cNvPr id="4" name="Rectangle: Rounded Corners 3">
            <a:extLst>
              <a:ext uri="{FF2B5EF4-FFF2-40B4-BE49-F238E27FC236}">
                <a16:creationId xmlns:a16="http://schemas.microsoft.com/office/drawing/2014/main" id="{819009C1-B0A4-2B26-6A41-BBFA67D35DBE}"/>
              </a:ext>
            </a:extLst>
          </p:cNvPr>
          <p:cNvSpPr/>
          <p:nvPr/>
        </p:nvSpPr>
        <p:spPr>
          <a:xfrm>
            <a:off x="4100268" y="274828"/>
            <a:ext cx="2712098" cy="58234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Runtime Management</a:t>
            </a:r>
          </a:p>
          <a:p>
            <a:pPr algn="ctr"/>
            <a:r>
              <a:rPr lang="en-US" sz="1200" dirty="0"/>
              <a:t>Editor and Game</a:t>
            </a:r>
          </a:p>
        </p:txBody>
      </p:sp>
      <p:sp>
        <p:nvSpPr>
          <p:cNvPr id="9" name="TextBox 174">
            <a:extLst>
              <a:ext uri="{FF2B5EF4-FFF2-40B4-BE49-F238E27FC236}">
                <a16:creationId xmlns:a16="http://schemas.microsoft.com/office/drawing/2014/main" id="{62264E0E-1614-8186-D95E-A8F8F06CCFF6}"/>
              </a:ext>
            </a:extLst>
          </p:cNvPr>
          <p:cNvSpPr txBox="1"/>
          <p:nvPr/>
        </p:nvSpPr>
        <p:spPr>
          <a:xfrm>
            <a:off x="244375" y="3823239"/>
            <a:ext cx="4929736" cy="2585323"/>
          </a:xfrm>
          <a:prstGeom prst="rect">
            <a:avLst/>
          </a:prstGeom>
          <a:noFill/>
        </p:spPr>
        <p:txBody>
          <a:bodyPr wrap="square" rtlCol="0">
            <a:spAutoFit/>
          </a:bodyPr>
          <a:lstStyle/>
          <a:p>
            <a:pPr algn="just"/>
            <a:r>
              <a:rPr lang="en-US" dirty="0"/>
              <a:t>Asset loading/unloading runs in an asynchronous loop, but in a foreground (structured concurrency).</a:t>
            </a:r>
          </a:p>
          <a:p>
            <a:pPr algn="just"/>
            <a:endParaRPr lang="en-US" dirty="0"/>
          </a:p>
          <a:p>
            <a:pPr algn="just"/>
            <a:r>
              <a:rPr lang="en-US" dirty="0"/>
              <a:t>This makes dynamic adaptive asset loading management much easier and safer (e.g. preloading assets for next level simply by setting their handles from None to Low). There is no need for the user to write asynchronous multithreaded code and still get it’s benefits.</a:t>
            </a:r>
          </a:p>
        </p:txBody>
      </p:sp>
      <p:sp>
        <p:nvSpPr>
          <p:cNvPr id="10" name="Prostokąt: zaokrąglone rogi 9">
            <a:extLst>
              <a:ext uri="{FF2B5EF4-FFF2-40B4-BE49-F238E27FC236}">
                <a16:creationId xmlns:a16="http://schemas.microsoft.com/office/drawing/2014/main" id="{6DB02FA5-5CCD-E33E-46DC-85A26C73FFFA}"/>
              </a:ext>
            </a:extLst>
          </p:cNvPr>
          <p:cNvSpPr/>
          <p:nvPr/>
        </p:nvSpPr>
        <p:spPr>
          <a:xfrm>
            <a:off x="10059422" y="3964609"/>
            <a:ext cx="1624262" cy="330869"/>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err="1"/>
              <a:t>AssetHandle</a:t>
            </a:r>
            <a:endParaRPr lang="en-US" dirty="0"/>
          </a:p>
        </p:txBody>
      </p:sp>
      <p:sp>
        <p:nvSpPr>
          <p:cNvPr id="11" name="Prostokąt: zaokrąglone rogi 10">
            <a:extLst>
              <a:ext uri="{FF2B5EF4-FFF2-40B4-BE49-F238E27FC236}">
                <a16:creationId xmlns:a16="http://schemas.microsoft.com/office/drawing/2014/main" id="{6CCBEA73-A061-E7A4-E329-8C7D6B71DF4A}"/>
              </a:ext>
            </a:extLst>
          </p:cNvPr>
          <p:cNvSpPr/>
          <p:nvPr/>
        </p:nvSpPr>
        <p:spPr>
          <a:xfrm>
            <a:off x="10538682" y="249427"/>
            <a:ext cx="1386658" cy="616695"/>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600" dirty="0"/>
              <a:t>Load / unload lists</a:t>
            </a:r>
          </a:p>
        </p:txBody>
      </p:sp>
    </p:spTree>
    <p:extLst>
      <p:ext uri="{BB962C8B-B14F-4D97-AF65-F5344CB8AC3E}">
        <p14:creationId xmlns:p14="http://schemas.microsoft.com/office/powerpoint/2010/main" val="4008094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Rounded Corners 48">
            <a:extLst>
              <a:ext uri="{FF2B5EF4-FFF2-40B4-BE49-F238E27FC236}">
                <a16:creationId xmlns:a16="http://schemas.microsoft.com/office/drawing/2014/main" id="{3DA6CFE8-1891-5B54-1E0D-1A1BC025E081}"/>
              </a:ext>
            </a:extLst>
          </p:cNvPr>
          <p:cNvSpPr/>
          <p:nvPr/>
        </p:nvSpPr>
        <p:spPr>
          <a:xfrm>
            <a:off x="4777672" y="4165973"/>
            <a:ext cx="2712098" cy="403767"/>
          </a:xfrm>
          <a:prstGeom prst="roundRect">
            <a:avLst>
              <a:gd name="adj" fmla="val 12160"/>
            </a:avLst>
          </a:prstGeom>
        </p:spPr>
        <p:style>
          <a:lnRef idx="1">
            <a:schemeClr val="accent1"/>
          </a:lnRef>
          <a:fillRef idx="2">
            <a:schemeClr val="accent1"/>
          </a:fillRef>
          <a:effectRef idx="1">
            <a:schemeClr val="accent1"/>
          </a:effectRef>
          <a:fontRef idx="minor">
            <a:schemeClr val="dk1"/>
          </a:fontRef>
        </p:style>
        <p:txBody>
          <a:bodyPr rtlCol="0" anchor="b"/>
          <a:lstStyle/>
          <a:p>
            <a:pPr marL="69750" algn="ctr"/>
            <a:r>
              <a:rPr lang="en-US" sz="1400" dirty="0" err="1"/>
              <a:t>AssetID</a:t>
            </a:r>
            <a:r>
              <a:rPr lang="en-US" sz="1400" dirty="0"/>
              <a:t> + </a:t>
            </a:r>
            <a:r>
              <a:rPr lang="en-US" sz="1400" dirty="0" err="1"/>
              <a:t>AssetLoadingPriority</a:t>
            </a:r>
            <a:endParaRPr lang="en-US" sz="1400" dirty="0"/>
          </a:p>
        </p:txBody>
      </p:sp>
      <p:sp>
        <p:nvSpPr>
          <p:cNvPr id="4" name="Rectangle: Rounded Corners 3">
            <a:extLst>
              <a:ext uri="{FF2B5EF4-FFF2-40B4-BE49-F238E27FC236}">
                <a16:creationId xmlns:a16="http://schemas.microsoft.com/office/drawing/2014/main" id="{9B34552E-9BD7-0A0C-084C-D59CBFB6B90F}"/>
              </a:ext>
            </a:extLst>
          </p:cNvPr>
          <p:cNvSpPr/>
          <p:nvPr/>
        </p:nvSpPr>
        <p:spPr>
          <a:xfrm>
            <a:off x="4591959" y="415174"/>
            <a:ext cx="2712098" cy="58234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Access</a:t>
            </a:r>
          </a:p>
        </p:txBody>
      </p:sp>
      <p:sp>
        <p:nvSpPr>
          <p:cNvPr id="24" name="Rectangle: Rounded Corners 23">
            <a:extLst>
              <a:ext uri="{FF2B5EF4-FFF2-40B4-BE49-F238E27FC236}">
                <a16:creationId xmlns:a16="http://schemas.microsoft.com/office/drawing/2014/main" id="{3EF42813-46D0-10FD-67DE-D6BACF08FB44}"/>
              </a:ext>
            </a:extLst>
          </p:cNvPr>
          <p:cNvSpPr/>
          <p:nvPr/>
        </p:nvSpPr>
        <p:spPr>
          <a:xfrm>
            <a:off x="3557853" y="1479899"/>
            <a:ext cx="2396644" cy="363190"/>
          </a:xfrm>
          <a:prstGeom prst="roundRect">
            <a:avLst>
              <a:gd name="adj" fmla="val 12160"/>
            </a:avLst>
          </a:prstGeom>
        </p:spPr>
        <p:style>
          <a:lnRef idx="1">
            <a:schemeClr val="accent1"/>
          </a:lnRef>
          <a:fillRef idx="2">
            <a:schemeClr val="accent1"/>
          </a:fillRef>
          <a:effectRef idx="1">
            <a:schemeClr val="accent1"/>
          </a:effectRef>
          <a:fontRef idx="minor">
            <a:schemeClr val="dk1"/>
          </a:fontRef>
        </p:style>
        <p:txBody>
          <a:bodyPr rtlCol="0" anchor="b"/>
          <a:lstStyle/>
          <a:p>
            <a:pPr marL="69750" algn="ctr"/>
            <a:r>
              <a:rPr lang="en-US" sz="1400" dirty="0"/>
              <a:t>Generic interface to ECS</a:t>
            </a:r>
          </a:p>
        </p:txBody>
      </p:sp>
      <p:sp>
        <p:nvSpPr>
          <p:cNvPr id="25" name="Rectangle: Rounded Corners 24">
            <a:extLst>
              <a:ext uri="{FF2B5EF4-FFF2-40B4-BE49-F238E27FC236}">
                <a16:creationId xmlns:a16="http://schemas.microsoft.com/office/drawing/2014/main" id="{F2C9A6F4-DA46-462F-FA1E-C718EDD33103}"/>
              </a:ext>
            </a:extLst>
          </p:cNvPr>
          <p:cNvSpPr/>
          <p:nvPr/>
        </p:nvSpPr>
        <p:spPr>
          <a:xfrm>
            <a:off x="3921204" y="1247872"/>
            <a:ext cx="1669942"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err="1"/>
              <a:t>AssetInterface</a:t>
            </a:r>
            <a:endParaRPr lang="en-US" dirty="0"/>
          </a:p>
        </p:txBody>
      </p:sp>
      <p:sp>
        <p:nvSpPr>
          <p:cNvPr id="26" name="Rectangle: Rounded Corners 25">
            <a:extLst>
              <a:ext uri="{FF2B5EF4-FFF2-40B4-BE49-F238E27FC236}">
                <a16:creationId xmlns:a16="http://schemas.microsoft.com/office/drawing/2014/main" id="{085EAEF1-A414-DCE0-CB7D-4284A65BA02B}"/>
              </a:ext>
            </a:extLst>
          </p:cNvPr>
          <p:cNvSpPr/>
          <p:nvPr/>
        </p:nvSpPr>
        <p:spPr>
          <a:xfrm>
            <a:off x="396659" y="2228295"/>
            <a:ext cx="2806535" cy="2277994"/>
          </a:xfrm>
          <a:prstGeom prst="roundRect">
            <a:avLst>
              <a:gd name="adj" fmla="val 7245"/>
            </a:avLst>
          </a:prstGeom>
        </p:spPr>
        <p:style>
          <a:lnRef idx="1">
            <a:schemeClr val="accent1"/>
          </a:lnRef>
          <a:fillRef idx="2">
            <a:schemeClr val="accent1"/>
          </a:fillRef>
          <a:effectRef idx="1">
            <a:schemeClr val="accent1"/>
          </a:effectRef>
          <a:fontRef idx="minor">
            <a:schemeClr val="dk1"/>
          </a:fontRef>
        </p:style>
        <p:txBody>
          <a:bodyPr rtlCol="0" anchor="ctr"/>
          <a:lstStyle/>
          <a:p>
            <a:pPr marL="285750" indent="-216000">
              <a:buFont typeface="Arial" panose="020B0604020202020204" pitchFamily="34" charset="0"/>
              <a:buChar char="•"/>
            </a:pPr>
            <a:r>
              <a:rPr lang="en-US" sz="1400" dirty="0"/>
              <a:t>Interface to a concrete Asset</a:t>
            </a:r>
          </a:p>
          <a:p>
            <a:pPr marL="285750" indent="-216000">
              <a:buFont typeface="Arial" panose="020B0604020202020204" pitchFamily="34" charset="0"/>
              <a:buChar char="•"/>
            </a:pPr>
            <a:r>
              <a:rPr lang="en-US" sz="1400" dirty="0"/>
              <a:t>Public only methods specific to its asset type</a:t>
            </a:r>
          </a:p>
          <a:p>
            <a:pPr marL="285750" indent="-216000">
              <a:buFont typeface="Arial" panose="020B0604020202020204" pitchFamily="34" charset="0"/>
              <a:buChar char="•"/>
            </a:pPr>
            <a:r>
              <a:rPr lang="en-US" sz="1400" dirty="0"/>
              <a:t>Can be conceptualized as an asset itself, but actually is just an ECS handle (Asset ID + Registry </a:t>
            </a:r>
            <a:r>
              <a:rPr lang="en-US" sz="1400" dirty="0" err="1"/>
              <a:t>ptr</a:t>
            </a:r>
            <a:r>
              <a:rPr lang="en-US" sz="1400" dirty="0"/>
              <a:t>)</a:t>
            </a:r>
          </a:p>
          <a:p>
            <a:pPr marL="285750" indent="-216000">
              <a:buFont typeface="Arial" panose="020B0604020202020204" pitchFamily="34" charset="0"/>
              <a:buChar char="•"/>
            </a:pPr>
            <a:r>
              <a:rPr lang="en-US" sz="1400" dirty="0"/>
              <a:t>Treats Asset as const</a:t>
            </a:r>
          </a:p>
        </p:txBody>
      </p:sp>
      <p:sp>
        <p:nvSpPr>
          <p:cNvPr id="29" name="Rectangle: Rounded Corners 28">
            <a:extLst>
              <a:ext uri="{FF2B5EF4-FFF2-40B4-BE49-F238E27FC236}">
                <a16:creationId xmlns:a16="http://schemas.microsoft.com/office/drawing/2014/main" id="{74B9983E-B778-6BFD-97D6-90BE954CD878}"/>
              </a:ext>
            </a:extLst>
          </p:cNvPr>
          <p:cNvSpPr/>
          <p:nvPr/>
        </p:nvSpPr>
        <p:spPr>
          <a:xfrm>
            <a:off x="4037553" y="2155738"/>
            <a:ext cx="1846864"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err="1"/>
              <a:t>TextureObserver</a:t>
            </a:r>
            <a:endParaRPr lang="en-US" dirty="0"/>
          </a:p>
        </p:txBody>
      </p:sp>
      <p:sp>
        <p:nvSpPr>
          <p:cNvPr id="30" name="Rectangle: Rounded Corners 29">
            <a:extLst>
              <a:ext uri="{FF2B5EF4-FFF2-40B4-BE49-F238E27FC236}">
                <a16:creationId xmlns:a16="http://schemas.microsoft.com/office/drawing/2014/main" id="{8F679557-2737-50F4-CB08-593E0B2C31EB}"/>
              </a:ext>
            </a:extLst>
          </p:cNvPr>
          <p:cNvSpPr/>
          <p:nvPr/>
        </p:nvSpPr>
        <p:spPr>
          <a:xfrm>
            <a:off x="4037553" y="2540534"/>
            <a:ext cx="1846864"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err="1"/>
              <a:t>ShaderObserver</a:t>
            </a:r>
            <a:endParaRPr lang="en-US" dirty="0"/>
          </a:p>
        </p:txBody>
      </p:sp>
      <p:sp>
        <p:nvSpPr>
          <p:cNvPr id="31" name="Rectangle: Rounded Corners 30">
            <a:extLst>
              <a:ext uri="{FF2B5EF4-FFF2-40B4-BE49-F238E27FC236}">
                <a16:creationId xmlns:a16="http://schemas.microsoft.com/office/drawing/2014/main" id="{70A4F2A2-BE78-F95E-C47E-3E2C5C01F0FB}"/>
              </a:ext>
            </a:extLst>
          </p:cNvPr>
          <p:cNvSpPr/>
          <p:nvPr/>
        </p:nvSpPr>
        <p:spPr>
          <a:xfrm>
            <a:off x="4037553" y="2925330"/>
            <a:ext cx="1846864"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err="1"/>
              <a:t>MaterialObserver</a:t>
            </a:r>
            <a:endParaRPr lang="en-US" dirty="0"/>
          </a:p>
        </p:txBody>
      </p:sp>
      <p:sp>
        <p:nvSpPr>
          <p:cNvPr id="32" name="Rectangle: Rounded Corners 31">
            <a:extLst>
              <a:ext uri="{FF2B5EF4-FFF2-40B4-BE49-F238E27FC236}">
                <a16:creationId xmlns:a16="http://schemas.microsoft.com/office/drawing/2014/main" id="{F0D7A861-8771-2F69-5AF5-A01C91A04648}"/>
              </a:ext>
            </a:extLst>
          </p:cNvPr>
          <p:cNvSpPr/>
          <p:nvPr/>
        </p:nvSpPr>
        <p:spPr>
          <a:xfrm>
            <a:off x="4037553" y="3310126"/>
            <a:ext cx="1846864"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err="1"/>
              <a:t>AudioObserver</a:t>
            </a:r>
            <a:endParaRPr lang="en-US" dirty="0"/>
          </a:p>
        </p:txBody>
      </p:sp>
      <p:cxnSp>
        <p:nvCxnSpPr>
          <p:cNvPr id="34" name="Straight Arrow Connector 33">
            <a:extLst>
              <a:ext uri="{FF2B5EF4-FFF2-40B4-BE49-F238E27FC236}">
                <a16:creationId xmlns:a16="http://schemas.microsoft.com/office/drawing/2014/main" id="{368638C0-86FD-BF63-CFD7-AD8590CC15AA}"/>
              </a:ext>
            </a:extLst>
          </p:cNvPr>
          <p:cNvCxnSpPr>
            <a:cxnSpLocks/>
          </p:cNvCxnSpPr>
          <p:nvPr/>
        </p:nvCxnSpPr>
        <p:spPr>
          <a:xfrm>
            <a:off x="3663553" y="1843089"/>
            <a:ext cx="0" cy="21745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9" name="Connector: Elbow 38">
            <a:extLst>
              <a:ext uri="{FF2B5EF4-FFF2-40B4-BE49-F238E27FC236}">
                <a16:creationId xmlns:a16="http://schemas.microsoft.com/office/drawing/2014/main" id="{CAD081EE-3F1B-2C36-94C4-8FB30D431875}"/>
              </a:ext>
            </a:extLst>
          </p:cNvPr>
          <p:cNvCxnSpPr>
            <a:cxnSpLocks/>
            <a:endCxn id="32" idx="1"/>
          </p:cNvCxnSpPr>
          <p:nvPr/>
        </p:nvCxnSpPr>
        <p:spPr>
          <a:xfrm rot="16200000" flipH="1">
            <a:off x="3152968" y="2571128"/>
            <a:ext cx="1395170" cy="374000"/>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1" name="Connector: Elbow 40">
            <a:extLst>
              <a:ext uri="{FF2B5EF4-FFF2-40B4-BE49-F238E27FC236}">
                <a16:creationId xmlns:a16="http://schemas.microsoft.com/office/drawing/2014/main" id="{750701F6-5177-1999-9EA9-4246A9AEFB83}"/>
              </a:ext>
            </a:extLst>
          </p:cNvPr>
          <p:cNvCxnSpPr>
            <a:cxnSpLocks/>
            <a:endCxn id="31" idx="1"/>
          </p:cNvCxnSpPr>
          <p:nvPr/>
        </p:nvCxnSpPr>
        <p:spPr>
          <a:xfrm rot="16200000" flipH="1">
            <a:off x="3345365" y="2378729"/>
            <a:ext cx="1010374" cy="374002"/>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3" name="Connector: Elbow 42">
            <a:extLst>
              <a:ext uri="{FF2B5EF4-FFF2-40B4-BE49-F238E27FC236}">
                <a16:creationId xmlns:a16="http://schemas.microsoft.com/office/drawing/2014/main" id="{FDA2C075-ACAB-899D-7CC7-AF48D767B0BC}"/>
              </a:ext>
            </a:extLst>
          </p:cNvPr>
          <p:cNvCxnSpPr>
            <a:cxnSpLocks/>
            <a:endCxn id="30" idx="1"/>
          </p:cNvCxnSpPr>
          <p:nvPr/>
        </p:nvCxnSpPr>
        <p:spPr>
          <a:xfrm rot="16200000" flipH="1">
            <a:off x="3537761" y="2186329"/>
            <a:ext cx="625580" cy="374004"/>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5" name="Connector: Elbow 44">
            <a:extLst>
              <a:ext uri="{FF2B5EF4-FFF2-40B4-BE49-F238E27FC236}">
                <a16:creationId xmlns:a16="http://schemas.microsoft.com/office/drawing/2014/main" id="{93FCDE67-0159-EB48-396A-210D41E520E1}"/>
              </a:ext>
            </a:extLst>
          </p:cNvPr>
          <p:cNvCxnSpPr>
            <a:cxnSpLocks/>
            <a:endCxn id="29" idx="1"/>
          </p:cNvCxnSpPr>
          <p:nvPr/>
        </p:nvCxnSpPr>
        <p:spPr>
          <a:xfrm>
            <a:off x="3663549" y="2060540"/>
            <a:ext cx="374004" cy="240785"/>
          </a:xfrm>
          <a:prstGeom prst="bentConnector3">
            <a:avLst>
              <a:gd name="adj1" fmla="val 152"/>
            </a:avLst>
          </a:prstGeom>
          <a:ln>
            <a:tailEnd type="triangle"/>
          </a:ln>
        </p:spPr>
        <p:style>
          <a:lnRef idx="3">
            <a:schemeClr val="accent1"/>
          </a:lnRef>
          <a:fillRef idx="0">
            <a:schemeClr val="accent1"/>
          </a:fillRef>
          <a:effectRef idx="2">
            <a:schemeClr val="accent1"/>
          </a:effectRef>
          <a:fontRef idx="minor">
            <a:schemeClr val="tx1"/>
          </a:fontRef>
        </p:style>
      </p:cxnSp>
      <p:sp>
        <p:nvSpPr>
          <p:cNvPr id="48" name="Rectangle: Rounded Corners 47">
            <a:extLst>
              <a:ext uri="{FF2B5EF4-FFF2-40B4-BE49-F238E27FC236}">
                <a16:creationId xmlns:a16="http://schemas.microsoft.com/office/drawing/2014/main" id="{B1B16EFC-0F53-09AF-F5F4-6F198738767F}"/>
              </a:ext>
            </a:extLst>
          </p:cNvPr>
          <p:cNvSpPr/>
          <p:nvPr/>
        </p:nvSpPr>
        <p:spPr>
          <a:xfrm>
            <a:off x="4901321" y="3993092"/>
            <a:ext cx="2464802"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err="1"/>
              <a:t>AssetHandle</a:t>
            </a:r>
            <a:r>
              <a:rPr lang="en-US" dirty="0"/>
              <a:t>&lt; </a:t>
            </a:r>
            <a:r>
              <a:rPr lang="en-US" dirty="0" err="1"/>
              <a:t>tnAsset</a:t>
            </a:r>
            <a:r>
              <a:rPr lang="en-US" dirty="0"/>
              <a:t> &gt;</a:t>
            </a:r>
          </a:p>
        </p:txBody>
      </p:sp>
      <p:sp>
        <p:nvSpPr>
          <p:cNvPr id="3" name="Rectangle: Rounded Corners 2">
            <a:extLst>
              <a:ext uri="{FF2B5EF4-FFF2-40B4-BE49-F238E27FC236}">
                <a16:creationId xmlns:a16="http://schemas.microsoft.com/office/drawing/2014/main" id="{67138047-1435-4CFC-D361-44E0446CC57E}"/>
              </a:ext>
            </a:extLst>
          </p:cNvPr>
          <p:cNvSpPr/>
          <p:nvPr/>
        </p:nvSpPr>
        <p:spPr>
          <a:xfrm>
            <a:off x="6383940" y="5379773"/>
            <a:ext cx="2391760" cy="969062"/>
          </a:xfrm>
          <a:prstGeom prst="roundRect">
            <a:avLst>
              <a:gd name="adj" fmla="val 12160"/>
            </a:avLst>
          </a:prstGeom>
        </p:spPr>
        <p:style>
          <a:lnRef idx="1">
            <a:schemeClr val="accent1"/>
          </a:lnRef>
          <a:fillRef idx="2">
            <a:schemeClr val="accent1"/>
          </a:fillRef>
          <a:effectRef idx="1">
            <a:schemeClr val="accent1"/>
          </a:effectRef>
          <a:fontRef idx="minor">
            <a:schemeClr val="dk1"/>
          </a:fontRef>
        </p:style>
        <p:txBody>
          <a:bodyPr rtlCol="0" anchor="b"/>
          <a:lstStyle/>
          <a:p>
            <a:pPr marL="285750" indent="-216000">
              <a:buFont typeface="Arial" panose="020B0604020202020204" pitchFamily="34" charset="0"/>
              <a:buChar char="•"/>
            </a:pPr>
            <a:r>
              <a:rPr lang="en-US" sz="1400" dirty="0"/>
              <a:t>Common (templated) derivation of all users</a:t>
            </a:r>
          </a:p>
          <a:p>
            <a:pPr marL="285750" indent="-216000">
              <a:buFont typeface="Arial" panose="020B0604020202020204" pitchFamily="34" charset="0"/>
              <a:buChar char="•"/>
            </a:pPr>
            <a:r>
              <a:rPr lang="en-US" sz="1400" dirty="0"/>
              <a:t>Acting like a unique lock</a:t>
            </a:r>
          </a:p>
        </p:txBody>
      </p:sp>
      <p:sp>
        <p:nvSpPr>
          <p:cNvPr id="12" name="Rectangle: Rounded Corners 11">
            <a:extLst>
              <a:ext uri="{FF2B5EF4-FFF2-40B4-BE49-F238E27FC236}">
                <a16:creationId xmlns:a16="http://schemas.microsoft.com/office/drawing/2014/main" id="{320E7630-0CFD-004A-B609-E0DE138512AF}"/>
              </a:ext>
            </a:extLst>
          </p:cNvPr>
          <p:cNvSpPr/>
          <p:nvPr/>
        </p:nvSpPr>
        <p:spPr>
          <a:xfrm>
            <a:off x="6205614" y="5194447"/>
            <a:ext cx="2790711"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err="1"/>
              <a:t>AssetUser</a:t>
            </a:r>
            <a:r>
              <a:rPr lang="en-US" dirty="0"/>
              <a:t>&lt; </a:t>
            </a:r>
            <a:r>
              <a:rPr lang="en-US" dirty="0" err="1"/>
              <a:t>tnAsset</a:t>
            </a:r>
            <a:r>
              <a:rPr lang="en-US" dirty="0"/>
              <a:t> &gt;</a:t>
            </a:r>
          </a:p>
        </p:txBody>
      </p:sp>
      <p:sp>
        <p:nvSpPr>
          <p:cNvPr id="15" name="Rectangle: Rounded Corners 14">
            <a:extLst>
              <a:ext uri="{FF2B5EF4-FFF2-40B4-BE49-F238E27FC236}">
                <a16:creationId xmlns:a16="http://schemas.microsoft.com/office/drawing/2014/main" id="{20318DE5-E77C-5009-EA86-699CDE0425AB}"/>
              </a:ext>
            </a:extLst>
          </p:cNvPr>
          <p:cNvSpPr/>
          <p:nvPr/>
        </p:nvSpPr>
        <p:spPr>
          <a:xfrm>
            <a:off x="3371850" y="5379773"/>
            <a:ext cx="2509494" cy="969062"/>
          </a:xfrm>
          <a:prstGeom prst="roundRect">
            <a:avLst>
              <a:gd name="adj" fmla="val 12160"/>
            </a:avLst>
          </a:prstGeom>
        </p:spPr>
        <p:style>
          <a:lnRef idx="1">
            <a:schemeClr val="accent1"/>
          </a:lnRef>
          <a:fillRef idx="2">
            <a:schemeClr val="accent1"/>
          </a:fillRef>
          <a:effectRef idx="1">
            <a:schemeClr val="accent1"/>
          </a:effectRef>
          <a:fontRef idx="minor">
            <a:schemeClr val="dk1"/>
          </a:fontRef>
        </p:style>
        <p:txBody>
          <a:bodyPr rtlCol="0" anchor="b"/>
          <a:lstStyle/>
          <a:p>
            <a:pPr marL="285750" indent="-216000">
              <a:buFont typeface="Arial" panose="020B0604020202020204" pitchFamily="34" charset="0"/>
              <a:buChar char="•"/>
            </a:pPr>
            <a:r>
              <a:rPr lang="en-US" sz="1400" dirty="0"/>
              <a:t>Common (templated) derivation of all observers</a:t>
            </a:r>
          </a:p>
          <a:p>
            <a:pPr marL="285750" indent="-216000">
              <a:buFont typeface="Arial" panose="020B0604020202020204" pitchFamily="34" charset="0"/>
              <a:buChar char="•"/>
            </a:pPr>
            <a:r>
              <a:rPr lang="en-US" sz="1400" dirty="0"/>
              <a:t>Acting like a shared lock</a:t>
            </a:r>
          </a:p>
        </p:txBody>
      </p:sp>
      <p:sp>
        <p:nvSpPr>
          <p:cNvPr id="27" name="Rectangle: Rounded Corners 26">
            <a:extLst>
              <a:ext uri="{FF2B5EF4-FFF2-40B4-BE49-F238E27FC236}">
                <a16:creationId xmlns:a16="http://schemas.microsoft.com/office/drawing/2014/main" id="{4A759DC1-565C-90B3-E60A-0DE5E49147DE}"/>
              </a:ext>
            </a:extLst>
          </p:cNvPr>
          <p:cNvSpPr/>
          <p:nvPr/>
        </p:nvSpPr>
        <p:spPr>
          <a:xfrm>
            <a:off x="3203194" y="5194447"/>
            <a:ext cx="2856243"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err="1"/>
              <a:t>AssetObserver</a:t>
            </a:r>
            <a:r>
              <a:rPr lang="en-US" dirty="0"/>
              <a:t>&lt; </a:t>
            </a:r>
            <a:r>
              <a:rPr lang="en-US" dirty="0" err="1"/>
              <a:t>tnAsset</a:t>
            </a:r>
            <a:r>
              <a:rPr lang="en-US" dirty="0"/>
              <a:t> &gt;</a:t>
            </a:r>
          </a:p>
        </p:txBody>
      </p:sp>
      <p:cxnSp>
        <p:nvCxnSpPr>
          <p:cNvPr id="33" name="Straight Arrow Connector 32">
            <a:extLst>
              <a:ext uri="{FF2B5EF4-FFF2-40B4-BE49-F238E27FC236}">
                <a16:creationId xmlns:a16="http://schemas.microsoft.com/office/drawing/2014/main" id="{E6D48294-6737-74AC-867B-EE0086B7CEA3}"/>
              </a:ext>
            </a:extLst>
          </p:cNvPr>
          <p:cNvCxnSpPr>
            <a:cxnSpLocks/>
            <a:stCxn id="49" idx="2"/>
          </p:cNvCxnSpPr>
          <p:nvPr/>
        </p:nvCxnSpPr>
        <p:spPr>
          <a:xfrm flipH="1">
            <a:off x="5502677" y="4569740"/>
            <a:ext cx="631044" cy="616038"/>
          </a:xfrm>
          <a:prstGeom prst="straightConnector1">
            <a:avLst/>
          </a:prstGeom>
          <a:ln>
            <a:prstDash val="dash"/>
            <a:headEnd type="none" w="med" len="med"/>
            <a:tailEnd type="arrow" w="med" len="med"/>
          </a:ln>
        </p:spPr>
        <p:style>
          <a:lnRef idx="3">
            <a:schemeClr val="accent1"/>
          </a:lnRef>
          <a:fillRef idx="0">
            <a:schemeClr val="accent1"/>
          </a:fillRef>
          <a:effectRef idx="2">
            <a:schemeClr val="accent1"/>
          </a:effectRef>
          <a:fontRef idx="minor">
            <a:schemeClr val="tx1"/>
          </a:fontRef>
        </p:style>
      </p:cxnSp>
      <p:cxnSp>
        <p:nvCxnSpPr>
          <p:cNvPr id="35" name="Straight Arrow Connector 34">
            <a:extLst>
              <a:ext uri="{FF2B5EF4-FFF2-40B4-BE49-F238E27FC236}">
                <a16:creationId xmlns:a16="http://schemas.microsoft.com/office/drawing/2014/main" id="{B96B30E5-A163-FFDD-B309-CB6827B1DACF}"/>
              </a:ext>
            </a:extLst>
          </p:cNvPr>
          <p:cNvCxnSpPr>
            <a:cxnSpLocks/>
            <a:stCxn id="49" idx="2"/>
          </p:cNvCxnSpPr>
          <p:nvPr/>
        </p:nvCxnSpPr>
        <p:spPr>
          <a:xfrm>
            <a:off x="6133721" y="4569740"/>
            <a:ext cx="631044" cy="624707"/>
          </a:xfrm>
          <a:prstGeom prst="straightConnector1">
            <a:avLst/>
          </a:prstGeom>
          <a:ln>
            <a:prstDash val="dash"/>
            <a:headEnd type="none" w="med" len="med"/>
            <a:tailEnd type="arrow" w="med" len="med"/>
          </a:ln>
        </p:spPr>
        <p:style>
          <a:lnRef idx="3">
            <a:schemeClr val="accent1"/>
          </a:lnRef>
          <a:fillRef idx="0">
            <a:schemeClr val="accent1"/>
          </a:fillRef>
          <a:effectRef idx="2">
            <a:schemeClr val="accent1"/>
          </a:effectRef>
          <a:fontRef idx="minor">
            <a:schemeClr val="tx1"/>
          </a:fontRef>
        </p:style>
      </p:cxnSp>
      <p:sp>
        <p:nvSpPr>
          <p:cNvPr id="46" name="Rectangle: Rounded Corners 45">
            <a:extLst>
              <a:ext uri="{FF2B5EF4-FFF2-40B4-BE49-F238E27FC236}">
                <a16:creationId xmlns:a16="http://schemas.microsoft.com/office/drawing/2014/main" id="{9BDF7E11-BE2C-6836-175E-2E7D81F34479}"/>
              </a:ext>
            </a:extLst>
          </p:cNvPr>
          <p:cNvSpPr/>
          <p:nvPr/>
        </p:nvSpPr>
        <p:spPr>
          <a:xfrm>
            <a:off x="4634206" y="4688448"/>
            <a:ext cx="987487" cy="29117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.Observe()</a:t>
            </a:r>
          </a:p>
        </p:txBody>
      </p:sp>
      <p:sp>
        <p:nvSpPr>
          <p:cNvPr id="47" name="Rectangle: Rounded Corners 46">
            <a:extLst>
              <a:ext uri="{FF2B5EF4-FFF2-40B4-BE49-F238E27FC236}">
                <a16:creationId xmlns:a16="http://schemas.microsoft.com/office/drawing/2014/main" id="{7D075B01-F2E4-A506-EC5C-080F6BCCAE10}"/>
              </a:ext>
            </a:extLst>
          </p:cNvPr>
          <p:cNvSpPr/>
          <p:nvPr/>
        </p:nvSpPr>
        <p:spPr>
          <a:xfrm>
            <a:off x="6647986" y="4688448"/>
            <a:ext cx="641728" cy="29117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.Use()</a:t>
            </a:r>
          </a:p>
        </p:txBody>
      </p:sp>
      <p:sp>
        <p:nvSpPr>
          <p:cNvPr id="13" name="Rectangle: Rounded Corners 28">
            <a:extLst>
              <a:ext uri="{FF2B5EF4-FFF2-40B4-BE49-F238E27FC236}">
                <a16:creationId xmlns:a16="http://schemas.microsoft.com/office/drawing/2014/main" id="{0896CC2F-843C-0E59-F288-040DB1E9FA70}"/>
              </a:ext>
            </a:extLst>
          </p:cNvPr>
          <p:cNvSpPr/>
          <p:nvPr/>
        </p:nvSpPr>
        <p:spPr>
          <a:xfrm>
            <a:off x="6359316" y="2155738"/>
            <a:ext cx="1846864"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err="1"/>
              <a:t>TextureUser</a:t>
            </a:r>
            <a:endParaRPr lang="en-US" dirty="0"/>
          </a:p>
        </p:txBody>
      </p:sp>
      <p:sp>
        <p:nvSpPr>
          <p:cNvPr id="14" name="Rectangle: Rounded Corners 29">
            <a:extLst>
              <a:ext uri="{FF2B5EF4-FFF2-40B4-BE49-F238E27FC236}">
                <a16:creationId xmlns:a16="http://schemas.microsoft.com/office/drawing/2014/main" id="{4840085D-FFDE-E329-56F6-30F9E9CF84B2}"/>
              </a:ext>
            </a:extLst>
          </p:cNvPr>
          <p:cNvSpPr/>
          <p:nvPr/>
        </p:nvSpPr>
        <p:spPr>
          <a:xfrm>
            <a:off x="6359316" y="2540534"/>
            <a:ext cx="1846864"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err="1"/>
              <a:t>ShaderUser</a:t>
            </a:r>
            <a:endParaRPr lang="en-US" dirty="0"/>
          </a:p>
        </p:txBody>
      </p:sp>
      <p:sp>
        <p:nvSpPr>
          <p:cNvPr id="16" name="Rectangle: Rounded Corners 30">
            <a:extLst>
              <a:ext uri="{FF2B5EF4-FFF2-40B4-BE49-F238E27FC236}">
                <a16:creationId xmlns:a16="http://schemas.microsoft.com/office/drawing/2014/main" id="{AC2AC64B-3BDA-A2AE-3384-2B457D81E504}"/>
              </a:ext>
            </a:extLst>
          </p:cNvPr>
          <p:cNvSpPr/>
          <p:nvPr/>
        </p:nvSpPr>
        <p:spPr>
          <a:xfrm>
            <a:off x="6359316" y="2925330"/>
            <a:ext cx="1846864"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err="1"/>
              <a:t>MaterialUser</a:t>
            </a:r>
            <a:endParaRPr lang="en-US" dirty="0"/>
          </a:p>
        </p:txBody>
      </p:sp>
      <p:sp>
        <p:nvSpPr>
          <p:cNvPr id="17" name="Rectangle: Rounded Corners 31">
            <a:extLst>
              <a:ext uri="{FF2B5EF4-FFF2-40B4-BE49-F238E27FC236}">
                <a16:creationId xmlns:a16="http://schemas.microsoft.com/office/drawing/2014/main" id="{B1E38D9D-25A5-1EAB-1193-0981584CD309}"/>
              </a:ext>
            </a:extLst>
          </p:cNvPr>
          <p:cNvSpPr/>
          <p:nvPr/>
        </p:nvSpPr>
        <p:spPr>
          <a:xfrm>
            <a:off x="6359316" y="3310126"/>
            <a:ext cx="1846864"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err="1"/>
              <a:t>AudioUser</a:t>
            </a:r>
            <a:endParaRPr lang="en-US" dirty="0"/>
          </a:p>
        </p:txBody>
      </p:sp>
      <p:cxnSp>
        <p:nvCxnSpPr>
          <p:cNvPr id="19" name="Łącznik prosty ze strzałką 18">
            <a:extLst>
              <a:ext uri="{FF2B5EF4-FFF2-40B4-BE49-F238E27FC236}">
                <a16:creationId xmlns:a16="http://schemas.microsoft.com/office/drawing/2014/main" id="{F6749D9A-BB9C-69AD-FE8F-C9B62FBCBE02}"/>
              </a:ext>
            </a:extLst>
          </p:cNvPr>
          <p:cNvCxnSpPr>
            <a:stCxn id="29" idx="3"/>
            <a:endCxn id="13" idx="1"/>
          </p:cNvCxnSpPr>
          <p:nvPr/>
        </p:nvCxnSpPr>
        <p:spPr>
          <a:xfrm>
            <a:off x="5884417" y="2301325"/>
            <a:ext cx="47489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Łącznik prosty ze strzałką 27">
            <a:extLst>
              <a:ext uri="{FF2B5EF4-FFF2-40B4-BE49-F238E27FC236}">
                <a16:creationId xmlns:a16="http://schemas.microsoft.com/office/drawing/2014/main" id="{61B5217A-FF17-A3F2-2FC0-E3E534D02189}"/>
              </a:ext>
            </a:extLst>
          </p:cNvPr>
          <p:cNvCxnSpPr>
            <a:stCxn id="30" idx="3"/>
            <a:endCxn id="14" idx="1"/>
          </p:cNvCxnSpPr>
          <p:nvPr/>
        </p:nvCxnSpPr>
        <p:spPr>
          <a:xfrm>
            <a:off x="5884417" y="2686121"/>
            <a:ext cx="47489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7" name="Łącznik prosty ze strzałką 36">
            <a:extLst>
              <a:ext uri="{FF2B5EF4-FFF2-40B4-BE49-F238E27FC236}">
                <a16:creationId xmlns:a16="http://schemas.microsoft.com/office/drawing/2014/main" id="{D80D36D1-1DFA-487F-298F-053B0BBE9EEA}"/>
              </a:ext>
            </a:extLst>
          </p:cNvPr>
          <p:cNvCxnSpPr>
            <a:stCxn id="31" idx="3"/>
            <a:endCxn id="16" idx="1"/>
          </p:cNvCxnSpPr>
          <p:nvPr/>
        </p:nvCxnSpPr>
        <p:spPr>
          <a:xfrm>
            <a:off x="5884417" y="3070917"/>
            <a:ext cx="47489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2" name="Łącznik prosty ze strzałką 41">
            <a:extLst>
              <a:ext uri="{FF2B5EF4-FFF2-40B4-BE49-F238E27FC236}">
                <a16:creationId xmlns:a16="http://schemas.microsoft.com/office/drawing/2014/main" id="{23EFA2F2-C238-92D0-0045-E0178B4F4989}"/>
              </a:ext>
            </a:extLst>
          </p:cNvPr>
          <p:cNvCxnSpPr>
            <a:stCxn id="32" idx="3"/>
            <a:endCxn id="17" idx="1"/>
          </p:cNvCxnSpPr>
          <p:nvPr/>
        </p:nvCxnSpPr>
        <p:spPr>
          <a:xfrm>
            <a:off x="5884417" y="3455713"/>
            <a:ext cx="47489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76" name="Rectangle: Rounded Corners 25">
            <a:extLst>
              <a:ext uri="{FF2B5EF4-FFF2-40B4-BE49-F238E27FC236}">
                <a16:creationId xmlns:a16="http://schemas.microsoft.com/office/drawing/2014/main" id="{86D5CA39-305F-1B73-C391-3C5BD1BF811B}"/>
              </a:ext>
            </a:extLst>
          </p:cNvPr>
          <p:cNvSpPr/>
          <p:nvPr/>
        </p:nvSpPr>
        <p:spPr>
          <a:xfrm>
            <a:off x="8996326" y="2228293"/>
            <a:ext cx="2806535" cy="2277995"/>
          </a:xfrm>
          <a:prstGeom prst="roundRect">
            <a:avLst>
              <a:gd name="adj" fmla="val 7245"/>
            </a:avLst>
          </a:prstGeom>
        </p:spPr>
        <p:style>
          <a:lnRef idx="1">
            <a:schemeClr val="accent1"/>
          </a:lnRef>
          <a:fillRef idx="2">
            <a:schemeClr val="accent1"/>
          </a:fillRef>
          <a:effectRef idx="1">
            <a:schemeClr val="accent1"/>
          </a:effectRef>
          <a:fontRef idx="minor">
            <a:schemeClr val="dk1"/>
          </a:fontRef>
        </p:style>
        <p:txBody>
          <a:bodyPr rtlCol="0" anchor="ctr"/>
          <a:lstStyle/>
          <a:p>
            <a:pPr marL="285750" indent="-216000">
              <a:buFont typeface="Arial" panose="020B0604020202020204" pitchFamily="34" charset="0"/>
              <a:buChar char="•"/>
            </a:pPr>
            <a:r>
              <a:rPr lang="en-US" sz="1400" dirty="0"/>
              <a:t>Extends Observer adding methods modifying an Asset</a:t>
            </a:r>
          </a:p>
        </p:txBody>
      </p:sp>
      <p:sp>
        <p:nvSpPr>
          <p:cNvPr id="77" name="Rectangle: Rounded Corners 24">
            <a:extLst>
              <a:ext uri="{FF2B5EF4-FFF2-40B4-BE49-F238E27FC236}">
                <a16:creationId xmlns:a16="http://schemas.microsoft.com/office/drawing/2014/main" id="{2C67E1BD-3604-E857-D9D4-04E029E2D43A}"/>
              </a:ext>
            </a:extLst>
          </p:cNvPr>
          <p:cNvSpPr/>
          <p:nvPr/>
        </p:nvSpPr>
        <p:spPr>
          <a:xfrm>
            <a:off x="918846" y="2060540"/>
            <a:ext cx="1669942"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Observer</a:t>
            </a:r>
          </a:p>
        </p:txBody>
      </p:sp>
      <p:sp>
        <p:nvSpPr>
          <p:cNvPr id="78" name="Rectangle: Rounded Corners 24">
            <a:extLst>
              <a:ext uri="{FF2B5EF4-FFF2-40B4-BE49-F238E27FC236}">
                <a16:creationId xmlns:a16="http://schemas.microsoft.com/office/drawing/2014/main" id="{2DAC3360-27C2-5575-730D-27956685787F}"/>
              </a:ext>
            </a:extLst>
          </p:cNvPr>
          <p:cNvSpPr/>
          <p:nvPr/>
        </p:nvSpPr>
        <p:spPr>
          <a:xfrm>
            <a:off x="9564622" y="2035345"/>
            <a:ext cx="1669942" cy="2911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User</a:t>
            </a:r>
          </a:p>
        </p:txBody>
      </p:sp>
    </p:spTree>
    <p:extLst>
      <p:ext uri="{BB962C8B-B14F-4D97-AF65-F5344CB8AC3E}">
        <p14:creationId xmlns:p14="http://schemas.microsoft.com/office/powerpoint/2010/main" val="21460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A9AD4-D71B-42D5-D3E4-7F80FA13647B}"/>
            </a:ext>
          </a:extLst>
        </p:cNvPr>
        <p:cNvGrpSpPr/>
        <p:nvPr/>
      </p:nvGrpSpPr>
      <p:grpSpPr>
        <a:xfrm>
          <a:off x="0" y="0"/>
          <a:ext cx="0" cy="0"/>
          <a:chOff x="0" y="0"/>
          <a:chExt cx="0" cy="0"/>
        </a:xfrm>
      </p:grpSpPr>
      <p:pic>
        <p:nvPicPr>
          <p:cNvPr id="7" name="Obraz 6">
            <a:extLst>
              <a:ext uri="{FF2B5EF4-FFF2-40B4-BE49-F238E27FC236}">
                <a16:creationId xmlns:a16="http://schemas.microsoft.com/office/drawing/2014/main" id="{4ABE271D-3EB0-8847-23AF-B19809082E5F}"/>
              </a:ext>
            </a:extLst>
          </p:cNvPr>
          <p:cNvPicPr>
            <a:picLocks noChangeAspect="1"/>
          </p:cNvPicPr>
          <p:nvPr/>
        </p:nvPicPr>
        <p:blipFill>
          <a:blip r:embed="rId2"/>
          <a:stretch>
            <a:fillRect/>
          </a:stretch>
        </p:blipFill>
        <p:spPr>
          <a:xfrm>
            <a:off x="5124577" y="996984"/>
            <a:ext cx="6868239" cy="1887292"/>
          </a:xfrm>
          <a:prstGeom prst="rect">
            <a:avLst/>
          </a:prstGeom>
        </p:spPr>
      </p:pic>
      <p:sp>
        <p:nvSpPr>
          <p:cNvPr id="4" name="Rectangle: Rounded Corners 3">
            <a:extLst>
              <a:ext uri="{FF2B5EF4-FFF2-40B4-BE49-F238E27FC236}">
                <a16:creationId xmlns:a16="http://schemas.microsoft.com/office/drawing/2014/main" id="{01418581-A409-2192-2A07-4725F3576055}"/>
              </a:ext>
            </a:extLst>
          </p:cNvPr>
          <p:cNvSpPr/>
          <p:nvPr/>
        </p:nvSpPr>
        <p:spPr>
          <a:xfrm>
            <a:off x="4090964" y="296966"/>
            <a:ext cx="3566358" cy="58234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Synchronized Runtime Access</a:t>
            </a:r>
          </a:p>
          <a:p>
            <a:pPr algn="ctr"/>
            <a:r>
              <a:rPr lang="en-US" sz="2000" b="1" dirty="0"/>
              <a:t>Examples</a:t>
            </a:r>
            <a:endParaRPr lang="en-US" b="1" dirty="0"/>
          </a:p>
        </p:txBody>
      </p:sp>
      <p:pic>
        <p:nvPicPr>
          <p:cNvPr id="9" name="Obraz 8">
            <a:extLst>
              <a:ext uri="{FF2B5EF4-FFF2-40B4-BE49-F238E27FC236}">
                <a16:creationId xmlns:a16="http://schemas.microsoft.com/office/drawing/2014/main" id="{FB88DCAA-9953-7025-1033-F2A6890943F1}"/>
              </a:ext>
            </a:extLst>
          </p:cNvPr>
          <p:cNvPicPr>
            <a:picLocks noChangeAspect="1"/>
          </p:cNvPicPr>
          <p:nvPr/>
        </p:nvPicPr>
        <p:blipFill>
          <a:blip r:embed="rId3"/>
          <a:stretch>
            <a:fillRect/>
          </a:stretch>
        </p:blipFill>
        <p:spPr>
          <a:xfrm>
            <a:off x="199184" y="996984"/>
            <a:ext cx="4746041" cy="3763008"/>
          </a:xfrm>
          <a:prstGeom prst="rect">
            <a:avLst/>
          </a:prstGeom>
        </p:spPr>
      </p:pic>
    </p:spTree>
    <p:extLst>
      <p:ext uri="{BB962C8B-B14F-4D97-AF65-F5344CB8AC3E}">
        <p14:creationId xmlns:p14="http://schemas.microsoft.com/office/powerpoint/2010/main" val="786740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8446</TotalTime>
  <Words>822</Words>
  <Application>Microsoft Office PowerPoint</Application>
  <PresentationFormat>Panoramiczny</PresentationFormat>
  <Paragraphs>187</Paragraphs>
  <Slides>10</Slides>
  <Notes>6</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10</vt:i4>
      </vt:variant>
    </vt:vector>
  </HeadingPairs>
  <TitlesOfParts>
    <vt:vector size="14" baseType="lpstr">
      <vt:lpstr>Arial</vt:lpstr>
      <vt:lpstr>Calibri</vt:lpstr>
      <vt:lpstr>Calibri Light</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Paweł</dc:creator>
  <cp:lastModifiedBy>Paweł</cp:lastModifiedBy>
  <cp:revision>30</cp:revision>
  <dcterms:created xsi:type="dcterms:W3CDTF">2024-03-28T22:47:25Z</dcterms:created>
  <dcterms:modified xsi:type="dcterms:W3CDTF">2026-04-05T03:24:03Z</dcterms:modified>
</cp:coreProperties>
</file>
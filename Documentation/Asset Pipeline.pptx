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notesMasters/notesMaster1.xml" ContentType="application/vnd.openxmlformats-officedocument.presentationml.notes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diagrams/data2.xml" ContentType="application/vnd.openxmlformats-officedocument.drawingml.diagramData+xml"/>
  <Override PartName="/ppt/diagrams/layout2.xml" ContentType="application/vnd.openxmlformats-officedocument.drawingml.diagramLayout+xml"/>
  <Override PartName="/ppt/diagrams/quickStyle2.xml" ContentType="application/vnd.openxmlformats-officedocument.drawingml.diagramStyle+xml"/>
  <Override PartName="/ppt/diagrams/colors2.xml" ContentType="application/vnd.openxmlformats-officedocument.drawingml.diagramColors+xml"/>
  <Override PartName="/ppt/diagrams/drawing2.xml" ContentType="application/vnd.ms-office.drawingml.diagramDrawing+xml"/>
  <Override PartName="/ppt/notesSlides/notesSlide5.xml" ContentType="application/vnd.openxmlformats-officedocument.presentationml.notesSlide+xml"/>
  <Override PartName="/ppt/diagrams/data3.xml" ContentType="application/vnd.openxmlformats-officedocument.drawingml.diagramData+xml"/>
  <Override PartName="/ppt/diagrams/layout3.xml" ContentType="application/vnd.openxmlformats-officedocument.drawingml.diagramLayout+xml"/>
  <Override PartName="/ppt/diagrams/quickStyle3.xml" ContentType="application/vnd.openxmlformats-officedocument.drawingml.diagramStyle+xml"/>
  <Override PartName="/ppt/diagrams/colors3.xml" ContentType="application/vnd.openxmlformats-officedocument.drawingml.diagramColors+xml"/>
  <Override PartName="/ppt/diagrams/drawing3.xml" ContentType="application/vnd.ms-office.drawingml.diagramDrawing+xml"/>
  <Override PartName="/ppt/diagrams/data4.xml" ContentType="application/vnd.openxmlformats-officedocument.drawingml.diagramData+xml"/>
  <Override PartName="/ppt/diagrams/layout4.xml" ContentType="application/vnd.openxmlformats-officedocument.drawingml.diagramLayout+xml"/>
  <Override PartName="/ppt/diagrams/quickStyle4.xml" ContentType="application/vnd.openxmlformats-officedocument.drawingml.diagramStyle+xml"/>
  <Override PartName="/ppt/diagrams/colors4.xml" ContentType="application/vnd.openxmlformats-officedocument.drawingml.diagramColors+xml"/>
  <Override PartName="/ppt/diagrams/drawing4.xml" ContentType="application/vnd.ms-office.drawingml.diagramDrawing+xml"/>
  <Override PartName="/ppt/diagrams/data5.xml" ContentType="application/vnd.openxmlformats-officedocument.drawingml.diagramData+xml"/>
  <Override PartName="/ppt/diagrams/layout5.xml" ContentType="application/vnd.openxmlformats-officedocument.drawingml.diagramLayout+xml"/>
  <Override PartName="/ppt/diagrams/quickStyle5.xml" ContentType="application/vnd.openxmlformats-officedocument.drawingml.diagramStyle+xml"/>
  <Override PartName="/ppt/diagrams/colors5.xml" ContentType="application/vnd.openxmlformats-officedocument.drawingml.diagramColors+xml"/>
  <Override PartName="/ppt/diagrams/drawing5.xml" ContentType="application/vnd.ms-office.drawingml.diagramDrawing+xml"/>
  <Override PartName="/ppt/notesSlides/notesSlide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12"/>
  </p:notesMasterIdLst>
  <p:sldIdLst>
    <p:sldId id="256" r:id="rId2"/>
    <p:sldId id="267" r:id="rId3"/>
    <p:sldId id="269" r:id="rId4"/>
    <p:sldId id="261" r:id="rId5"/>
    <p:sldId id="268" r:id="rId6"/>
    <p:sldId id="270" r:id="rId7"/>
    <p:sldId id="266" r:id="rId8"/>
    <p:sldId id="265" r:id="rId9"/>
    <p:sldId id="260" r:id="rId10"/>
    <p:sldId id="262" r:id="rId11"/>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1" name="Paweł" initials="P" lastIdx="1" clrIdx="0">
    <p:extLst>
      <p:ext uri="{19B8F6BF-5375-455C-9EA6-DF929625EA0E}">
        <p15:presenceInfo xmlns:p15="http://schemas.microsoft.com/office/powerpoint/2012/main" userId="Paweł" providerId="None"/>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93296810-A885-4BE3-A3E7-6D5BEEA58F35}" styleName="Medium Style 2 - Accent 6">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6">
              <a:tint val="20000"/>
            </a:schemeClr>
          </a:solidFill>
        </a:fill>
      </a:tcStyle>
    </a:wholeTbl>
    <a:band1H>
      <a:tcStyle>
        <a:tcBdr/>
        <a:fill>
          <a:solidFill>
            <a:schemeClr val="accent6">
              <a:tint val="40000"/>
            </a:schemeClr>
          </a:solidFill>
        </a:fill>
      </a:tcStyle>
    </a:band1H>
    <a:band2H>
      <a:tcStyle>
        <a:tcBdr/>
      </a:tcStyle>
    </a:band2H>
    <a:band1V>
      <a:tcStyle>
        <a:tcBdr/>
        <a:fill>
          <a:solidFill>
            <a:schemeClr val="accent6">
              <a:tint val="40000"/>
            </a:schemeClr>
          </a:solidFill>
        </a:fill>
      </a:tcStyle>
    </a:band1V>
    <a:band2V>
      <a:tcStyle>
        <a:tcBdr/>
      </a:tcStyle>
    </a:band2V>
    <a:lastCol>
      <a:tcTxStyle b="on">
        <a:fontRef idx="minor">
          <a:prstClr val="black"/>
        </a:fontRef>
        <a:schemeClr val="lt1"/>
      </a:tcTxStyle>
      <a:tcStyle>
        <a:tcBdr/>
        <a:fill>
          <a:solidFill>
            <a:schemeClr val="accent6"/>
          </a:solidFill>
        </a:fill>
      </a:tcStyle>
    </a:lastCol>
    <a:firstCol>
      <a:tcTxStyle b="on">
        <a:fontRef idx="minor">
          <a:prstClr val="black"/>
        </a:fontRef>
        <a:schemeClr val="lt1"/>
      </a:tcTxStyle>
      <a:tcStyle>
        <a:tcBdr/>
        <a:fill>
          <a:solidFill>
            <a:schemeClr val="accent6"/>
          </a:solidFill>
        </a:fill>
      </a:tcStyle>
    </a:firstCol>
    <a:lastRow>
      <a:tcTxStyle b="on">
        <a:fontRef idx="minor">
          <a:prstClr val="black"/>
        </a:fontRef>
        <a:schemeClr val="lt1"/>
      </a:tcTxStyle>
      <a:tcStyle>
        <a:tcBdr>
          <a:top>
            <a:ln w="38100" cmpd="sng">
              <a:solidFill>
                <a:schemeClr val="lt1"/>
              </a:solidFill>
            </a:ln>
          </a:top>
        </a:tcBdr>
        <a:fill>
          <a:solidFill>
            <a:schemeClr val="accent6"/>
          </a:solidFill>
        </a:fill>
      </a:tcStyle>
    </a:lastRow>
    <a:firstRow>
      <a:tcTxStyle b="on">
        <a:fontRef idx="minor">
          <a:prstClr val="black"/>
        </a:fontRef>
        <a:schemeClr val="lt1"/>
      </a:tcTxStyle>
      <a:tcStyle>
        <a:tcBdr>
          <a:bottom>
            <a:ln w="38100" cmpd="sng">
              <a:solidFill>
                <a:schemeClr val="lt1"/>
              </a:solidFill>
            </a:ln>
          </a:bottom>
        </a:tcBdr>
        <a:fill>
          <a:solidFill>
            <a:schemeClr val="accent6"/>
          </a:solidFill>
        </a:fill>
      </a:tcStyle>
    </a:firstRow>
  </a:tblStyle>
  <a:tblStyle styleId="{21E4AEA4-8DFA-4A89-87EB-49C32662AFE0}" styleName="Medium Style 2 - Accent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F5AB1C69-6EDB-4FF4-983F-18BD219EF322}" styleName="Medium Style 2 - Accent 3">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3">
              <a:tint val="20000"/>
            </a:schemeClr>
          </a:solidFill>
        </a:fill>
      </a:tcStyle>
    </a:wholeTbl>
    <a:band1H>
      <a:tcStyle>
        <a:tcBdr/>
        <a:fill>
          <a:solidFill>
            <a:schemeClr val="accent3">
              <a:tint val="40000"/>
            </a:schemeClr>
          </a:solidFill>
        </a:fill>
      </a:tcStyle>
    </a:band1H>
    <a:band2H>
      <a:tcStyle>
        <a:tcBdr/>
      </a:tcStyle>
    </a:band2H>
    <a:band1V>
      <a:tcStyle>
        <a:tcBdr/>
        <a:fill>
          <a:solidFill>
            <a:schemeClr val="accent3">
              <a:tint val="40000"/>
            </a:schemeClr>
          </a:solidFill>
        </a:fill>
      </a:tcStyle>
    </a:band1V>
    <a:band2V>
      <a:tcStyle>
        <a:tcBdr/>
      </a:tcStyle>
    </a:band2V>
    <a:lastCol>
      <a:tcTxStyle b="on">
        <a:fontRef idx="minor">
          <a:prstClr val="black"/>
        </a:fontRef>
        <a:schemeClr val="lt1"/>
      </a:tcTxStyle>
      <a:tcStyle>
        <a:tcBdr/>
        <a:fill>
          <a:solidFill>
            <a:schemeClr val="accent3"/>
          </a:solidFill>
        </a:fill>
      </a:tcStyle>
    </a:lastCol>
    <a:firstCol>
      <a:tcTxStyle b="on">
        <a:fontRef idx="minor">
          <a:prstClr val="black"/>
        </a:fontRef>
        <a:schemeClr val="lt1"/>
      </a:tcTxStyle>
      <a:tcStyle>
        <a:tcBdr/>
        <a:fill>
          <a:solidFill>
            <a:schemeClr val="accent3"/>
          </a:solidFill>
        </a:fill>
      </a:tcStyle>
    </a:firstCol>
    <a:lastRow>
      <a:tcTxStyle b="on">
        <a:fontRef idx="minor">
          <a:prstClr val="black"/>
        </a:fontRef>
        <a:schemeClr val="lt1"/>
      </a:tcTxStyle>
      <a:tcStyle>
        <a:tcBdr>
          <a:top>
            <a:ln w="38100" cmpd="sng">
              <a:solidFill>
                <a:schemeClr val="lt1"/>
              </a:solidFill>
            </a:ln>
          </a:top>
        </a:tcBdr>
        <a:fill>
          <a:solidFill>
            <a:schemeClr val="accent3"/>
          </a:solidFill>
        </a:fill>
      </a:tcStyle>
    </a:lastRow>
    <a:firstRow>
      <a:tcTxStyle b="on">
        <a:fontRef idx="minor">
          <a:prstClr val="black"/>
        </a:fontRef>
        <a:schemeClr val="lt1"/>
      </a:tcTxStyle>
      <a:tcStyle>
        <a:tcBdr>
          <a:bottom>
            <a:ln w="38100" cmpd="sng">
              <a:solidFill>
                <a:schemeClr val="lt1"/>
              </a:solidFill>
            </a:ln>
          </a:bottom>
        </a:tcBdr>
        <a:fill>
          <a:solidFill>
            <a:schemeClr val="accent3"/>
          </a:solidFill>
        </a:fill>
      </a:tcStyle>
    </a:firstRow>
  </a:tblStyle>
  <a:tblStyle styleId="{00A15C55-8517-42AA-B614-E9B94910E393}" styleName="Medium Style 2 - Accent 4">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4">
              <a:tint val="20000"/>
            </a:schemeClr>
          </a:solidFill>
        </a:fill>
      </a:tcStyle>
    </a:wholeTbl>
    <a:band1H>
      <a:tcStyle>
        <a:tcBdr/>
        <a:fill>
          <a:solidFill>
            <a:schemeClr val="accent4">
              <a:tint val="40000"/>
            </a:schemeClr>
          </a:solidFill>
        </a:fill>
      </a:tcStyle>
    </a:band1H>
    <a:band2H>
      <a:tcStyle>
        <a:tcBdr/>
      </a:tcStyle>
    </a:band2H>
    <a:band1V>
      <a:tcStyle>
        <a:tcBdr/>
        <a:fill>
          <a:solidFill>
            <a:schemeClr val="accent4">
              <a:tint val="40000"/>
            </a:schemeClr>
          </a:solidFill>
        </a:fill>
      </a:tcStyle>
    </a:band1V>
    <a:band2V>
      <a:tcStyle>
        <a:tcBdr/>
      </a:tcStyle>
    </a:band2V>
    <a:lastCol>
      <a:tcTxStyle b="on">
        <a:fontRef idx="minor">
          <a:prstClr val="black"/>
        </a:fontRef>
        <a:schemeClr val="lt1"/>
      </a:tcTxStyle>
      <a:tcStyle>
        <a:tcBdr/>
        <a:fill>
          <a:solidFill>
            <a:schemeClr val="accent4"/>
          </a:solidFill>
        </a:fill>
      </a:tcStyle>
    </a:lastCol>
    <a:firstCol>
      <a:tcTxStyle b="on">
        <a:fontRef idx="minor">
          <a:prstClr val="black"/>
        </a:fontRef>
        <a:schemeClr val="lt1"/>
      </a:tcTxStyle>
      <a:tcStyle>
        <a:tcBdr/>
        <a:fill>
          <a:solidFill>
            <a:schemeClr val="accent4"/>
          </a:solidFill>
        </a:fill>
      </a:tcStyle>
    </a:firstCol>
    <a:lastRow>
      <a:tcTxStyle b="on">
        <a:fontRef idx="minor">
          <a:prstClr val="black"/>
        </a:fontRef>
        <a:schemeClr val="lt1"/>
      </a:tcTxStyle>
      <a:tcStyle>
        <a:tcBdr>
          <a:top>
            <a:ln w="38100" cmpd="sng">
              <a:solidFill>
                <a:schemeClr val="lt1"/>
              </a:solidFill>
            </a:ln>
          </a:top>
        </a:tcBdr>
        <a:fill>
          <a:solidFill>
            <a:schemeClr val="accent4"/>
          </a:solidFill>
        </a:fill>
      </a:tcStyle>
    </a:lastRow>
    <a:firstRow>
      <a:tcTxStyle b="on">
        <a:fontRef idx="minor">
          <a:prstClr val="black"/>
        </a:fontRef>
        <a:schemeClr val="lt1"/>
      </a:tcTxStyle>
      <a:tcStyle>
        <a:tcBdr>
          <a:bottom>
            <a:ln w="38100" cmpd="sng">
              <a:solidFill>
                <a:schemeClr val="lt1"/>
              </a:solidFill>
            </a:ln>
          </a:bottom>
        </a:tcBdr>
        <a:fill>
          <a:solidFill>
            <a:schemeClr val="accent4"/>
          </a:solidFill>
        </a:fill>
      </a:tcStyle>
    </a:firstRow>
  </a:tblStyle>
  <a:tblStyle styleId="{5940675A-B579-460E-94D1-54222C63F5DA}" styleName="Bez stylu, siatka tabeli">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BC89EF96-8CEA-46FF-86C4-4CE0E7609802}" styleName="Styl jasny 3 — Akcent 1">
    <a:wholeTbl>
      <a:tcTxStyle>
        <a:fontRef idx="minor">
          <a:scrgbClr r="0" g="0" b="0"/>
        </a:fontRef>
        <a:schemeClr val="tx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w="12700" cmpd="sng">
              <a:solidFill>
                <a:schemeClr val="accent1"/>
              </a:solidFill>
            </a:ln>
          </a:insideV>
        </a:tcBdr>
        <a:fill>
          <a:noFill/>
        </a:fill>
      </a:tcStyle>
    </a:wholeTbl>
    <a:band1H>
      <a:tcStyle>
        <a:tcBdr/>
        <a:fill>
          <a:solidFill>
            <a:schemeClr val="accent1">
              <a:alpha val="20000"/>
            </a:schemeClr>
          </a:solidFill>
        </a:fill>
      </a:tcStyle>
    </a:band1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50800" cmpd="dbl">
              <a:solidFill>
                <a:schemeClr val="accent1"/>
              </a:solidFill>
            </a:ln>
          </a:top>
        </a:tcBdr>
        <a:fill>
          <a:noFill/>
        </a:fill>
      </a:tcStyle>
    </a:lastRow>
    <a:firstRow>
      <a:tcTxStyle b="on"/>
      <a:tcStyle>
        <a:tcBdr>
          <a:bottom>
            <a:ln w="25400" cmpd="sng">
              <a:solidFill>
                <a:schemeClr val="accent1"/>
              </a:solidFill>
            </a:ln>
          </a:bottom>
        </a:tcBdr>
        <a:fill>
          <a:no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021" autoAdjust="0"/>
    <p:restoredTop sz="94660"/>
  </p:normalViewPr>
  <p:slideViewPr>
    <p:cSldViewPr snapToGrid="0">
      <p:cViewPr varScale="1">
        <p:scale>
          <a:sx n="159" d="100"/>
          <a:sy n="159" d="100"/>
        </p:scale>
        <p:origin x="180" y="144"/>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commentAuthors" Target="commentAuthor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notesMaster" Target="notesMasters/notesMaster1.xml"/><Relationship Id="rId17"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viewProps" Target="viewProps.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presProps" Target="presProps.xml"/></Relationships>
</file>

<file path=ppt/diagrams/colors1.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5.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B114158F-1234-463D-BE99-7B009E39630C}" type="doc">
      <dgm:prSet loTypeId="urn:microsoft.com/office/officeart/2005/8/layout/default" loCatId="list" qsTypeId="urn:microsoft.com/office/officeart/2005/8/quickstyle/simple1" qsCatId="simple" csTypeId="urn:microsoft.com/office/officeart/2005/8/colors/accent1_2" csCatId="accent1" phldr="1"/>
      <dgm:spPr/>
      <dgm:t>
        <a:bodyPr/>
        <a:lstStyle/>
        <a:p>
          <a:endParaRPr lang="en-US"/>
        </a:p>
      </dgm:t>
    </dgm:pt>
    <dgm:pt modelId="{818F78A2-64B5-40BF-A618-FD5652F42C68}">
      <dgm:prSet phldrT="[Tekst]"/>
      <dgm:spPr/>
      <dgm:t>
        <a:bodyPr/>
        <a:lstStyle/>
        <a:p>
          <a:pPr>
            <a:buFont typeface="Arial" panose="020B0604020202020204" pitchFamily="34" charset="0"/>
            <a:buChar char="•"/>
          </a:pPr>
          <a:r>
            <a:rPr lang="en-US" dirty="0"/>
            <a:t>Texture</a:t>
          </a:r>
        </a:p>
      </dgm:t>
    </dgm:pt>
    <dgm:pt modelId="{78C1FF9B-F004-403C-B602-FCC773620EDC}" type="parTrans" cxnId="{F7BF3928-5E15-4EAD-8999-8D2B8FDE1C42}">
      <dgm:prSet/>
      <dgm:spPr/>
      <dgm:t>
        <a:bodyPr/>
        <a:lstStyle/>
        <a:p>
          <a:endParaRPr lang="en-US"/>
        </a:p>
      </dgm:t>
    </dgm:pt>
    <dgm:pt modelId="{D750C2EB-81F0-4A70-9203-9C17F3D12165}" type="sibTrans" cxnId="{F7BF3928-5E15-4EAD-8999-8D2B8FDE1C42}">
      <dgm:prSet/>
      <dgm:spPr/>
      <dgm:t>
        <a:bodyPr/>
        <a:lstStyle/>
        <a:p>
          <a:endParaRPr lang="en-US"/>
        </a:p>
      </dgm:t>
    </dgm:pt>
    <dgm:pt modelId="{8CBDA8AE-5594-4CE0-AFAF-1DEC51FDBDA4}">
      <dgm:prSet/>
      <dgm:spPr/>
      <dgm:t>
        <a:bodyPr/>
        <a:lstStyle/>
        <a:p>
          <a:r>
            <a:rPr lang="en-US" dirty="0"/>
            <a:t>Texture2D</a:t>
          </a:r>
        </a:p>
      </dgm:t>
    </dgm:pt>
    <dgm:pt modelId="{B94C8BF1-F20B-452C-930A-5660FDB4B519}" type="parTrans" cxnId="{1083A925-DD76-4683-8D22-FB932BCAC459}">
      <dgm:prSet/>
      <dgm:spPr/>
      <dgm:t>
        <a:bodyPr/>
        <a:lstStyle/>
        <a:p>
          <a:endParaRPr lang="en-US"/>
        </a:p>
      </dgm:t>
    </dgm:pt>
    <dgm:pt modelId="{C04417F8-3118-4050-8F66-6AE2D0D26FCA}" type="sibTrans" cxnId="{1083A925-DD76-4683-8D22-FB932BCAC459}">
      <dgm:prSet/>
      <dgm:spPr/>
      <dgm:t>
        <a:bodyPr/>
        <a:lstStyle/>
        <a:p>
          <a:endParaRPr lang="en-US"/>
        </a:p>
      </dgm:t>
    </dgm:pt>
    <dgm:pt modelId="{D4B5E7F9-3F6A-482B-B423-930C43F89A56}">
      <dgm:prSet>
        <dgm:style>
          <a:lnRef idx="3">
            <a:schemeClr val="lt1"/>
          </a:lnRef>
          <a:fillRef idx="1">
            <a:schemeClr val="accent5"/>
          </a:fillRef>
          <a:effectRef idx="1">
            <a:schemeClr val="accent5"/>
          </a:effectRef>
          <a:fontRef idx="minor">
            <a:schemeClr val="lt1"/>
          </a:fontRef>
        </dgm:style>
      </dgm:prSet>
      <dgm:spPr/>
      <dgm:t>
        <a:bodyPr/>
        <a:lstStyle/>
        <a:p>
          <a:r>
            <a:rPr lang="en-US" dirty="0"/>
            <a:t>Shader</a:t>
          </a:r>
        </a:p>
      </dgm:t>
    </dgm:pt>
    <dgm:pt modelId="{DC789E2A-5C33-4060-8035-0A3FB6B0DA28}" type="parTrans" cxnId="{7CE6A854-4B1E-465B-BAA1-9607FF314488}">
      <dgm:prSet/>
      <dgm:spPr/>
      <dgm:t>
        <a:bodyPr/>
        <a:lstStyle/>
        <a:p>
          <a:endParaRPr lang="en-US"/>
        </a:p>
      </dgm:t>
    </dgm:pt>
    <dgm:pt modelId="{89121342-FE3B-4196-8ED8-2CD0471413D5}" type="sibTrans" cxnId="{7CE6A854-4B1E-465B-BAA1-9607FF314488}">
      <dgm:prSet/>
      <dgm:spPr/>
      <dgm:t>
        <a:bodyPr/>
        <a:lstStyle/>
        <a:p>
          <a:endParaRPr lang="en-US"/>
        </a:p>
      </dgm:t>
    </dgm:pt>
    <dgm:pt modelId="{6979BAE0-6D24-46EB-ADC5-7703ADBA5AE7}">
      <dgm:prSet>
        <dgm:style>
          <a:lnRef idx="3">
            <a:schemeClr val="lt1"/>
          </a:lnRef>
          <a:fillRef idx="1">
            <a:schemeClr val="accent5"/>
          </a:fillRef>
          <a:effectRef idx="1">
            <a:schemeClr val="accent5"/>
          </a:effectRef>
          <a:fontRef idx="minor">
            <a:schemeClr val="lt1"/>
          </a:fontRef>
        </dgm:style>
      </dgm:prSet>
      <dgm:spPr/>
      <dgm:t>
        <a:bodyPr/>
        <a:lstStyle/>
        <a:p>
          <a:r>
            <a:rPr lang="en-US" dirty="0" err="1"/>
            <a:t>ShadingModel</a:t>
          </a:r>
          <a:endParaRPr lang="en-US" dirty="0"/>
        </a:p>
      </dgm:t>
    </dgm:pt>
    <dgm:pt modelId="{63767213-CCB1-48FE-AE39-D8F5F294EF6A}" type="parTrans" cxnId="{10B9268F-74DC-4534-958C-2EC6B557DF5A}">
      <dgm:prSet/>
      <dgm:spPr/>
      <dgm:t>
        <a:bodyPr/>
        <a:lstStyle/>
        <a:p>
          <a:endParaRPr lang="en-US"/>
        </a:p>
      </dgm:t>
    </dgm:pt>
    <dgm:pt modelId="{567E79BA-555F-43B8-86D4-7DD8484E8EFC}" type="sibTrans" cxnId="{10B9268F-74DC-4534-958C-2EC6B557DF5A}">
      <dgm:prSet/>
      <dgm:spPr/>
      <dgm:t>
        <a:bodyPr/>
        <a:lstStyle/>
        <a:p>
          <a:endParaRPr lang="en-US"/>
        </a:p>
      </dgm:t>
    </dgm:pt>
    <dgm:pt modelId="{6079D68F-740D-4B61-A579-3E17A89BFDD2}">
      <dgm:prSet>
        <dgm:style>
          <a:lnRef idx="3">
            <a:schemeClr val="lt1"/>
          </a:lnRef>
          <a:fillRef idx="1">
            <a:schemeClr val="accent5"/>
          </a:fillRef>
          <a:effectRef idx="1">
            <a:schemeClr val="accent5"/>
          </a:effectRef>
          <a:fontRef idx="minor">
            <a:schemeClr val="lt1"/>
          </a:fontRef>
        </dgm:style>
      </dgm:prSet>
      <dgm:spPr/>
      <dgm:t>
        <a:bodyPr/>
        <a:lstStyle/>
        <a:p>
          <a:r>
            <a:rPr lang="en-US" dirty="0"/>
            <a:t>Material</a:t>
          </a:r>
        </a:p>
      </dgm:t>
    </dgm:pt>
    <dgm:pt modelId="{076F1417-D51E-4D30-BDCE-AB00F52FF864}" type="parTrans" cxnId="{9FB20C69-C9BB-4B98-8BD1-A44F27AD9A70}">
      <dgm:prSet/>
      <dgm:spPr/>
      <dgm:t>
        <a:bodyPr/>
        <a:lstStyle/>
        <a:p>
          <a:endParaRPr lang="en-US"/>
        </a:p>
      </dgm:t>
    </dgm:pt>
    <dgm:pt modelId="{D8235E44-8A21-42FE-AE0E-66040DD9504E}" type="sibTrans" cxnId="{9FB20C69-C9BB-4B98-8BD1-A44F27AD9A70}">
      <dgm:prSet/>
      <dgm:spPr/>
      <dgm:t>
        <a:bodyPr/>
        <a:lstStyle/>
        <a:p>
          <a:endParaRPr lang="en-US"/>
        </a:p>
      </dgm:t>
    </dgm:pt>
    <dgm:pt modelId="{767D381F-4F39-4572-8E33-F0E27C304C55}">
      <dgm:prSet>
        <dgm:style>
          <a:lnRef idx="3">
            <a:schemeClr val="lt1"/>
          </a:lnRef>
          <a:fillRef idx="1">
            <a:schemeClr val="accent3"/>
          </a:fillRef>
          <a:effectRef idx="1">
            <a:schemeClr val="accent3"/>
          </a:effectRef>
          <a:fontRef idx="minor">
            <a:schemeClr val="lt1"/>
          </a:fontRef>
        </dgm:style>
      </dgm:prSet>
      <dgm:spPr/>
      <dgm:t>
        <a:bodyPr/>
        <a:lstStyle/>
        <a:p>
          <a:r>
            <a:rPr lang="en-US" dirty="0"/>
            <a:t>Mesh</a:t>
          </a:r>
        </a:p>
      </dgm:t>
    </dgm:pt>
    <dgm:pt modelId="{C5E5EB97-0239-42F3-8367-6A43317734AF}" type="parTrans" cxnId="{66A21C39-874B-44C3-AAC3-C16E64CBF7C5}">
      <dgm:prSet/>
      <dgm:spPr/>
      <dgm:t>
        <a:bodyPr/>
        <a:lstStyle/>
        <a:p>
          <a:endParaRPr lang="en-US"/>
        </a:p>
      </dgm:t>
    </dgm:pt>
    <dgm:pt modelId="{87F8DB77-6B72-40B4-B902-F673ABFA5980}" type="sibTrans" cxnId="{66A21C39-874B-44C3-AAC3-C16E64CBF7C5}">
      <dgm:prSet/>
      <dgm:spPr/>
      <dgm:t>
        <a:bodyPr/>
        <a:lstStyle/>
        <a:p>
          <a:endParaRPr lang="en-US"/>
        </a:p>
      </dgm:t>
    </dgm:pt>
    <dgm:pt modelId="{EAA675BC-398D-4B02-99A1-D720B877D9E5}">
      <dgm:prSet>
        <dgm:style>
          <a:lnRef idx="3">
            <a:schemeClr val="lt1"/>
          </a:lnRef>
          <a:fillRef idx="1">
            <a:schemeClr val="accent3"/>
          </a:fillRef>
          <a:effectRef idx="1">
            <a:schemeClr val="accent3"/>
          </a:effectRef>
          <a:fontRef idx="minor">
            <a:schemeClr val="lt1"/>
          </a:fontRef>
        </dgm:style>
      </dgm:prSet>
      <dgm:spPr/>
      <dgm:t>
        <a:bodyPr/>
        <a:lstStyle/>
        <a:p>
          <a:r>
            <a:rPr lang="en-US" dirty="0" err="1"/>
            <a:t>RenderMesh</a:t>
          </a:r>
          <a:endParaRPr lang="en-US" dirty="0"/>
        </a:p>
      </dgm:t>
    </dgm:pt>
    <dgm:pt modelId="{E3752525-1D50-43B6-94EC-B9F46598A9AB}" type="parTrans" cxnId="{58E2C449-AB6B-48C8-BF53-39C7A28B8962}">
      <dgm:prSet/>
      <dgm:spPr/>
      <dgm:t>
        <a:bodyPr/>
        <a:lstStyle/>
        <a:p>
          <a:endParaRPr lang="en-US"/>
        </a:p>
      </dgm:t>
    </dgm:pt>
    <dgm:pt modelId="{5028038D-459C-46BD-AD66-7BF32E6AFFCA}" type="sibTrans" cxnId="{58E2C449-AB6B-48C8-BF53-39C7A28B8962}">
      <dgm:prSet/>
      <dgm:spPr/>
      <dgm:t>
        <a:bodyPr/>
        <a:lstStyle/>
        <a:p>
          <a:endParaRPr lang="en-US"/>
        </a:p>
      </dgm:t>
    </dgm:pt>
    <dgm:pt modelId="{09CC171D-9D9E-4FD5-BD9E-8929F320FD22}">
      <dgm:prSet>
        <dgm:style>
          <a:lnRef idx="3">
            <a:schemeClr val="lt1"/>
          </a:lnRef>
          <a:fillRef idx="1">
            <a:schemeClr val="accent3"/>
          </a:fillRef>
          <a:effectRef idx="1">
            <a:schemeClr val="accent3"/>
          </a:effectRef>
          <a:fontRef idx="minor">
            <a:schemeClr val="lt1"/>
          </a:fontRef>
        </dgm:style>
      </dgm:prSet>
      <dgm:spPr/>
      <dgm:t>
        <a:bodyPr/>
        <a:lstStyle/>
        <a:p>
          <a:r>
            <a:rPr lang="en-US" dirty="0"/>
            <a:t>Model</a:t>
          </a:r>
        </a:p>
      </dgm:t>
    </dgm:pt>
    <dgm:pt modelId="{73644291-FD9C-4999-86D8-6CDAB90C7231}" type="parTrans" cxnId="{D55CC451-608E-4A7A-A468-7FEC55FDCBF8}">
      <dgm:prSet/>
      <dgm:spPr/>
      <dgm:t>
        <a:bodyPr/>
        <a:lstStyle/>
        <a:p>
          <a:endParaRPr lang="en-US"/>
        </a:p>
      </dgm:t>
    </dgm:pt>
    <dgm:pt modelId="{C70D96A6-1E6C-4366-B955-C582620504BB}" type="sibTrans" cxnId="{D55CC451-608E-4A7A-A468-7FEC55FDCBF8}">
      <dgm:prSet/>
      <dgm:spPr/>
      <dgm:t>
        <a:bodyPr/>
        <a:lstStyle/>
        <a:p>
          <a:endParaRPr lang="en-US"/>
        </a:p>
      </dgm:t>
    </dgm:pt>
    <dgm:pt modelId="{E9DCA31B-6163-4021-951F-F1A385E858D0}">
      <dgm:prSet>
        <dgm:style>
          <a:lnRef idx="3">
            <a:schemeClr val="lt1"/>
          </a:lnRef>
          <a:fillRef idx="1">
            <a:schemeClr val="accent4"/>
          </a:fillRef>
          <a:effectRef idx="1">
            <a:schemeClr val="accent4"/>
          </a:effectRef>
          <a:fontRef idx="minor">
            <a:schemeClr val="lt1"/>
          </a:fontRef>
        </dgm:style>
      </dgm:prSet>
      <dgm:spPr/>
      <dgm:t>
        <a:bodyPr/>
        <a:lstStyle/>
        <a:p>
          <a:r>
            <a:rPr lang="en-US" dirty="0"/>
            <a:t>Skeleton</a:t>
          </a:r>
        </a:p>
      </dgm:t>
    </dgm:pt>
    <dgm:pt modelId="{DA9F5F04-F507-49ED-9627-6AD482B1F4DE}" type="parTrans" cxnId="{16E70AF1-6131-45EA-BF9A-5A3EBEC25187}">
      <dgm:prSet/>
      <dgm:spPr/>
      <dgm:t>
        <a:bodyPr/>
        <a:lstStyle/>
        <a:p>
          <a:endParaRPr lang="en-US"/>
        </a:p>
      </dgm:t>
    </dgm:pt>
    <dgm:pt modelId="{23AC74AA-9CE7-496A-8801-8518999807B9}" type="sibTrans" cxnId="{16E70AF1-6131-45EA-BF9A-5A3EBEC25187}">
      <dgm:prSet/>
      <dgm:spPr/>
      <dgm:t>
        <a:bodyPr/>
        <a:lstStyle/>
        <a:p>
          <a:endParaRPr lang="en-US"/>
        </a:p>
      </dgm:t>
    </dgm:pt>
    <dgm:pt modelId="{AACE9959-4660-4661-B0F2-7700BCD6C3D2}">
      <dgm:prSet>
        <dgm:style>
          <a:lnRef idx="3">
            <a:schemeClr val="lt1"/>
          </a:lnRef>
          <a:fillRef idx="1">
            <a:schemeClr val="accent4"/>
          </a:fillRef>
          <a:effectRef idx="1">
            <a:schemeClr val="accent4"/>
          </a:effectRef>
          <a:fontRef idx="minor">
            <a:schemeClr val="lt1"/>
          </a:fontRef>
        </dgm:style>
      </dgm:prSet>
      <dgm:spPr/>
      <dgm:t>
        <a:bodyPr/>
        <a:lstStyle/>
        <a:p>
          <a:r>
            <a:rPr lang="en-US" dirty="0" err="1"/>
            <a:t>SkinnedModel</a:t>
          </a:r>
          <a:endParaRPr lang="en-US" dirty="0"/>
        </a:p>
      </dgm:t>
    </dgm:pt>
    <dgm:pt modelId="{59DE9231-117D-44F9-AB68-5080432E9016}" type="parTrans" cxnId="{19EED4C8-ADE9-499C-8D73-AC5EE501D1F6}">
      <dgm:prSet/>
      <dgm:spPr/>
      <dgm:t>
        <a:bodyPr/>
        <a:lstStyle/>
        <a:p>
          <a:endParaRPr lang="en-US"/>
        </a:p>
      </dgm:t>
    </dgm:pt>
    <dgm:pt modelId="{7FB6117C-8E68-402F-A642-86A6A2AD5D5C}" type="sibTrans" cxnId="{19EED4C8-ADE9-499C-8D73-AC5EE501D1F6}">
      <dgm:prSet/>
      <dgm:spPr/>
      <dgm:t>
        <a:bodyPr/>
        <a:lstStyle/>
        <a:p>
          <a:endParaRPr lang="en-US"/>
        </a:p>
      </dgm:t>
    </dgm:pt>
    <dgm:pt modelId="{960B3FC0-3430-4A76-8E67-1824C9E9C135}">
      <dgm:prSet>
        <dgm:style>
          <a:lnRef idx="3">
            <a:schemeClr val="lt1"/>
          </a:lnRef>
          <a:fillRef idx="1">
            <a:schemeClr val="accent4"/>
          </a:fillRef>
          <a:effectRef idx="1">
            <a:schemeClr val="accent4"/>
          </a:effectRef>
          <a:fontRef idx="minor">
            <a:schemeClr val="lt1"/>
          </a:fontRef>
        </dgm:style>
      </dgm:prSet>
      <dgm:spPr/>
      <dgm:t>
        <a:bodyPr/>
        <a:lstStyle/>
        <a:p>
          <a:r>
            <a:rPr lang="en-US" dirty="0"/>
            <a:t>Animation</a:t>
          </a:r>
        </a:p>
      </dgm:t>
    </dgm:pt>
    <dgm:pt modelId="{75E849E8-1031-4172-9861-C212545B99D4}" type="parTrans" cxnId="{19FDD61A-CB6D-46A0-8A55-A69F782795CB}">
      <dgm:prSet/>
      <dgm:spPr/>
      <dgm:t>
        <a:bodyPr/>
        <a:lstStyle/>
        <a:p>
          <a:endParaRPr lang="en-US"/>
        </a:p>
      </dgm:t>
    </dgm:pt>
    <dgm:pt modelId="{3C240293-706D-4A68-8F22-09D31377338D}" type="sibTrans" cxnId="{19FDD61A-CB6D-46A0-8A55-A69F782795CB}">
      <dgm:prSet/>
      <dgm:spPr/>
      <dgm:t>
        <a:bodyPr/>
        <a:lstStyle/>
        <a:p>
          <a:endParaRPr lang="en-US"/>
        </a:p>
      </dgm:t>
    </dgm:pt>
    <dgm:pt modelId="{475B14F9-9511-4D57-A0C1-007A03F03BC3}">
      <dgm:prSet>
        <dgm:style>
          <a:lnRef idx="3">
            <a:schemeClr val="lt1"/>
          </a:lnRef>
          <a:fillRef idx="1">
            <a:schemeClr val="accent6"/>
          </a:fillRef>
          <a:effectRef idx="1">
            <a:schemeClr val="accent6"/>
          </a:effectRef>
          <a:fontRef idx="minor">
            <a:schemeClr val="lt1"/>
          </a:fontRef>
        </dgm:style>
      </dgm:prSet>
      <dgm:spPr/>
      <dgm:t>
        <a:bodyPr/>
        <a:lstStyle/>
        <a:p>
          <a:r>
            <a:rPr lang="en-US" dirty="0"/>
            <a:t>Scene</a:t>
          </a:r>
        </a:p>
      </dgm:t>
    </dgm:pt>
    <dgm:pt modelId="{EEFDB79E-C0AA-45C0-9FEA-2689E0445786}" type="parTrans" cxnId="{8349AEDD-4CE8-4052-8F79-7A691265182A}">
      <dgm:prSet/>
      <dgm:spPr/>
      <dgm:t>
        <a:bodyPr/>
        <a:lstStyle/>
        <a:p>
          <a:endParaRPr lang="en-US"/>
        </a:p>
      </dgm:t>
    </dgm:pt>
    <dgm:pt modelId="{33526702-D73E-4CDB-832E-81BCF9EE8360}" type="sibTrans" cxnId="{8349AEDD-4CE8-4052-8F79-7A691265182A}">
      <dgm:prSet/>
      <dgm:spPr/>
      <dgm:t>
        <a:bodyPr/>
        <a:lstStyle/>
        <a:p>
          <a:endParaRPr lang="en-US"/>
        </a:p>
      </dgm:t>
    </dgm:pt>
    <dgm:pt modelId="{CC968BAD-7FB9-44D4-B9AD-F62F24AB701F}">
      <dgm:prSet>
        <dgm:style>
          <a:lnRef idx="3">
            <a:schemeClr val="lt1"/>
          </a:lnRef>
          <a:fillRef idx="1">
            <a:schemeClr val="accent6"/>
          </a:fillRef>
          <a:effectRef idx="1">
            <a:schemeClr val="accent6"/>
          </a:effectRef>
          <a:fontRef idx="minor">
            <a:schemeClr val="lt1"/>
          </a:fontRef>
        </dgm:style>
      </dgm:prSet>
      <dgm:spPr/>
      <dgm:t>
        <a:bodyPr/>
        <a:lstStyle/>
        <a:p>
          <a:r>
            <a:rPr lang="en-US" dirty="0"/>
            <a:t>Prefab</a:t>
          </a:r>
        </a:p>
      </dgm:t>
    </dgm:pt>
    <dgm:pt modelId="{A4095A11-2AD4-4379-9CCA-92E28E42310F}" type="parTrans" cxnId="{C65AE314-6A60-43F4-921C-29F078BFAB41}">
      <dgm:prSet/>
      <dgm:spPr/>
      <dgm:t>
        <a:bodyPr/>
        <a:lstStyle/>
        <a:p>
          <a:endParaRPr lang="en-US"/>
        </a:p>
      </dgm:t>
    </dgm:pt>
    <dgm:pt modelId="{AF0BCE63-78C1-4634-8150-C649C3F55F09}" type="sibTrans" cxnId="{C65AE314-6A60-43F4-921C-29F078BFAB41}">
      <dgm:prSet/>
      <dgm:spPr/>
      <dgm:t>
        <a:bodyPr/>
        <a:lstStyle/>
        <a:p>
          <a:endParaRPr lang="en-US"/>
        </a:p>
      </dgm:t>
    </dgm:pt>
    <dgm:pt modelId="{76C79CE5-118D-48F3-A7F1-855F9729FEF5}">
      <dgm:prSet>
        <dgm:style>
          <a:lnRef idx="3">
            <a:schemeClr val="lt1"/>
          </a:lnRef>
          <a:fillRef idx="1">
            <a:schemeClr val="accent2"/>
          </a:fillRef>
          <a:effectRef idx="1">
            <a:schemeClr val="accent2"/>
          </a:effectRef>
          <a:fontRef idx="minor">
            <a:schemeClr val="lt1"/>
          </a:fontRef>
        </dgm:style>
      </dgm:prSet>
      <dgm:spPr/>
      <dgm:t>
        <a:bodyPr/>
        <a:lstStyle/>
        <a:p>
          <a:r>
            <a:rPr lang="en-US" dirty="0"/>
            <a:t>Audio</a:t>
          </a:r>
        </a:p>
      </dgm:t>
    </dgm:pt>
    <dgm:pt modelId="{AD40A1B8-AA90-413D-80D3-3320F57E7757}" type="parTrans" cxnId="{0F874235-99A3-4648-8E0E-D503F7F6AEB1}">
      <dgm:prSet/>
      <dgm:spPr/>
      <dgm:t>
        <a:bodyPr/>
        <a:lstStyle/>
        <a:p>
          <a:endParaRPr lang="en-US"/>
        </a:p>
      </dgm:t>
    </dgm:pt>
    <dgm:pt modelId="{C54828B9-C5DA-4124-8273-82849CE80D09}" type="sibTrans" cxnId="{0F874235-99A3-4648-8E0E-D503F7F6AEB1}">
      <dgm:prSet/>
      <dgm:spPr/>
      <dgm:t>
        <a:bodyPr/>
        <a:lstStyle/>
        <a:p>
          <a:endParaRPr lang="en-US"/>
        </a:p>
      </dgm:t>
    </dgm:pt>
    <dgm:pt modelId="{70A14C75-73CA-4D71-90BF-193EB882F72A}" type="pres">
      <dgm:prSet presAssocID="{B114158F-1234-463D-BE99-7B009E39630C}" presName="diagram" presStyleCnt="0">
        <dgm:presLayoutVars>
          <dgm:dir/>
          <dgm:resizeHandles val="exact"/>
        </dgm:presLayoutVars>
      </dgm:prSet>
      <dgm:spPr/>
    </dgm:pt>
    <dgm:pt modelId="{FED716D0-DF92-4315-9EF0-8D5A66BB5F91}" type="pres">
      <dgm:prSet presAssocID="{818F78A2-64B5-40BF-A618-FD5652F42C68}" presName="node" presStyleLbl="node1" presStyleIdx="0" presStyleCnt="14">
        <dgm:presLayoutVars>
          <dgm:bulletEnabled val="1"/>
        </dgm:presLayoutVars>
      </dgm:prSet>
      <dgm:spPr/>
    </dgm:pt>
    <dgm:pt modelId="{A683A65A-E094-4E4C-B1E3-080229591187}" type="pres">
      <dgm:prSet presAssocID="{D750C2EB-81F0-4A70-9203-9C17F3D12165}" presName="sibTrans" presStyleCnt="0"/>
      <dgm:spPr/>
    </dgm:pt>
    <dgm:pt modelId="{923CF40A-C435-4433-80CF-8BE881A35090}" type="pres">
      <dgm:prSet presAssocID="{8CBDA8AE-5594-4CE0-AFAF-1DEC51FDBDA4}" presName="node" presStyleLbl="node1" presStyleIdx="1" presStyleCnt="14">
        <dgm:presLayoutVars>
          <dgm:bulletEnabled val="1"/>
        </dgm:presLayoutVars>
      </dgm:prSet>
      <dgm:spPr/>
    </dgm:pt>
    <dgm:pt modelId="{5A7CFC20-E620-4172-BB2A-F0002AE6D6EC}" type="pres">
      <dgm:prSet presAssocID="{C04417F8-3118-4050-8F66-6AE2D0D26FCA}" presName="sibTrans" presStyleCnt="0"/>
      <dgm:spPr/>
    </dgm:pt>
    <dgm:pt modelId="{708DEA83-DB0D-4DF3-A2A8-920033793A54}" type="pres">
      <dgm:prSet presAssocID="{D4B5E7F9-3F6A-482B-B423-930C43F89A56}" presName="node" presStyleLbl="node1" presStyleIdx="2" presStyleCnt="14">
        <dgm:presLayoutVars>
          <dgm:bulletEnabled val="1"/>
        </dgm:presLayoutVars>
      </dgm:prSet>
      <dgm:spPr/>
    </dgm:pt>
    <dgm:pt modelId="{42ABA1BB-CE6B-467A-AFC2-05584D99641D}" type="pres">
      <dgm:prSet presAssocID="{89121342-FE3B-4196-8ED8-2CD0471413D5}" presName="sibTrans" presStyleCnt="0"/>
      <dgm:spPr/>
    </dgm:pt>
    <dgm:pt modelId="{1266B6B9-EC54-4DA6-81BD-BF3A78E72B89}" type="pres">
      <dgm:prSet presAssocID="{6979BAE0-6D24-46EB-ADC5-7703ADBA5AE7}" presName="node" presStyleLbl="node1" presStyleIdx="3" presStyleCnt="14">
        <dgm:presLayoutVars>
          <dgm:bulletEnabled val="1"/>
        </dgm:presLayoutVars>
      </dgm:prSet>
      <dgm:spPr/>
    </dgm:pt>
    <dgm:pt modelId="{5CA60D84-1E3A-4890-BECC-0E1A970A8CA9}" type="pres">
      <dgm:prSet presAssocID="{567E79BA-555F-43B8-86D4-7DD8484E8EFC}" presName="sibTrans" presStyleCnt="0"/>
      <dgm:spPr/>
    </dgm:pt>
    <dgm:pt modelId="{130DA566-9496-4EF6-BA82-6B4DE3790208}" type="pres">
      <dgm:prSet presAssocID="{6079D68F-740D-4B61-A579-3E17A89BFDD2}" presName="node" presStyleLbl="node1" presStyleIdx="4" presStyleCnt="14">
        <dgm:presLayoutVars>
          <dgm:bulletEnabled val="1"/>
        </dgm:presLayoutVars>
      </dgm:prSet>
      <dgm:spPr/>
    </dgm:pt>
    <dgm:pt modelId="{80F0A75F-395B-4936-9955-72C9BC01CCB4}" type="pres">
      <dgm:prSet presAssocID="{D8235E44-8A21-42FE-AE0E-66040DD9504E}" presName="sibTrans" presStyleCnt="0"/>
      <dgm:spPr/>
    </dgm:pt>
    <dgm:pt modelId="{8FAE18D3-B19F-4A3C-A432-6681B02B4FFF}" type="pres">
      <dgm:prSet presAssocID="{767D381F-4F39-4572-8E33-F0E27C304C55}" presName="node" presStyleLbl="node1" presStyleIdx="5" presStyleCnt="14">
        <dgm:presLayoutVars>
          <dgm:bulletEnabled val="1"/>
        </dgm:presLayoutVars>
      </dgm:prSet>
      <dgm:spPr/>
    </dgm:pt>
    <dgm:pt modelId="{303C8E4D-A0DD-4C1A-8B93-2651EAE20CB1}" type="pres">
      <dgm:prSet presAssocID="{87F8DB77-6B72-40B4-B902-F673ABFA5980}" presName="sibTrans" presStyleCnt="0"/>
      <dgm:spPr/>
    </dgm:pt>
    <dgm:pt modelId="{F7B381B3-4374-41CD-A896-404AB4283230}" type="pres">
      <dgm:prSet presAssocID="{EAA675BC-398D-4B02-99A1-D720B877D9E5}" presName="node" presStyleLbl="node1" presStyleIdx="6" presStyleCnt="14">
        <dgm:presLayoutVars>
          <dgm:bulletEnabled val="1"/>
        </dgm:presLayoutVars>
      </dgm:prSet>
      <dgm:spPr/>
    </dgm:pt>
    <dgm:pt modelId="{9332D605-1AF3-4CCA-8820-42A590B4AB07}" type="pres">
      <dgm:prSet presAssocID="{5028038D-459C-46BD-AD66-7BF32E6AFFCA}" presName="sibTrans" presStyleCnt="0"/>
      <dgm:spPr/>
    </dgm:pt>
    <dgm:pt modelId="{EF923768-72E6-43F0-9520-5A73BA718FA6}" type="pres">
      <dgm:prSet presAssocID="{09CC171D-9D9E-4FD5-BD9E-8929F320FD22}" presName="node" presStyleLbl="node1" presStyleIdx="7" presStyleCnt="14">
        <dgm:presLayoutVars>
          <dgm:bulletEnabled val="1"/>
        </dgm:presLayoutVars>
      </dgm:prSet>
      <dgm:spPr/>
    </dgm:pt>
    <dgm:pt modelId="{0B4D7FB2-97EB-4E97-9469-EA75677C1B21}" type="pres">
      <dgm:prSet presAssocID="{C70D96A6-1E6C-4366-B955-C582620504BB}" presName="sibTrans" presStyleCnt="0"/>
      <dgm:spPr/>
    </dgm:pt>
    <dgm:pt modelId="{3C1C7C3E-2645-4EBE-9A99-79815706141B}" type="pres">
      <dgm:prSet presAssocID="{E9DCA31B-6163-4021-951F-F1A385E858D0}" presName="node" presStyleLbl="node1" presStyleIdx="8" presStyleCnt="14">
        <dgm:presLayoutVars>
          <dgm:bulletEnabled val="1"/>
        </dgm:presLayoutVars>
      </dgm:prSet>
      <dgm:spPr/>
    </dgm:pt>
    <dgm:pt modelId="{E57FE1C3-E634-4397-B2BF-ED910DF524BB}" type="pres">
      <dgm:prSet presAssocID="{23AC74AA-9CE7-496A-8801-8518999807B9}" presName="sibTrans" presStyleCnt="0"/>
      <dgm:spPr/>
    </dgm:pt>
    <dgm:pt modelId="{7E1633A9-F56E-4A67-AFBA-C3220F330E07}" type="pres">
      <dgm:prSet presAssocID="{AACE9959-4660-4661-B0F2-7700BCD6C3D2}" presName="node" presStyleLbl="node1" presStyleIdx="9" presStyleCnt="14">
        <dgm:presLayoutVars>
          <dgm:bulletEnabled val="1"/>
        </dgm:presLayoutVars>
      </dgm:prSet>
      <dgm:spPr/>
    </dgm:pt>
    <dgm:pt modelId="{6B60CEC4-9A22-435B-858B-A3EBCBE10443}" type="pres">
      <dgm:prSet presAssocID="{7FB6117C-8E68-402F-A642-86A6A2AD5D5C}" presName="sibTrans" presStyleCnt="0"/>
      <dgm:spPr/>
    </dgm:pt>
    <dgm:pt modelId="{0BCE54C5-0565-42B5-8FE3-9FE1E386C061}" type="pres">
      <dgm:prSet presAssocID="{960B3FC0-3430-4A76-8E67-1824C9E9C135}" presName="node" presStyleLbl="node1" presStyleIdx="10" presStyleCnt="14">
        <dgm:presLayoutVars>
          <dgm:bulletEnabled val="1"/>
        </dgm:presLayoutVars>
      </dgm:prSet>
      <dgm:spPr/>
    </dgm:pt>
    <dgm:pt modelId="{3BC666FA-056C-493A-BDB1-6C0A4B18027C}" type="pres">
      <dgm:prSet presAssocID="{3C240293-706D-4A68-8F22-09D31377338D}" presName="sibTrans" presStyleCnt="0"/>
      <dgm:spPr/>
    </dgm:pt>
    <dgm:pt modelId="{E78ED760-4319-4B49-864A-128C9B51A013}" type="pres">
      <dgm:prSet presAssocID="{475B14F9-9511-4D57-A0C1-007A03F03BC3}" presName="node" presStyleLbl="node1" presStyleIdx="11" presStyleCnt="14">
        <dgm:presLayoutVars>
          <dgm:bulletEnabled val="1"/>
        </dgm:presLayoutVars>
      </dgm:prSet>
      <dgm:spPr/>
    </dgm:pt>
    <dgm:pt modelId="{BAF8F640-44BD-446B-AEB9-4C325B8CBCD3}" type="pres">
      <dgm:prSet presAssocID="{33526702-D73E-4CDB-832E-81BCF9EE8360}" presName="sibTrans" presStyleCnt="0"/>
      <dgm:spPr/>
    </dgm:pt>
    <dgm:pt modelId="{0B960553-4F0F-47B9-926A-3D5AF7D1C987}" type="pres">
      <dgm:prSet presAssocID="{CC968BAD-7FB9-44D4-B9AD-F62F24AB701F}" presName="node" presStyleLbl="node1" presStyleIdx="12" presStyleCnt="14">
        <dgm:presLayoutVars>
          <dgm:bulletEnabled val="1"/>
        </dgm:presLayoutVars>
      </dgm:prSet>
      <dgm:spPr/>
    </dgm:pt>
    <dgm:pt modelId="{7D7A1504-51A3-409F-B9C6-11DDA4A402CE}" type="pres">
      <dgm:prSet presAssocID="{AF0BCE63-78C1-4634-8150-C649C3F55F09}" presName="sibTrans" presStyleCnt="0"/>
      <dgm:spPr/>
    </dgm:pt>
    <dgm:pt modelId="{FAB87702-AEFB-4C9A-9EC0-6E87360639EA}" type="pres">
      <dgm:prSet presAssocID="{76C79CE5-118D-48F3-A7F1-855F9729FEF5}" presName="node" presStyleLbl="node1" presStyleIdx="13" presStyleCnt="14">
        <dgm:presLayoutVars>
          <dgm:bulletEnabled val="1"/>
        </dgm:presLayoutVars>
      </dgm:prSet>
      <dgm:spPr/>
    </dgm:pt>
  </dgm:ptLst>
  <dgm:cxnLst>
    <dgm:cxn modelId="{A5B60B11-35C2-43A7-8D33-833AC420ADA0}" type="presOf" srcId="{AACE9959-4660-4661-B0F2-7700BCD6C3D2}" destId="{7E1633A9-F56E-4A67-AFBA-C3220F330E07}" srcOrd="0" destOrd="0" presId="urn:microsoft.com/office/officeart/2005/8/layout/default"/>
    <dgm:cxn modelId="{C65AE314-6A60-43F4-921C-29F078BFAB41}" srcId="{B114158F-1234-463D-BE99-7B009E39630C}" destId="{CC968BAD-7FB9-44D4-B9AD-F62F24AB701F}" srcOrd="12" destOrd="0" parTransId="{A4095A11-2AD4-4379-9CCA-92E28E42310F}" sibTransId="{AF0BCE63-78C1-4634-8150-C649C3F55F09}"/>
    <dgm:cxn modelId="{10EC1119-CB21-4662-9EE2-2792E78854F3}" type="presOf" srcId="{767D381F-4F39-4572-8E33-F0E27C304C55}" destId="{8FAE18D3-B19F-4A3C-A432-6681B02B4FFF}" srcOrd="0" destOrd="0" presId="urn:microsoft.com/office/officeart/2005/8/layout/default"/>
    <dgm:cxn modelId="{19FDD61A-CB6D-46A0-8A55-A69F782795CB}" srcId="{B114158F-1234-463D-BE99-7B009E39630C}" destId="{960B3FC0-3430-4A76-8E67-1824C9E9C135}" srcOrd="10" destOrd="0" parTransId="{75E849E8-1031-4172-9861-C212545B99D4}" sibTransId="{3C240293-706D-4A68-8F22-09D31377338D}"/>
    <dgm:cxn modelId="{337FDF24-CEA3-403A-94F2-95C1151E8A19}" type="presOf" srcId="{B114158F-1234-463D-BE99-7B009E39630C}" destId="{70A14C75-73CA-4D71-90BF-193EB882F72A}" srcOrd="0" destOrd="0" presId="urn:microsoft.com/office/officeart/2005/8/layout/default"/>
    <dgm:cxn modelId="{1083A925-DD76-4683-8D22-FB932BCAC459}" srcId="{B114158F-1234-463D-BE99-7B009E39630C}" destId="{8CBDA8AE-5594-4CE0-AFAF-1DEC51FDBDA4}" srcOrd="1" destOrd="0" parTransId="{B94C8BF1-F20B-452C-930A-5660FDB4B519}" sibTransId="{C04417F8-3118-4050-8F66-6AE2D0D26FCA}"/>
    <dgm:cxn modelId="{F7BF3928-5E15-4EAD-8999-8D2B8FDE1C42}" srcId="{B114158F-1234-463D-BE99-7B009E39630C}" destId="{818F78A2-64B5-40BF-A618-FD5652F42C68}" srcOrd="0" destOrd="0" parTransId="{78C1FF9B-F004-403C-B602-FCC773620EDC}" sibTransId="{D750C2EB-81F0-4A70-9203-9C17F3D12165}"/>
    <dgm:cxn modelId="{A5AA9930-C01A-4A70-B4A0-65AC5606572D}" type="presOf" srcId="{76C79CE5-118D-48F3-A7F1-855F9729FEF5}" destId="{FAB87702-AEFB-4C9A-9EC0-6E87360639EA}" srcOrd="0" destOrd="0" presId="urn:microsoft.com/office/officeart/2005/8/layout/default"/>
    <dgm:cxn modelId="{0F874235-99A3-4648-8E0E-D503F7F6AEB1}" srcId="{B114158F-1234-463D-BE99-7B009E39630C}" destId="{76C79CE5-118D-48F3-A7F1-855F9729FEF5}" srcOrd="13" destOrd="0" parTransId="{AD40A1B8-AA90-413D-80D3-3320F57E7757}" sibTransId="{C54828B9-C5DA-4124-8273-82849CE80D09}"/>
    <dgm:cxn modelId="{66A21C39-874B-44C3-AAC3-C16E64CBF7C5}" srcId="{B114158F-1234-463D-BE99-7B009E39630C}" destId="{767D381F-4F39-4572-8E33-F0E27C304C55}" srcOrd="5" destOrd="0" parTransId="{C5E5EB97-0239-42F3-8367-6A43317734AF}" sibTransId="{87F8DB77-6B72-40B4-B902-F673ABFA5980}"/>
    <dgm:cxn modelId="{8085473C-5B6C-4DB0-A4A4-DB44C7A658CE}" type="presOf" srcId="{E9DCA31B-6163-4021-951F-F1A385E858D0}" destId="{3C1C7C3E-2645-4EBE-9A99-79815706141B}" srcOrd="0" destOrd="0" presId="urn:microsoft.com/office/officeart/2005/8/layout/default"/>
    <dgm:cxn modelId="{9FB20C69-C9BB-4B98-8BD1-A44F27AD9A70}" srcId="{B114158F-1234-463D-BE99-7B009E39630C}" destId="{6079D68F-740D-4B61-A579-3E17A89BFDD2}" srcOrd="4" destOrd="0" parTransId="{076F1417-D51E-4D30-BDCE-AB00F52FF864}" sibTransId="{D8235E44-8A21-42FE-AE0E-66040DD9504E}"/>
    <dgm:cxn modelId="{58E2C449-AB6B-48C8-BF53-39C7A28B8962}" srcId="{B114158F-1234-463D-BE99-7B009E39630C}" destId="{EAA675BC-398D-4B02-99A1-D720B877D9E5}" srcOrd="6" destOrd="0" parTransId="{E3752525-1D50-43B6-94EC-B9F46598A9AB}" sibTransId="{5028038D-459C-46BD-AD66-7BF32E6AFFCA}"/>
    <dgm:cxn modelId="{98DEA44C-8C4D-4A5C-85E6-F2EB7275E187}" type="presOf" srcId="{960B3FC0-3430-4A76-8E67-1824C9E9C135}" destId="{0BCE54C5-0565-42B5-8FE3-9FE1E386C061}" srcOrd="0" destOrd="0" presId="urn:microsoft.com/office/officeart/2005/8/layout/default"/>
    <dgm:cxn modelId="{D55CC451-608E-4A7A-A468-7FEC55FDCBF8}" srcId="{B114158F-1234-463D-BE99-7B009E39630C}" destId="{09CC171D-9D9E-4FD5-BD9E-8929F320FD22}" srcOrd="7" destOrd="0" parTransId="{73644291-FD9C-4999-86D8-6CDAB90C7231}" sibTransId="{C70D96A6-1E6C-4366-B955-C582620504BB}"/>
    <dgm:cxn modelId="{AFED6F52-5801-4674-8BC5-71ACF805222E}" type="presOf" srcId="{475B14F9-9511-4D57-A0C1-007A03F03BC3}" destId="{E78ED760-4319-4B49-864A-128C9B51A013}" srcOrd="0" destOrd="0" presId="urn:microsoft.com/office/officeart/2005/8/layout/default"/>
    <dgm:cxn modelId="{48BF1473-7BBD-41F0-835D-6AE746B190CA}" type="presOf" srcId="{EAA675BC-398D-4B02-99A1-D720B877D9E5}" destId="{F7B381B3-4374-41CD-A896-404AB4283230}" srcOrd="0" destOrd="0" presId="urn:microsoft.com/office/officeart/2005/8/layout/default"/>
    <dgm:cxn modelId="{7CE6A854-4B1E-465B-BAA1-9607FF314488}" srcId="{B114158F-1234-463D-BE99-7B009E39630C}" destId="{D4B5E7F9-3F6A-482B-B423-930C43F89A56}" srcOrd="2" destOrd="0" parTransId="{DC789E2A-5C33-4060-8035-0A3FB6B0DA28}" sibTransId="{89121342-FE3B-4196-8ED8-2CD0471413D5}"/>
    <dgm:cxn modelId="{90B8B455-22DC-4DCB-AAA0-77380100FA77}" type="presOf" srcId="{09CC171D-9D9E-4FD5-BD9E-8929F320FD22}" destId="{EF923768-72E6-43F0-9520-5A73BA718FA6}" srcOrd="0" destOrd="0" presId="urn:microsoft.com/office/officeart/2005/8/layout/default"/>
    <dgm:cxn modelId="{10B9268F-74DC-4534-958C-2EC6B557DF5A}" srcId="{B114158F-1234-463D-BE99-7B009E39630C}" destId="{6979BAE0-6D24-46EB-ADC5-7703ADBA5AE7}" srcOrd="3" destOrd="0" parTransId="{63767213-CCB1-48FE-AE39-D8F5F294EF6A}" sibTransId="{567E79BA-555F-43B8-86D4-7DD8484E8EFC}"/>
    <dgm:cxn modelId="{F0DA51B4-3831-49A6-940E-8E0FB2D5E106}" type="presOf" srcId="{818F78A2-64B5-40BF-A618-FD5652F42C68}" destId="{FED716D0-DF92-4315-9EF0-8D5A66BB5F91}" srcOrd="0" destOrd="0" presId="urn:microsoft.com/office/officeart/2005/8/layout/default"/>
    <dgm:cxn modelId="{C930A8B8-6CB9-4CF1-907E-895AB46218FA}" type="presOf" srcId="{6979BAE0-6D24-46EB-ADC5-7703ADBA5AE7}" destId="{1266B6B9-EC54-4DA6-81BD-BF3A78E72B89}" srcOrd="0" destOrd="0" presId="urn:microsoft.com/office/officeart/2005/8/layout/default"/>
    <dgm:cxn modelId="{19EED4C8-ADE9-499C-8D73-AC5EE501D1F6}" srcId="{B114158F-1234-463D-BE99-7B009E39630C}" destId="{AACE9959-4660-4661-B0F2-7700BCD6C3D2}" srcOrd="9" destOrd="0" parTransId="{59DE9231-117D-44F9-AB68-5080432E9016}" sibTransId="{7FB6117C-8E68-402F-A642-86A6A2AD5D5C}"/>
    <dgm:cxn modelId="{EC6410D7-D0F5-4C58-AF21-AA77FCA57DCA}" type="presOf" srcId="{D4B5E7F9-3F6A-482B-B423-930C43F89A56}" destId="{708DEA83-DB0D-4DF3-A2A8-920033793A54}" srcOrd="0" destOrd="0" presId="urn:microsoft.com/office/officeart/2005/8/layout/default"/>
    <dgm:cxn modelId="{8349AEDD-4CE8-4052-8F79-7A691265182A}" srcId="{B114158F-1234-463D-BE99-7B009E39630C}" destId="{475B14F9-9511-4D57-A0C1-007A03F03BC3}" srcOrd="11" destOrd="0" parTransId="{EEFDB79E-C0AA-45C0-9FEA-2689E0445786}" sibTransId="{33526702-D73E-4CDB-832E-81BCF9EE8360}"/>
    <dgm:cxn modelId="{B8E5B4EA-B541-4D36-BEB3-7D7DC72F7BDD}" type="presOf" srcId="{6079D68F-740D-4B61-A579-3E17A89BFDD2}" destId="{130DA566-9496-4EF6-BA82-6B4DE3790208}" srcOrd="0" destOrd="0" presId="urn:microsoft.com/office/officeart/2005/8/layout/default"/>
    <dgm:cxn modelId="{16E70AF1-6131-45EA-BF9A-5A3EBEC25187}" srcId="{B114158F-1234-463D-BE99-7B009E39630C}" destId="{E9DCA31B-6163-4021-951F-F1A385E858D0}" srcOrd="8" destOrd="0" parTransId="{DA9F5F04-F507-49ED-9627-6AD482B1F4DE}" sibTransId="{23AC74AA-9CE7-496A-8801-8518999807B9}"/>
    <dgm:cxn modelId="{7032B3F3-C2DB-4815-8650-B423A60EAA86}" type="presOf" srcId="{CC968BAD-7FB9-44D4-B9AD-F62F24AB701F}" destId="{0B960553-4F0F-47B9-926A-3D5AF7D1C987}" srcOrd="0" destOrd="0" presId="urn:microsoft.com/office/officeart/2005/8/layout/default"/>
    <dgm:cxn modelId="{457781F8-5C32-437A-BE4C-10CC866E9469}" type="presOf" srcId="{8CBDA8AE-5594-4CE0-AFAF-1DEC51FDBDA4}" destId="{923CF40A-C435-4433-80CF-8BE881A35090}" srcOrd="0" destOrd="0" presId="urn:microsoft.com/office/officeart/2005/8/layout/default"/>
    <dgm:cxn modelId="{5234B14E-2B7C-42EA-8B8F-279E5F148530}" type="presParOf" srcId="{70A14C75-73CA-4D71-90BF-193EB882F72A}" destId="{FED716D0-DF92-4315-9EF0-8D5A66BB5F91}" srcOrd="0" destOrd="0" presId="urn:microsoft.com/office/officeart/2005/8/layout/default"/>
    <dgm:cxn modelId="{CDAC502D-94B2-4D6D-B6C7-1980895F5A4E}" type="presParOf" srcId="{70A14C75-73CA-4D71-90BF-193EB882F72A}" destId="{A683A65A-E094-4E4C-B1E3-080229591187}" srcOrd="1" destOrd="0" presId="urn:microsoft.com/office/officeart/2005/8/layout/default"/>
    <dgm:cxn modelId="{6611B862-1A17-418F-B974-FFD788BC653F}" type="presParOf" srcId="{70A14C75-73CA-4D71-90BF-193EB882F72A}" destId="{923CF40A-C435-4433-80CF-8BE881A35090}" srcOrd="2" destOrd="0" presId="urn:microsoft.com/office/officeart/2005/8/layout/default"/>
    <dgm:cxn modelId="{4C9B0B35-39F3-4409-BCFD-9F2DF21E169C}" type="presParOf" srcId="{70A14C75-73CA-4D71-90BF-193EB882F72A}" destId="{5A7CFC20-E620-4172-BB2A-F0002AE6D6EC}" srcOrd="3" destOrd="0" presId="urn:microsoft.com/office/officeart/2005/8/layout/default"/>
    <dgm:cxn modelId="{1EAB907B-F712-4118-ADBE-DA4429ECCE8D}" type="presParOf" srcId="{70A14C75-73CA-4D71-90BF-193EB882F72A}" destId="{708DEA83-DB0D-4DF3-A2A8-920033793A54}" srcOrd="4" destOrd="0" presId="urn:microsoft.com/office/officeart/2005/8/layout/default"/>
    <dgm:cxn modelId="{62052C03-17E9-4353-9020-C51E5DFE40C6}" type="presParOf" srcId="{70A14C75-73CA-4D71-90BF-193EB882F72A}" destId="{42ABA1BB-CE6B-467A-AFC2-05584D99641D}" srcOrd="5" destOrd="0" presId="urn:microsoft.com/office/officeart/2005/8/layout/default"/>
    <dgm:cxn modelId="{1F529FE4-D38C-48E5-830D-BF0A2F0F0355}" type="presParOf" srcId="{70A14C75-73CA-4D71-90BF-193EB882F72A}" destId="{1266B6B9-EC54-4DA6-81BD-BF3A78E72B89}" srcOrd="6" destOrd="0" presId="urn:microsoft.com/office/officeart/2005/8/layout/default"/>
    <dgm:cxn modelId="{EBC5AD3B-34E9-4452-B511-EC1BE7B1DD2C}" type="presParOf" srcId="{70A14C75-73CA-4D71-90BF-193EB882F72A}" destId="{5CA60D84-1E3A-4890-BECC-0E1A970A8CA9}" srcOrd="7" destOrd="0" presId="urn:microsoft.com/office/officeart/2005/8/layout/default"/>
    <dgm:cxn modelId="{455C49A4-80F1-451F-9C29-1825E59FABC8}" type="presParOf" srcId="{70A14C75-73CA-4D71-90BF-193EB882F72A}" destId="{130DA566-9496-4EF6-BA82-6B4DE3790208}" srcOrd="8" destOrd="0" presId="urn:microsoft.com/office/officeart/2005/8/layout/default"/>
    <dgm:cxn modelId="{9024BC1E-52CC-4A4E-889B-61B58A90C865}" type="presParOf" srcId="{70A14C75-73CA-4D71-90BF-193EB882F72A}" destId="{80F0A75F-395B-4936-9955-72C9BC01CCB4}" srcOrd="9" destOrd="0" presId="urn:microsoft.com/office/officeart/2005/8/layout/default"/>
    <dgm:cxn modelId="{4F23086A-F331-41F6-B4D4-87C1BEB68B29}" type="presParOf" srcId="{70A14C75-73CA-4D71-90BF-193EB882F72A}" destId="{8FAE18D3-B19F-4A3C-A432-6681B02B4FFF}" srcOrd="10" destOrd="0" presId="urn:microsoft.com/office/officeart/2005/8/layout/default"/>
    <dgm:cxn modelId="{781E2D2B-45B1-4176-8D13-52CFE6801D10}" type="presParOf" srcId="{70A14C75-73CA-4D71-90BF-193EB882F72A}" destId="{303C8E4D-A0DD-4C1A-8B93-2651EAE20CB1}" srcOrd="11" destOrd="0" presId="urn:microsoft.com/office/officeart/2005/8/layout/default"/>
    <dgm:cxn modelId="{05033216-C5AB-41BF-A592-C78CB2699F40}" type="presParOf" srcId="{70A14C75-73CA-4D71-90BF-193EB882F72A}" destId="{F7B381B3-4374-41CD-A896-404AB4283230}" srcOrd="12" destOrd="0" presId="urn:microsoft.com/office/officeart/2005/8/layout/default"/>
    <dgm:cxn modelId="{387B6701-764A-4784-9FB9-BC25AEC9BADF}" type="presParOf" srcId="{70A14C75-73CA-4D71-90BF-193EB882F72A}" destId="{9332D605-1AF3-4CCA-8820-42A590B4AB07}" srcOrd="13" destOrd="0" presId="urn:microsoft.com/office/officeart/2005/8/layout/default"/>
    <dgm:cxn modelId="{942C06FC-70B9-4CE5-9D2D-89F6E5315864}" type="presParOf" srcId="{70A14C75-73CA-4D71-90BF-193EB882F72A}" destId="{EF923768-72E6-43F0-9520-5A73BA718FA6}" srcOrd="14" destOrd="0" presId="urn:microsoft.com/office/officeart/2005/8/layout/default"/>
    <dgm:cxn modelId="{1F9C04E0-6451-465D-BB1E-2C846453A41A}" type="presParOf" srcId="{70A14C75-73CA-4D71-90BF-193EB882F72A}" destId="{0B4D7FB2-97EB-4E97-9469-EA75677C1B21}" srcOrd="15" destOrd="0" presId="urn:microsoft.com/office/officeart/2005/8/layout/default"/>
    <dgm:cxn modelId="{E629D138-A8EF-455F-AFA0-187ADC67F7BD}" type="presParOf" srcId="{70A14C75-73CA-4D71-90BF-193EB882F72A}" destId="{3C1C7C3E-2645-4EBE-9A99-79815706141B}" srcOrd="16" destOrd="0" presId="urn:microsoft.com/office/officeart/2005/8/layout/default"/>
    <dgm:cxn modelId="{1287F717-19F9-43E8-83E5-030F7F1CB9C6}" type="presParOf" srcId="{70A14C75-73CA-4D71-90BF-193EB882F72A}" destId="{E57FE1C3-E634-4397-B2BF-ED910DF524BB}" srcOrd="17" destOrd="0" presId="urn:microsoft.com/office/officeart/2005/8/layout/default"/>
    <dgm:cxn modelId="{C9E26A64-6A8E-4B6E-9653-672E72C9527F}" type="presParOf" srcId="{70A14C75-73CA-4D71-90BF-193EB882F72A}" destId="{7E1633A9-F56E-4A67-AFBA-C3220F330E07}" srcOrd="18" destOrd="0" presId="urn:microsoft.com/office/officeart/2005/8/layout/default"/>
    <dgm:cxn modelId="{4D7D49DF-B952-4CAB-B519-2E9AB31ED2A2}" type="presParOf" srcId="{70A14C75-73CA-4D71-90BF-193EB882F72A}" destId="{6B60CEC4-9A22-435B-858B-A3EBCBE10443}" srcOrd="19" destOrd="0" presId="urn:microsoft.com/office/officeart/2005/8/layout/default"/>
    <dgm:cxn modelId="{B54215E3-4763-466B-8003-CF143BDB1BEC}" type="presParOf" srcId="{70A14C75-73CA-4D71-90BF-193EB882F72A}" destId="{0BCE54C5-0565-42B5-8FE3-9FE1E386C061}" srcOrd="20" destOrd="0" presId="urn:microsoft.com/office/officeart/2005/8/layout/default"/>
    <dgm:cxn modelId="{40254687-26E7-414A-83F9-6E089E68CECE}" type="presParOf" srcId="{70A14C75-73CA-4D71-90BF-193EB882F72A}" destId="{3BC666FA-056C-493A-BDB1-6C0A4B18027C}" srcOrd="21" destOrd="0" presId="urn:microsoft.com/office/officeart/2005/8/layout/default"/>
    <dgm:cxn modelId="{416057B0-FAC4-41F1-B740-99EAC97903B2}" type="presParOf" srcId="{70A14C75-73CA-4D71-90BF-193EB882F72A}" destId="{E78ED760-4319-4B49-864A-128C9B51A013}" srcOrd="22" destOrd="0" presId="urn:microsoft.com/office/officeart/2005/8/layout/default"/>
    <dgm:cxn modelId="{4FF0F9C2-6A42-4D63-94BB-0AFF769A8924}" type="presParOf" srcId="{70A14C75-73CA-4D71-90BF-193EB882F72A}" destId="{BAF8F640-44BD-446B-AEB9-4C325B8CBCD3}" srcOrd="23" destOrd="0" presId="urn:microsoft.com/office/officeart/2005/8/layout/default"/>
    <dgm:cxn modelId="{84E6AFB9-7415-4D17-8EEE-EF20A3B0AFF6}" type="presParOf" srcId="{70A14C75-73CA-4D71-90BF-193EB882F72A}" destId="{0B960553-4F0F-47B9-926A-3D5AF7D1C987}" srcOrd="24" destOrd="0" presId="urn:microsoft.com/office/officeart/2005/8/layout/default"/>
    <dgm:cxn modelId="{1977755A-8545-4671-AFDE-056E2DA151F4}" type="presParOf" srcId="{70A14C75-73CA-4D71-90BF-193EB882F72A}" destId="{7D7A1504-51A3-409F-B9C6-11DDA4A402CE}" srcOrd="25" destOrd="0" presId="urn:microsoft.com/office/officeart/2005/8/layout/default"/>
    <dgm:cxn modelId="{D49A455F-FB9D-4E6C-9F9E-6E95C9A562AC}" type="presParOf" srcId="{70A14C75-73CA-4D71-90BF-193EB882F72A}" destId="{FAB87702-AEFB-4C9A-9EC0-6E87360639EA}" srcOrd="26" destOrd="0" presId="urn:microsoft.com/office/officeart/2005/8/layout/default"/>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2.xml><?xml version="1.0" encoding="utf-8"?>
<dgm:dataModel xmlns:dgm="http://schemas.openxmlformats.org/drawingml/2006/diagram" xmlns:a="http://schemas.openxmlformats.org/drawingml/2006/main">
  <dgm:ptLst>
    <dgm:pt modelId="{7039D912-74EB-4508-A920-7B182744F6DB}" type="doc">
      <dgm:prSet loTypeId="urn:microsoft.com/office/officeart/2005/8/layout/hList1" loCatId="list" qsTypeId="urn:microsoft.com/office/officeart/2005/8/quickstyle/simple1" qsCatId="simple" csTypeId="urn:microsoft.com/office/officeart/2005/8/colors/accent1_2" csCatId="accent1" phldr="1"/>
      <dgm:spPr/>
      <dgm:t>
        <a:bodyPr/>
        <a:lstStyle/>
        <a:p>
          <a:endParaRPr lang="en-US"/>
        </a:p>
      </dgm:t>
    </dgm:pt>
    <dgm:pt modelId="{80A0FD3E-C6A0-4AC0-BEE3-F3D680FFDAD0}">
      <dgm:prSet phldrT="[Tekst]"/>
      <dgm:spPr/>
      <dgm:t>
        <a:bodyPr/>
        <a:lstStyle/>
        <a:p>
          <a:r>
            <a:rPr lang="en-US" dirty="0"/>
            <a:t>Project Asset</a:t>
          </a:r>
        </a:p>
      </dgm:t>
    </dgm:pt>
    <dgm:pt modelId="{154B9B54-5D30-4E28-8681-5934842B5FBB}" type="parTrans" cxnId="{3F0E60BA-2CB3-4554-AA2D-CCC7DDF0A365}">
      <dgm:prSet/>
      <dgm:spPr/>
      <dgm:t>
        <a:bodyPr/>
        <a:lstStyle/>
        <a:p>
          <a:endParaRPr lang="en-US"/>
        </a:p>
      </dgm:t>
    </dgm:pt>
    <dgm:pt modelId="{EFC7F8D0-9924-4CF0-859E-271812450D6A}" type="sibTrans" cxnId="{3F0E60BA-2CB3-4554-AA2D-CCC7DDF0A365}">
      <dgm:prSet/>
      <dgm:spPr/>
      <dgm:t>
        <a:bodyPr/>
        <a:lstStyle/>
        <a:p>
          <a:endParaRPr lang="en-US"/>
        </a:p>
      </dgm:t>
    </dgm:pt>
    <dgm:pt modelId="{CD488F8F-4BCF-4E6E-AB7E-52B6F7DE107C}">
      <dgm:prSet/>
      <dgm:spPr/>
      <dgm:t>
        <a:bodyPr/>
        <a:lstStyle/>
        <a:p>
          <a:r>
            <a:rPr lang="en-US" dirty="0"/>
            <a:t>Assets that the game developer operates on.</a:t>
          </a:r>
        </a:p>
      </dgm:t>
    </dgm:pt>
    <dgm:pt modelId="{42DB6BCE-A83C-467A-9D66-74C413A8A0E4}" type="parTrans" cxnId="{8CECAF5F-DA00-4341-87E9-C2783DAE97BE}">
      <dgm:prSet/>
      <dgm:spPr/>
      <dgm:t>
        <a:bodyPr/>
        <a:lstStyle/>
        <a:p>
          <a:endParaRPr lang="en-US"/>
        </a:p>
      </dgm:t>
    </dgm:pt>
    <dgm:pt modelId="{2A9BE94D-3088-43DC-B867-A5CA10F425C8}" type="sibTrans" cxnId="{8CECAF5F-DA00-4341-87E9-C2783DAE97BE}">
      <dgm:prSet/>
      <dgm:spPr/>
      <dgm:t>
        <a:bodyPr/>
        <a:lstStyle/>
        <a:p>
          <a:endParaRPr lang="en-US"/>
        </a:p>
      </dgm:t>
    </dgm:pt>
    <dgm:pt modelId="{7AF5FCE1-11D6-46FB-8B9D-23C7E613916E}">
      <dgm:prSet/>
      <dgm:spPr/>
      <dgm:t>
        <a:bodyPr/>
        <a:lstStyle/>
        <a:p>
          <a:r>
            <a:rPr lang="en-US" dirty="0"/>
            <a:t>Internal Asset</a:t>
          </a:r>
        </a:p>
      </dgm:t>
    </dgm:pt>
    <dgm:pt modelId="{740CD777-E294-48B6-90F3-B3CEC219F2C4}" type="parTrans" cxnId="{2D518CBB-959F-4128-BEF7-70D4BF4546B9}">
      <dgm:prSet/>
      <dgm:spPr/>
      <dgm:t>
        <a:bodyPr/>
        <a:lstStyle/>
        <a:p>
          <a:endParaRPr lang="en-US"/>
        </a:p>
      </dgm:t>
    </dgm:pt>
    <dgm:pt modelId="{C3102B43-D99C-4965-8C40-204A9F62CBC0}" type="sibTrans" cxnId="{2D518CBB-959F-4128-BEF7-70D4BF4546B9}">
      <dgm:prSet/>
      <dgm:spPr/>
      <dgm:t>
        <a:bodyPr/>
        <a:lstStyle/>
        <a:p>
          <a:endParaRPr lang="en-US"/>
        </a:p>
      </dgm:t>
    </dgm:pt>
    <dgm:pt modelId="{8118D722-B82D-4483-BDDC-1B53D47D868F}">
      <dgm:prSet/>
      <dgm:spPr/>
      <dgm:t>
        <a:bodyPr/>
        <a:lstStyle/>
        <a:p>
          <a:r>
            <a:rPr lang="en-US" dirty="0"/>
            <a:t>Internal Assets are only ever referenced by other asset</a:t>
          </a:r>
          <a:r>
            <a:rPr lang="en-US" noProof="0" dirty="0"/>
            <a:t>s. They are conceptually parts of Project Assets and they get imported and loaded together. They are fully</a:t>
          </a:r>
          <a:r>
            <a:rPr lang="en-US" dirty="0"/>
            <a:t> hidden from the user.</a:t>
          </a:r>
          <a:endParaRPr lang="en-US" noProof="0" dirty="0"/>
        </a:p>
      </dgm:t>
    </dgm:pt>
    <dgm:pt modelId="{7D59BDDC-B779-4518-9ED4-05DEF339598E}" type="parTrans" cxnId="{B28B66BF-5ADA-4132-A98F-8A1708B02064}">
      <dgm:prSet/>
      <dgm:spPr/>
      <dgm:t>
        <a:bodyPr/>
        <a:lstStyle/>
        <a:p>
          <a:endParaRPr lang="en-US"/>
        </a:p>
      </dgm:t>
    </dgm:pt>
    <dgm:pt modelId="{6083E495-5339-4A68-A268-849A9733BA49}" type="sibTrans" cxnId="{B28B66BF-5ADA-4132-A98F-8A1708B02064}">
      <dgm:prSet/>
      <dgm:spPr/>
      <dgm:t>
        <a:bodyPr/>
        <a:lstStyle/>
        <a:p>
          <a:endParaRPr lang="en-US"/>
        </a:p>
      </dgm:t>
    </dgm:pt>
    <dgm:pt modelId="{E53FD2FB-F572-421B-BB4D-59CD3C203DA6}">
      <dgm:prSet/>
      <dgm:spPr/>
      <dgm:t>
        <a:bodyPr/>
        <a:lstStyle/>
        <a:p>
          <a:r>
            <a:rPr lang="en-US" dirty="0"/>
            <a:t>Editor Asset</a:t>
          </a:r>
        </a:p>
      </dgm:t>
    </dgm:pt>
    <dgm:pt modelId="{252CD36A-2224-4DE0-B794-720E6D43E594}" type="parTrans" cxnId="{99924AF0-07D7-4D56-A77D-BBD5261EAA59}">
      <dgm:prSet/>
      <dgm:spPr/>
      <dgm:t>
        <a:bodyPr/>
        <a:lstStyle/>
        <a:p>
          <a:endParaRPr lang="en-US"/>
        </a:p>
      </dgm:t>
    </dgm:pt>
    <dgm:pt modelId="{B316E1F1-06D1-4214-AA2E-AFE057B76A4B}" type="sibTrans" cxnId="{99924AF0-07D7-4D56-A77D-BBD5261EAA59}">
      <dgm:prSet/>
      <dgm:spPr/>
      <dgm:t>
        <a:bodyPr/>
        <a:lstStyle/>
        <a:p>
          <a:endParaRPr lang="en-US"/>
        </a:p>
      </dgm:t>
    </dgm:pt>
    <dgm:pt modelId="{2F3812DE-64E3-4474-B1D5-9435A23ED917}">
      <dgm:prSet/>
      <dgm:spPr/>
      <dgm:t>
        <a:bodyPr/>
        <a:lstStyle/>
        <a:p>
          <a:r>
            <a:rPr lang="en-US" dirty="0"/>
            <a:t>Assets used by only by editor (e.g. icons).</a:t>
          </a:r>
        </a:p>
      </dgm:t>
    </dgm:pt>
    <dgm:pt modelId="{F852C2A1-23E1-4F41-B098-8EAC2C189ACA}" type="parTrans" cxnId="{86F77799-BDB9-4411-B889-07E61E633FAC}">
      <dgm:prSet/>
      <dgm:spPr/>
      <dgm:t>
        <a:bodyPr/>
        <a:lstStyle/>
        <a:p>
          <a:endParaRPr lang="en-US"/>
        </a:p>
      </dgm:t>
    </dgm:pt>
    <dgm:pt modelId="{B68CD15B-C645-4506-A8E5-2D86C0335B27}" type="sibTrans" cxnId="{86F77799-BDB9-4411-B889-07E61E633FAC}">
      <dgm:prSet/>
      <dgm:spPr/>
      <dgm:t>
        <a:bodyPr/>
        <a:lstStyle/>
        <a:p>
          <a:endParaRPr lang="en-US"/>
        </a:p>
      </dgm:t>
    </dgm:pt>
    <dgm:pt modelId="{BA1FBE3B-C182-4377-8E40-0B3C0C1956CA}">
      <dgm:prSet/>
      <dgm:spPr/>
      <dgm:t>
        <a:bodyPr/>
        <a:lstStyle/>
        <a:p>
          <a:r>
            <a:rPr lang="en-US" dirty="0"/>
            <a:t>Base Asset</a:t>
          </a:r>
        </a:p>
      </dgm:t>
    </dgm:pt>
    <dgm:pt modelId="{E30795FF-31C8-476E-809D-96D9B56B0077}" type="parTrans" cxnId="{A0A59932-CE58-4460-8CD0-6FB7805F17AF}">
      <dgm:prSet/>
      <dgm:spPr/>
      <dgm:t>
        <a:bodyPr/>
        <a:lstStyle/>
        <a:p>
          <a:endParaRPr lang="en-US"/>
        </a:p>
      </dgm:t>
    </dgm:pt>
    <dgm:pt modelId="{597A5E4D-60FA-4710-927D-4F0900372DD4}" type="sibTrans" cxnId="{A0A59932-CE58-4460-8CD0-6FB7805F17AF}">
      <dgm:prSet/>
      <dgm:spPr/>
      <dgm:t>
        <a:bodyPr/>
        <a:lstStyle/>
        <a:p>
          <a:endParaRPr lang="en-US"/>
        </a:p>
      </dgm:t>
    </dgm:pt>
    <dgm:pt modelId="{A83B04DA-1E85-46F7-A926-B1713D140BCE}">
      <dgm:prSet/>
      <dgm:spPr/>
      <dgm:t>
        <a:bodyPr/>
        <a:lstStyle/>
        <a:p>
          <a:r>
            <a:rPr lang="en-US" dirty="0"/>
            <a:t>Assets build-in to the engine used by default.</a:t>
          </a:r>
        </a:p>
      </dgm:t>
    </dgm:pt>
    <dgm:pt modelId="{71DF4AE8-BB8A-4373-B1F1-E15125AF5713}" type="parTrans" cxnId="{2019AC96-203D-42ED-AACA-6F3EF9470EBF}">
      <dgm:prSet/>
      <dgm:spPr/>
      <dgm:t>
        <a:bodyPr/>
        <a:lstStyle/>
        <a:p>
          <a:endParaRPr lang="en-US"/>
        </a:p>
      </dgm:t>
    </dgm:pt>
    <dgm:pt modelId="{CA6AAA5B-4FE6-4AD8-80F8-3402650B0FB1}" type="sibTrans" cxnId="{2019AC96-203D-42ED-AACA-6F3EF9470EBF}">
      <dgm:prSet/>
      <dgm:spPr/>
      <dgm:t>
        <a:bodyPr/>
        <a:lstStyle/>
        <a:p>
          <a:endParaRPr lang="en-US"/>
        </a:p>
      </dgm:t>
    </dgm:pt>
    <dgm:pt modelId="{6659A7E7-8158-4A6E-A471-DA323965CCE9}">
      <dgm:prSet/>
      <dgm:spPr/>
      <dgm:t>
        <a:bodyPr/>
        <a:lstStyle/>
        <a:p>
          <a:r>
            <a:rPr lang="en-US" dirty="0"/>
            <a:t>Components:</a:t>
          </a:r>
        </a:p>
      </dgm:t>
    </dgm:pt>
    <dgm:pt modelId="{0651B8AE-3C39-4FE7-BB50-305118B07273}" type="parTrans" cxnId="{1E78A00D-9FF8-4862-A084-AC01618389EA}">
      <dgm:prSet/>
      <dgm:spPr/>
      <dgm:t>
        <a:bodyPr/>
        <a:lstStyle/>
        <a:p>
          <a:endParaRPr lang="en-US"/>
        </a:p>
      </dgm:t>
    </dgm:pt>
    <dgm:pt modelId="{6D812D89-DC62-4CF9-8AB3-702740139B84}" type="sibTrans" cxnId="{1E78A00D-9FF8-4862-A084-AC01618389EA}">
      <dgm:prSet/>
      <dgm:spPr/>
      <dgm:t>
        <a:bodyPr/>
        <a:lstStyle/>
        <a:p>
          <a:endParaRPr lang="en-US"/>
        </a:p>
      </dgm:t>
    </dgm:pt>
    <dgm:pt modelId="{A1FD628F-B8FF-43A2-8AB5-11FF7C2A601C}">
      <dgm:prSet/>
      <dgm:spPr/>
      <dgm:t>
        <a:bodyPr/>
        <a:lstStyle/>
        <a:p>
          <a:r>
            <a:rPr lang="en-US" dirty="0" err="1"/>
            <a:t>ACAssetType</a:t>
          </a:r>
          <a:endParaRPr lang="en-US" dirty="0"/>
        </a:p>
      </dgm:t>
    </dgm:pt>
    <dgm:pt modelId="{DD71F879-133C-4350-AFBB-C943DF617CAC}" type="parTrans" cxnId="{C39B41F2-7752-4B76-B5E3-BE83612F50B2}">
      <dgm:prSet/>
      <dgm:spPr/>
      <dgm:t>
        <a:bodyPr/>
        <a:lstStyle/>
        <a:p>
          <a:endParaRPr lang="en-US"/>
        </a:p>
      </dgm:t>
    </dgm:pt>
    <dgm:pt modelId="{04649C6A-C328-4F3F-96D0-2871A85AEF53}" type="sibTrans" cxnId="{C39B41F2-7752-4B76-B5E3-BE83612F50B2}">
      <dgm:prSet/>
      <dgm:spPr/>
      <dgm:t>
        <a:bodyPr/>
        <a:lstStyle/>
        <a:p>
          <a:endParaRPr lang="en-US"/>
        </a:p>
      </dgm:t>
    </dgm:pt>
    <dgm:pt modelId="{ADFB65C5-7830-4D40-BD55-A77D738EBBB8}">
      <dgm:prSet/>
      <dgm:spPr/>
      <dgm:t>
        <a:bodyPr/>
        <a:lstStyle/>
        <a:p>
          <a:r>
            <a:rPr lang="en-US" dirty="0"/>
            <a:t>ACUUID</a:t>
          </a:r>
        </a:p>
      </dgm:t>
    </dgm:pt>
    <dgm:pt modelId="{71F75FB3-CE13-4A0F-B168-3B0584419E4E}" type="parTrans" cxnId="{0C3CCE94-2E49-48A4-A7D2-7A25FE8C8D5C}">
      <dgm:prSet/>
      <dgm:spPr/>
      <dgm:t>
        <a:bodyPr/>
        <a:lstStyle/>
        <a:p>
          <a:endParaRPr lang="en-US"/>
        </a:p>
      </dgm:t>
    </dgm:pt>
    <dgm:pt modelId="{609C675B-9312-48F0-A261-CE577E0A1C30}" type="sibTrans" cxnId="{0C3CCE94-2E49-48A4-A7D2-7A25FE8C8D5C}">
      <dgm:prSet/>
      <dgm:spPr/>
      <dgm:t>
        <a:bodyPr/>
        <a:lstStyle/>
        <a:p>
          <a:endParaRPr lang="en-US"/>
        </a:p>
      </dgm:t>
    </dgm:pt>
    <dgm:pt modelId="{F8E01428-B033-4EC5-88F3-B8113EC519CA}">
      <dgm:prSet/>
      <dgm:spPr/>
      <dgm:t>
        <a:bodyPr/>
        <a:lstStyle/>
        <a:p>
          <a:r>
            <a:rPr lang="en-US" dirty="0" err="1"/>
            <a:t>ACFilepath</a:t>
          </a:r>
          <a:endParaRPr lang="en-US" dirty="0"/>
        </a:p>
      </dgm:t>
    </dgm:pt>
    <dgm:pt modelId="{457C380B-CE0C-4872-9D79-E197AC5F6652}" type="parTrans" cxnId="{F1C3F229-E489-4B5E-8D0C-E831A502C0EF}">
      <dgm:prSet/>
      <dgm:spPr/>
      <dgm:t>
        <a:bodyPr/>
        <a:lstStyle/>
        <a:p>
          <a:endParaRPr lang="en-US"/>
        </a:p>
      </dgm:t>
    </dgm:pt>
    <dgm:pt modelId="{970C36A2-E083-4459-AF8D-EAF96CA16898}" type="sibTrans" cxnId="{F1C3F229-E489-4B5E-8D0C-E831A502C0EF}">
      <dgm:prSet/>
      <dgm:spPr/>
      <dgm:t>
        <a:bodyPr/>
        <a:lstStyle/>
        <a:p>
          <a:endParaRPr lang="en-US"/>
        </a:p>
      </dgm:t>
    </dgm:pt>
    <dgm:pt modelId="{C070E80E-8CCB-43DE-89B8-CF105FAAA75A}">
      <dgm:prSet/>
      <dgm:spPr/>
      <dgm:t>
        <a:bodyPr/>
        <a:lstStyle/>
        <a:p>
          <a:r>
            <a:rPr lang="en-US" dirty="0" err="1"/>
            <a:t>ACSourceFilepath</a:t>
          </a:r>
          <a:br>
            <a:rPr lang="pl-PL" dirty="0"/>
          </a:br>
          <a:r>
            <a:rPr lang="pl-PL" dirty="0"/>
            <a:t>(</a:t>
          </a:r>
          <a:r>
            <a:rPr lang="pl-PL" dirty="0" err="1"/>
            <a:t>if</a:t>
          </a:r>
          <a:r>
            <a:rPr lang="pl-PL" dirty="0"/>
            <a:t> </a:t>
          </a:r>
          <a:r>
            <a:rPr lang="pl-PL" dirty="0" err="1"/>
            <a:t>needed</a:t>
          </a:r>
          <a:r>
            <a:rPr lang="pl-PL" dirty="0"/>
            <a:t>)</a:t>
          </a:r>
          <a:endParaRPr lang="en-US" dirty="0"/>
        </a:p>
      </dgm:t>
    </dgm:pt>
    <dgm:pt modelId="{262E56DF-DFA9-4BD2-90FF-3341A7E61F5C}" type="parTrans" cxnId="{09C4ADF5-BA6B-42E9-84A6-F8030055F7A6}">
      <dgm:prSet/>
      <dgm:spPr/>
      <dgm:t>
        <a:bodyPr/>
        <a:lstStyle/>
        <a:p>
          <a:endParaRPr lang="en-US"/>
        </a:p>
      </dgm:t>
    </dgm:pt>
    <dgm:pt modelId="{370F6321-CF36-4FC5-86A2-292CE310564D}" type="sibTrans" cxnId="{09C4ADF5-BA6B-42E9-84A6-F8030055F7A6}">
      <dgm:prSet/>
      <dgm:spPr/>
      <dgm:t>
        <a:bodyPr/>
        <a:lstStyle/>
        <a:p>
          <a:endParaRPr lang="en-US"/>
        </a:p>
      </dgm:t>
    </dgm:pt>
    <dgm:pt modelId="{6992C787-FC19-4B56-B86B-85751586ED68}">
      <dgm:prSet/>
      <dgm:spPr/>
      <dgm:t>
        <a:bodyPr/>
        <a:lstStyle/>
        <a:p>
          <a:r>
            <a:rPr lang="en-US" dirty="0" err="1"/>
            <a:t>ACRefsCounters</a:t>
          </a:r>
          <a:endParaRPr lang="en-US" dirty="0"/>
        </a:p>
      </dgm:t>
    </dgm:pt>
    <dgm:pt modelId="{A98B85C6-1E8C-4647-9359-DAA18747BAC1}" type="parTrans" cxnId="{9DCB9FE5-DD06-48A2-A44A-B1DC9C7CF1CB}">
      <dgm:prSet/>
      <dgm:spPr/>
      <dgm:t>
        <a:bodyPr/>
        <a:lstStyle/>
        <a:p>
          <a:endParaRPr lang="en-US"/>
        </a:p>
      </dgm:t>
    </dgm:pt>
    <dgm:pt modelId="{EC823E0B-2B97-4EC1-87E0-FDEB74036751}" type="sibTrans" cxnId="{9DCB9FE5-DD06-48A2-A44A-B1DC9C7CF1CB}">
      <dgm:prSet/>
      <dgm:spPr/>
      <dgm:t>
        <a:bodyPr/>
        <a:lstStyle/>
        <a:p>
          <a:endParaRPr lang="en-US"/>
        </a:p>
      </dgm:t>
    </dgm:pt>
    <dgm:pt modelId="{102C854C-B1C2-4A0C-88C2-398DDB93C8BB}">
      <dgm:prSet/>
      <dgm:spPr/>
      <dgm:t>
        <a:bodyPr/>
        <a:lstStyle/>
        <a:p>
          <a:r>
            <a:rPr lang="en-US" dirty="0" err="1"/>
            <a:t>CoreComponent</a:t>
          </a:r>
          <a:br>
            <a:rPr lang="en-US" dirty="0"/>
          </a:br>
          <a:r>
            <a:rPr lang="en-US" dirty="0"/>
            <a:t>(asset’s meta data and </a:t>
          </a:r>
          <a:r>
            <a:rPr lang="en-US" dirty="0" err="1"/>
            <a:t>ptrs</a:t>
          </a:r>
          <a:r>
            <a:rPr lang="en-US" dirty="0"/>
            <a:t> to data)</a:t>
          </a:r>
        </a:p>
      </dgm:t>
    </dgm:pt>
    <dgm:pt modelId="{8EA49D74-8884-4CF4-B0CC-99ABA20E2550}" type="parTrans" cxnId="{9935EB3F-1AC9-4199-871A-824A4FF48E38}">
      <dgm:prSet/>
      <dgm:spPr/>
      <dgm:t>
        <a:bodyPr/>
        <a:lstStyle/>
        <a:p>
          <a:endParaRPr lang="en-US"/>
        </a:p>
      </dgm:t>
    </dgm:pt>
    <dgm:pt modelId="{B89AA19B-3619-42A2-82EB-3EEDD51F37E3}" type="sibTrans" cxnId="{9935EB3F-1AC9-4199-871A-824A4FF48E38}">
      <dgm:prSet/>
      <dgm:spPr/>
      <dgm:t>
        <a:bodyPr/>
        <a:lstStyle/>
        <a:p>
          <a:endParaRPr lang="en-US"/>
        </a:p>
      </dgm:t>
    </dgm:pt>
    <dgm:pt modelId="{88EF3DC1-C7EB-42FB-8165-F41505DC47A3}">
      <dgm:prSet/>
      <dgm:spPr/>
      <dgm:t>
        <a:bodyPr/>
        <a:lstStyle/>
        <a:p>
          <a:r>
            <a:rPr lang="en-US" dirty="0"/>
            <a:t>other, asset type specific components</a:t>
          </a:r>
        </a:p>
      </dgm:t>
    </dgm:pt>
    <dgm:pt modelId="{79420B54-54CF-4606-A37C-1265DA7D9C5D}" type="parTrans" cxnId="{78C996D1-9E72-49F5-AB9C-2C2B83D0DE17}">
      <dgm:prSet/>
      <dgm:spPr/>
      <dgm:t>
        <a:bodyPr/>
        <a:lstStyle/>
        <a:p>
          <a:endParaRPr lang="en-US"/>
        </a:p>
      </dgm:t>
    </dgm:pt>
    <dgm:pt modelId="{25327A15-6A41-432C-B6BA-788D84B2D7D4}" type="sibTrans" cxnId="{78C996D1-9E72-49F5-AB9C-2C2B83D0DE17}">
      <dgm:prSet/>
      <dgm:spPr/>
      <dgm:t>
        <a:bodyPr/>
        <a:lstStyle/>
        <a:p>
          <a:endParaRPr lang="en-US"/>
        </a:p>
      </dgm:t>
    </dgm:pt>
    <dgm:pt modelId="{007B146B-7043-4DA4-9872-F19B6C46FDB4}">
      <dgm:prSet/>
      <dgm:spPr/>
      <dgm:t>
        <a:bodyPr/>
        <a:lstStyle/>
        <a:p>
          <a:r>
            <a:rPr lang="en-US" dirty="0"/>
            <a:t>Components:</a:t>
          </a:r>
        </a:p>
      </dgm:t>
    </dgm:pt>
    <dgm:pt modelId="{A173CFB8-8E05-4375-B9CE-97311CD3065B}" type="parTrans" cxnId="{43275F56-BEA0-4E87-905C-8FDE7B22DBD4}">
      <dgm:prSet/>
      <dgm:spPr/>
      <dgm:t>
        <a:bodyPr/>
        <a:lstStyle/>
        <a:p>
          <a:endParaRPr lang="en-US"/>
        </a:p>
      </dgm:t>
    </dgm:pt>
    <dgm:pt modelId="{D2745B64-D5FE-4DF3-BE60-022EDD8E8D07}" type="sibTrans" cxnId="{43275F56-BEA0-4E87-905C-8FDE7B22DBD4}">
      <dgm:prSet/>
      <dgm:spPr/>
      <dgm:t>
        <a:bodyPr/>
        <a:lstStyle/>
        <a:p>
          <a:endParaRPr lang="en-US"/>
        </a:p>
      </dgm:t>
    </dgm:pt>
    <dgm:pt modelId="{D2C01B18-E3FB-474F-95E7-05455D92D4B8}">
      <dgm:prSet/>
      <dgm:spPr/>
      <dgm:t>
        <a:bodyPr/>
        <a:lstStyle/>
        <a:p>
          <a:r>
            <a:rPr lang="en-US" dirty="0" err="1"/>
            <a:t>ACAssetType</a:t>
          </a:r>
          <a:endParaRPr lang="en-US" dirty="0"/>
        </a:p>
      </dgm:t>
    </dgm:pt>
    <dgm:pt modelId="{166E2CA8-82CF-4E76-934C-7C71BC0CDAC7}" type="parTrans" cxnId="{148D22BD-FB6A-484C-874B-142384834133}">
      <dgm:prSet/>
      <dgm:spPr/>
      <dgm:t>
        <a:bodyPr/>
        <a:lstStyle/>
        <a:p>
          <a:endParaRPr lang="en-US"/>
        </a:p>
      </dgm:t>
    </dgm:pt>
    <dgm:pt modelId="{CACF65A1-3C5E-421B-891C-4717F0280A2B}" type="sibTrans" cxnId="{148D22BD-FB6A-484C-874B-142384834133}">
      <dgm:prSet/>
      <dgm:spPr/>
      <dgm:t>
        <a:bodyPr/>
        <a:lstStyle/>
        <a:p>
          <a:endParaRPr lang="en-US"/>
        </a:p>
      </dgm:t>
    </dgm:pt>
    <dgm:pt modelId="{DB82E421-8B43-400F-B820-4E5E46890ACB}">
      <dgm:prSet/>
      <dgm:spPr/>
      <dgm:t>
        <a:bodyPr/>
        <a:lstStyle/>
        <a:p>
          <a:r>
            <a:rPr lang="en-US" dirty="0"/>
            <a:t>ACUUID</a:t>
          </a:r>
        </a:p>
      </dgm:t>
    </dgm:pt>
    <dgm:pt modelId="{B3C3E713-BA38-4F09-9DB9-B14F0187D506}" type="parTrans" cxnId="{A66959CA-0A49-47BE-80E8-FFFE5975A6C5}">
      <dgm:prSet/>
      <dgm:spPr/>
      <dgm:t>
        <a:bodyPr/>
        <a:lstStyle/>
        <a:p>
          <a:endParaRPr lang="en-US"/>
        </a:p>
      </dgm:t>
    </dgm:pt>
    <dgm:pt modelId="{7330DEA7-B961-43C2-BBE9-ACA2D8ECB655}" type="sibTrans" cxnId="{A66959CA-0A49-47BE-80E8-FFFE5975A6C5}">
      <dgm:prSet/>
      <dgm:spPr/>
      <dgm:t>
        <a:bodyPr/>
        <a:lstStyle/>
        <a:p>
          <a:endParaRPr lang="en-US"/>
        </a:p>
      </dgm:t>
    </dgm:pt>
    <dgm:pt modelId="{4700AFBE-57B8-4F45-85FC-78D11916CE41}">
      <dgm:prSet/>
      <dgm:spPr/>
      <dgm:t>
        <a:bodyPr/>
        <a:lstStyle/>
        <a:p>
          <a:r>
            <a:rPr lang="en-US" dirty="0" err="1"/>
            <a:t>ACMasterAsset</a:t>
          </a:r>
          <a:r>
            <a:rPr lang="en-US" dirty="0"/>
            <a:t> (ref back to Project Asset)</a:t>
          </a:r>
        </a:p>
      </dgm:t>
    </dgm:pt>
    <dgm:pt modelId="{A8B03DD9-09C7-4E7B-B063-D61132B46139}" type="parTrans" cxnId="{9EC9E745-E4AA-4A48-86E5-A56A9D07CF18}">
      <dgm:prSet/>
      <dgm:spPr/>
      <dgm:t>
        <a:bodyPr/>
        <a:lstStyle/>
        <a:p>
          <a:endParaRPr lang="en-US"/>
        </a:p>
      </dgm:t>
    </dgm:pt>
    <dgm:pt modelId="{15F71444-0CE4-46DA-8E0D-82349D1C5ED7}" type="sibTrans" cxnId="{9EC9E745-E4AA-4A48-86E5-A56A9D07CF18}">
      <dgm:prSet/>
      <dgm:spPr/>
      <dgm:t>
        <a:bodyPr/>
        <a:lstStyle/>
        <a:p>
          <a:endParaRPr lang="en-US"/>
        </a:p>
      </dgm:t>
    </dgm:pt>
    <dgm:pt modelId="{03978623-FE6E-4F91-B2D0-9F9AABA0040F}">
      <dgm:prSet/>
      <dgm:spPr/>
      <dgm:t>
        <a:bodyPr/>
        <a:lstStyle/>
        <a:p>
          <a:r>
            <a:rPr lang="en-US" dirty="0" err="1"/>
            <a:t>CoreComponent</a:t>
          </a:r>
          <a:endParaRPr lang="en-US" dirty="0"/>
        </a:p>
      </dgm:t>
    </dgm:pt>
    <dgm:pt modelId="{4DA5677F-34FD-461D-B56A-634BB0616E93}" type="parTrans" cxnId="{A73A9D2C-C596-4800-8F79-27791977C162}">
      <dgm:prSet/>
      <dgm:spPr/>
      <dgm:t>
        <a:bodyPr/>
        <a:lstStyle/>
        <a:p>
          <a:endParaRPr lang="en-US"/>
        </a:p>
      </dgm:t>
    </dgm:pt>
    <dgm:pt modelId="{4FAE4290-A6D8-461D-A11A-BBD725BE9157}" type="sibTrans" cxnId="{A73A9D2C-C596-4800-8F79-27791977C162}">
      <dgm:prSet/>
      <dgm:spPr/>
      <dgm:t>
        <a:bodyPr/>
        <a:lstStyle/>
        <a:p>
          <a:endParaRPr lang="en-US"/>
        </a:p>
      </dgm:t>
    </dgm:pt>
    <dgm:pt modelId="{D91083A4-A3FF-46EE-B215-B4E06D455191}">
      <dgm:prSet/>
      <dgm:spPr/>
      <dgm:t>
        <a:bodyPr/>
        <a:lstStyle/>
        <a:p>
          <a:r>
            <a:rPr lang="en-US" dirty="0"/>
            <a:t>other, asset type specific components</a:t>
          </a:r>
        </a:p>
      </dgm:t>
    </dgm:pt>
    <dgm:pt modelId="{8C4A6C73-96FC-43DA-AE13-5EFF209D857E}" type="parTrans" cxnId="{1DB81CF8-B2F1-46DD-B5D2-5D611CC7759F}">
      <dgm:prSet/>
      <dgm:spPr/>
      <dgm:t>
        <a:bodyPr/>
        <a:lstStyle/>
        <a:p>
          <a:endParaRPr lang="en-US"/>
        </a:p>
      </dgm:t>
    </dgm:pt>
    <dgm:pt modelId="{37DC180E-FB6D-4850-B951-2448CD6BA1EB}" type="sibTrans" cxnId="{1DB81CF8-B2F1-46DD-B5D2-5D611CC7759F}">
      <dgm:prSet/>
      <dgm:spPr/>
      <dgm:t>
        <a:bodyPr/>
        <a:lstStyle/>
        <a:p>
          <a:endParaRPr lang="en-US"/>
        </a:p>
      </dgm:t>
    </dgm:pt>
    <dgm:pt modelId="{496EB545-0894-4B0F-8936-291577F9915D}">
      <dgm:prSet/>
      <dgm:spPr/>
      <dgm:t>
        <a:bodyPr/>
        <a:lstStyle/>
        <a:p>
          <a:r>
            <a:rPr lang="en-US" dirty="0" err="1"/>
            <a:t>ACAssetType</a:t>
          </a:r>
          <a:endParaRPr lang="en-US" dirty="0"/>
        </a:p>
      </dgm:t>
    </dgm:pt>
    <dgm:pt modelId="{EF545D9D-E807-485E-998A-0A5634E6EAEC}" type="parTrans" cxnId="{CAC14864-0BA6-4CDB-A88E-772833859E4A}">
      <dgm:prSet/>
      <dgm:spPr/>
      <dgm:t>
        <a:bodyPr/>
        <a:lstStyle/>
        <a:p>
          <a:endParaRPr lang="en-US"/>
        </a:p>
      </dgm:t>
    </dgm:pt>
    <dgm:pt modelId="{476CAC9E-4E5A-4010-AC78-FFD0504BEC2F}" type="sibTrans" cxnId="{CAC14864-0BA6-4CDB-A88E-772833859E4A}">
      <dgm:prSet/>
      <dgm:spPr/>
      <dgm:t>
        <a:bodyPr/>
        <a:lstStyle/>
        <a:p>
          <a:endParaRPr lang="en-US"/>
        </a:p>
      </dgm:t>
    </dgm:pt>
    <dgm:pt modelId="{A521DE87-592D-424F-B359-261E6644A127}">
      <dgm:prSet/>
      <dgm:spPr/>
      <dgm:t>
        <a:bodyPr/>
        <a:lstStyle/>
        <a:p>
          <a:r>
            <a:rPr lang="en-US" dirty="0" err="1"/>
            <a:t>CoreComponent</a:t>
          </a:r>
          <a:endParaRPr lang="en-US" dirty="0"/>
        </a:p>
      </dgm:t>
    </dgm:pt>
    <dgm:pt modelId="{CA54F6F4-9A2D-411E-9F6F-89E21AE72543}" type="parTrans" cxnId="{186979F7-750C-4DBE-ACBE-77F29D9A6BBA}">
      <dgm:prSet/>
      <dgm:spPr/>
      <dgm:t>
        <a:bodyPr/>
        <a:lstStyle/>
        <a:p>
          <a:endParaRPr lang="en-US"/>
        </a:p>
      </dgm:t>
    </dgm:pt>
    <dgm:pt modelId="{5137215B-3E61-40D9-BA44-3ED87150D71D}" type="sibTrans" cxnId="{186979F7-750C-4DBE-ACBE-77F29D9A6BBA}">
      <dgm:prSet/>
      <dgm:spPr/>
      <dgm:t>
        <a:bodyPr/>
        <a:lstStyle/>
        <a:p>
          <a:endParaRPr lang="en-US"/>
        </a:p>
      </dgm:t>
    </dgm:pt>
    <dgm:pt modelId="{829080E2-2793-47D4-8AB2-3E71A7C02F83}">
      <dgm:prSet/>
      <dgm:spPr/>
      <dgm:t>
        <a:bodyPr/>
        <a:lstStyle/>
        <a:p>
          <a:r>
            <a:rPr lang="en-US" dirty="0"/>
            <a:t>other, asset type specific components</a:t>
          </a:r>
        </a:p>
      </dgm:t>
    </dgm:pt>
    <dgm:pt modelId="{17717102-DC23-4339-A4BD-626C0DBCE9E7}" type="parTrans" cxnId="{621C7697-1F0B-40BB-B63B-B262ED275C28}">
      <dgm:prSet/>
      <dgm:spPr/>
      <dgm:t>
        <a:bodyPr/>
        <a:lstStyle/>
        <a:p>
          <a:endParaRPr lang="en-US"/>
        </a:p>
      </dgm:t>
    </dgm:pt>
    <dgm:pt modelId="{E9E0E638-0E46-452D-A812-122B1603FC93}" type="sibTrans" cxnId="{621C7697-1F0B-40BB-B63B-B262ED275C28}">
      <dgm:prSet/>
      <dgm:spPr/>
      <dgm:t>
        <a:bodyPr/>
        <a:lstStyle/>
        <a:p>
          <a:endParaRPr lang="en-US"/>
        </a:p>
      </dgm:t>
    </dgm:pt>
    <dgm:pt modelId="{7CB9B775-851A-4061-A9DF-E60947B13BE6}">
      <dgm:prSet/>
      <dgm:spPr/>
      <dgm:t>
        <a:bodyPr/>
        <a:lstStyle/>
        <a:p>
          <a:r>
            <a:rPr lang="en-US" dirty="0"/>
            <a:t>Components</a:t>
          </a:r>
        </a:p>
      </dgm:t>
    </dgm:pt>
    <dgm:pt modelId="{D780929A-2D37-4C25-BF8A-9A0E8157996A}" type="parTrans" cxnId="{503C8454-F428-4243-AECB-265FA4B8D9BA}">
      <dgm:prSet/>
      <dgm:spPr/>
      <dgm:t>
        <a:bodyPr/>
        <a:lstStyle/>
        <a:p>
          <a:endParaRPr lang="en-US"/>
        </a:p>
      </dgm:t>
    </dgm:pt>
    <dgm:pt modelId="{88D8659E-869C-4503-8503-4E5AACA8FA3E}" type="sibTrans" cxnId="{503C8454-F428-4243-AECB-265FA4B8D9BA}">
      <dgm:prSet/>
      <dgm:spPr/>
      <dgm:t>
        <a:bodyPr/>
        <a:lstStyle/>
        <a:p>
          <a:endParaRPr lang="en-US"/>
        </a:p>
      </dgm:t>
    </dgm:pt>
    <dgm:pt modelId="{90460D4B-7138-4725-ADD6-E6EC2A7BF7EC}">
      <dgm:prSet/>
      <dgm:spPr/>
      <dgm:t>
        <a:bodyPr/>
        <a:lstStyle/>
        <a:p>
          <a:r>
            <a:rPr lang="en-US" dirty="0"/>
            <a:t>Components</a:t>
          </a:r>
        </a:p>
      </dgm:t>
    </dgm:pt>
    <dgm:pt modelId="{5CAE3443-D2EC-438E-BAA1-5E5A5619E4B8}" type="parTrans" cxnId="{C963DE92-9FFA-416E-9CBB-F1D96E4F23A2}">
      <dgm:prSet/>
      <dgm:spPr/>
      <dgm:t>
        <a:bodyPr/>
        <a:lstStyle/>
        <a:p>
          <a:endParaRPr lang="en-US"/>
        </a:p>
      </dgm:t>
    </dgm:pt>
    <dgm:pt modelId="{023AE1A4-1C73-440E-8E5B-82164B5EE816}" type="sibTrans" cxnId="{C963DE92-9FFA-416E-9CBB-F1D96E4F23A2}">
      <dgm:prSet/>
      <dgm:spPr/>
      <dgm:t>
        <a:bodyPr/>
        <a:lstStyle/>
        <a:p>
          <a:endParaRPr lang="en-US"/>
        </a:p>
      </dgm:t>
    </dgm:pt>
    <dgm:pt modelId="{C55CDAA4-0A7B-4072-9CD3-6D7896772C6F}">
      <dgm:prSet/>
      <dgm:spPr/>
      <dgm:t>
        <a:bodyPr/>
        <a:lstStyle/>
        <a:p>
          <a:r>
            <a:rPr lang="en-US" dirty="0" err="1"/>
            <a:t>ACAssetType</a:t>
          </a:r>
          <a:endParaRPr lang="en-US" dirty="0"/>
        </a:p>
      </dgm:t>
    </dgm:pt>
    <dgm:pt modelId="{CDF5DCCF-2E2A-4296-AD6C-ABE6E27E5F15}" type="parTrans" cxnId="{E1EA81ED-FE5B-4917-880A-0CA09B45A253}">
      <dgm:prSet/>
      <dgm:spPr/>
      <dgm:t>
        <a:bodyPr/>
        <a:lstStyle/>
        <a:p>
          <a:endParaRPr lang="en-US"/>
        </a:p>
      </dgm:t>
    </dgm:pt>
    <dgm:pt modelId="{12918B51-1EE7-4110-A777-AFBA2DE18C29}" type="sibTrans" cxnId="{E1EA81ED-FE5B-4917-880A-0CA09B45A253}">
      <dgm:prSet/>
      <dgm:spPr/>
      <dgm:t>
        <a:bodyPr/>
        <a:lstStyle/>
        <a:p>
          <a:endParaRPr lang="en-US"/>
        </a:p>
      </dgm:t>
    </dgm:pt>
    <dgm:pt modelId="{6503583A-94E3-47C8-8A37-17DCFD2C1B40}">
      <dgm:prSet/>
      <dgm:spPr/>
      <dgm:t>
        <a:bodyPr/>
        <a:lstStyle/>
        <a:p>
          <a:r>
            <a:rPr lang="en-US" dirty="0" err="1"/>
            <a:t>CoreComponent</a:t>
          </a:r>
          <a:endParaRPr lang="en-US" dirty="0"/>
        </a:p>
      </dgm:t>
    </dgm:pt>
    <dgm:pt modelId="{C160F51E-FCFD-4661-9B7C-39FB92B88A36}" type="parTrans" cxnId="{A4154A6D-056D-4EE4-A395-C0CF04701971}">
      <dgm:prSet/>
      <dgm:spPr/>
      <dgm:t>
        <a:bodyPr/>
        <a:lstStyle/>
        <a:p>
          <a:endParaRPr lang="en-US"/>
        </a:p>
      </dgm:t>
    </dgm:pt>
    <dgm:pt modelId="{7D0024F7-DB83-4DAB-8350-82F13C69336B}" type="sibTrans" cxnId="{A4154A6D-056D-4EE4-A395-C0CF04701971}">
      <dgm:prSet/>
      <dgm:spPr/>
      <dgm:t>
        <a:bodyPr/>
        <a:lstStyle/>
        <a:p>
          <a:endParaRPr lang="en-US"/>
        </a:p>
      </dgm:t>
    </dgm:pt>
    <dgm:pt modelId="{65F19840-B0C0-478D-8303-0247D09C817A}">
      <dgm:prSet/>
      <dgm:spPr/>
      <dgm:t>
        <a:bodyPr/>
        <a:lstStyle/>
        <a:p>
          <a:r>
            <a:rPr lang="en-US" dirty="0"/>
            <a:t>other, asset type specific components</a:t>
          </a:r>
        </a:p>
      </dgm:t>
    </dgm:pt>
    <dgm:pt modelId="{F56F0E06-DB59-4373-BCD3-1E620BE207A3}" type="parTrans" cxnId="{F0CA5A45-C6DF-48B3-8B03-B35309CE3725}">
      <dgm:prSet/>
      <dgm:spPr/>
      <dgm:t>
        <a:bodyPr/>
        <a:lstStyle/>
        <a:p>
          <a:endParaRPr lang="en-US"/>
        </a:p>
      </dgm:t>
    </dgm:pt>
    <dgm:pt modelId="{1A56BC5E-3F05-4F0F-A1D0-BB1EED387864}" type="sibTrans" cxnId="{F0CA5A45-C6DF-48B3-8B03-B35309CE3725}">
      <dgm:prSet/>
      <dgm:spPr/>
      <dgm:t>
        <a:bodyPr/>
        <a:lstStyle/>
        <a:p>
          <a:endParaRPr lang="en-US"/>
        </a:p>
      </dgm:t>
    </dgm:pt>
    <dgm:pt modelId="{78F88E26-8B8C-4948-BF99-63EA46AFCFA3}">
      <dgm:prSet/>
      <dgm:spPr/>
      <dgm:t>
        <a:bodyPr/>
        <a:lstStyle/>
        <a:p>
          <a:r>
            <a:rPr lang="en-US" dirty="0"/>
            <a:t>ACUUID</a:t>
          </a:r>
        </a:p>
      </dgm:t>
    </dgm:pt>
    <dgm:pt modelId="{98D5557D-40C2-4744-8D4F-EFF73CDEC0DD}" type="parTrans" cxnId="{B52F73A8-5A20-405E-BFC7-51B34FC95885}">
      <dgm:prSet/>
      <dgm:spPr/>
      <dgm:t>
        <a:bodyPr/>
        <a:lstStyle/>
        <a:p>
          <a:endParaRPr lang="en-US"/>
        </a:p>
      </dgm:t>
    </dgm:pt>
    <dgm:pt modelId="{5271797F-73B1-4CF2-8588-CD56DF1624E8}" type="sibTrans" cxnId="{B52F73A8-5A20-405E-BFC7-51B34FC95885}">
      <dgm:prSet/>
      <dgm:spPr/>
      <dgm:t>
        <a:bodyPr/>
        <a:lstStyle/>
        <a:p>
          <a:endParaRPr lang="en-US"/>
        </a:p>
      </dgm:t>
    </dgm:pt>
    <dgm:pt modelId="{F3AD5EC2-8CFC-44B4-84FC-1EC4053D23F7}">
      <dgm:prSet/>
      <dgm:spPr/>
      <dgm:t>
        <a:bodyPr/>
        <a:lstStyle/>
        <a:p>
          <a:r>
            <a:rPr lang="en-US" dirty="0" err="1"/>
            <a:t>ACFilepath</a:t>
          </a:r>
          <a:endParaRPr lang="en-US" dirty="0"/>
        </a:p>
      </dgm:t>
    </dgm:pt>
    <dgm:pt modelId="{26F917EA-AD29-4A3B-B14D-422A7F30E6CB}" type="parTrans" cxnId="{CED242C2-2AE2-4C7E-9544-F89712FBA7FF}">
      <dgm:prSet/>
      <dgm:spPr/>
      <dgm:t>
        <a:bodyPr/>
        <a:lstStyle/>
        <a:p>
          <a:endParaRPr lang="en-US"/>
        </a:p>
      </dgm:t>
    </dgm:pt>
    <dgm:pt modelId="{C33D2425-7930-4A96-95D5-06CBB2794C4E}" type="sibTrans" cxnId="{CED242C2-2AE2-4C7E-9544-F89712FBA7FF}">
      <dgm:prSet/>
      <dgm:spPr/>
      <dgm:t>
        <a:bodyPr/>
        <a:lstStyle/>
        <a:p>
          <a:endParaRPr lang="en-US"/>
        </a:p>
      </dgm:t>
    </dgm:pt>
    <dgm:pt modelId="{55AAB538-76C9-4018-AEB7-2E260B8A0B86}" type="pres">
      <dgm:prSet presAssocID="{7039D912-74EB-4508-A920-7B182744F6DB}" presName="Name0" presStyleCnt="0">
        <dgm:presLayoutVars>
          <dgm:dir/>
          <dgm:animLvl val="lvl"/>
          <dgm:resizeHandles val="exact"/>
        </dgm:presLayoutVars>
      </dgm:prSet>
      <dgm:spPr/>
    </dgm:pt>
    <dgm:pt modelId="{AFC8C993-07C2-474F-8C52-8858793A72F5}" type="pres">
      <dgm:prSet presAssocID="{80A0FD3E-C6A0-4AC0-BEE3-F3D680FFDAD0}" presName="composite" presStyleCnt="0"/>
      <dgm:spPr/>
    </dgm:pt>
    <dgm:pt modelId="{80F7A185-5624-45A8-89B6-2DD3BEF2A364}" type="pres">
      <dgm:prSet presAssocID="{80A0FD3E-C6A0-4AC0-BEE3-F3D680FFDAD0}" presName="parTx" presStyleLbl="alignNode1" presStyleIdx="0" presStyleCnt="4">
        <dgm:presLayoutVars>
          <dgm:chMax val="0"/>
          <dgm:chPref val="0"/>
          <dgm:bulletEnabled val="1"/>
        </dgm:presLayoutVars>
      </dgm:prSet>
      <dgm:spPr/>
    </dgm:pt>
    <dgm:pt modelId="{3116BB5E-4752-4A55-AB69-BB802C942660}" type="pres">
      <dgm:prSet presAssocID="{80A0FD3E-C6A0-4AC0-BEE3-F3D680FFDAD0}" presName="desTx" presStyleLbl="alignAccFollowNode1" presStyleIdx="0" presStyleCnt="4">
        <dgm:presLayoutVars>
          <dgm:bulletEnabled val="1"/>
        </dgm:presLayoutVars>
      </dgm:prSet>
      <dgm:spPr/>
    </dgm:pt>
    <dgm:pt modelId="{6ABD2960-DE89-4CCB-843C-A328FF933447}" type="pres">
      <dgm:prSet presAssocID="{EFC7F8D0-9924-4CF0-859E-271812450D6A}" presName="space" presStyleCnt="0"/>
      <dgm:spPr/>
    </dgm:pt>
    <dgm:pt modelId="{67FB2F7D-5D36-4DDE-887E-B41B68E5A3C4}" type="pres">
      <dgm:prSet presAssocID="{7AF5FCE1-11D6-46FB-8B9D-23C7E613916E}" presName="composite" presStyleCnt="0"/>
      <dgm:spPr/>
    </dgm:pt>
    <dgm:pt modelId="{E09129F2-95E6-4C8B-BC91-BBC3BDA85498}" type="pres">
      <dgm:prSet presAssocID="{7AF5FCE1-11D6-46FB-8B9D-23C7E613916E}" presName="parTx" presStyleLbl="alignNode1" presStyleIdx="1" presStyleCnt="4">
        <dgm:presLayoutVars>
          <dgm:chMax val="0"/>
          <dgm:chPref val="0"/>
          <dgm:bulletEnabled val="1"/>
        </dgm:presLayoutVars>
      </dgm:prSet>
      <dgm:spPr/>
    </dgm:pt>
    <dgm:pt modelId="{6418F341-AB79-40AC-B83F-0228C41F0524}" type="pres">
      <dgm:prSet presAssocID="{7AF5FCE1-11D6-46FB-8B9D-23C7E613916E}" presName="desTx" presStyleLbl="alignAccFollowNode1" presStyleIdx="1" presStyleCnt="4">
        <dgm:presLayoutVars>
          <dgm:bulletEnabled val="1"/>
        </dgm:presLayoutVars>
      </dgm:prSet>
      <dgm:spPr/>
    </dgm:pt>
    <dgm:pt modelId="{C96606E7-F1A6-47F3-9D02-18BBCF55F463}" type="pres">
      <dgm:prSet presAssocID="{C3102B43-D99C-4965-8C40-204A9F62CBC0}" presName="space" presStyleCnt="0"/>
      <dgm:spPr/>
    </dgm:pt>
    <dgm:pt modelId="{4ECD62A1-092C-411F-89EE-24B62C4157B7}" type="pres">
      <dgm:prSet presAssocID="{E53FD2FB-F572-421B-BB4D-59CD3C203DA6}" presName="composite" presStyleCnt="0"/>
      <dgm:spPr/>
    </dgm:pt>
    <dgm:pt modelId="{A97189DC-B62A-4226-BE84-683C8D0EEFD3}" type="pres">
      <dgm:prSet presAssocID="{E53FD2FB-F572-421B-BB4D-59CD3C203DA6}" presName="parTx" presStyleLbl="alignNode1" presStyleIdx="2" presStyleCnt="4">
        <dgm:presLayoutVars>
          <dgm:chMax val="0"/>
          <dgm:chPref val="0"/>
          <dgm:bulletEnabled val="1"/>
        </dgm:presLayoutVars>
      </dgm:prSet>
      <dgm:spPr/>
    </dgm:pt>
    <dgm:pt modelId="{2B7C4BE8-A646-4433-9446-B88A77065CA4}" type="pres">
      <dgm:prSet presAssocID="{E53FD2FB-F572-421B-BB4D-59CD3C203DA6}" presName="desTx" presStyleLbl="alignAccFollowNode1" presStyleIdx="2" presStyleCnt="4">
        <dgm:presLayoutVars>
          <dgm:bulletEnabled val="1"/>
        </dgm:presLayoutVars>
      </dgm:prSet>
      <dgm:spPr/>
    </dgm:pt>
    <dgm:pt modelId="{2F78D2CB-E42C-4EC3-A063-5DC1BA5D538A}" type="pres">
      <dgm:prSet presAssocID="{B316E1F1-06D1-4214-AA2E-AFE057B76A4B}" presName="space" presStyleCnt="0"/>
      <dgm:spPr/>
    </dgm:pt>
    <dgm:pt modelId="{9021C8B0-E1B6-4A4D-8439-ED451BCA4E68}" type="pres">
      <dgm:prSet presAssocID="{BA1FBE3B-C182-4377-8E40-0B3C0C1956CA}" presName="composite" presStyleCnt="0"/>
      <dgm:spPr/>
    </dgm:pt>
    <dgm:pt modelId="{18D4A536-73DC-492C-A34F-711BC80D73A7}" type="pres">
      <dgm:prSet presAssocID="{BA1FBE3B-C182-4377-8E40-0B3C0C1956CA}" presName="parTx" presStyleLbl="alignNode1" presStyleIdx="3" presStyleCnt="4">
        <dgm:presLayoutVars>
          <dgm:chMax val="0"/>
          <dgm:chPref val="0"/>
          <dgm:bulletEnabled val="1"/>
        </dgm:presLayoutVars>
      </dgm:prSet>
      <dgm:spPr/>
    </dgm:pt>
    <dgm:pt modelId="{7FD399BC-E510-491B-A043-67ACAEEF2E3C}" type="pres">
      <dgm:prSet presAssocID="{BA1FBE3B-C182-4377-8E40-0B3C0C1956CA}" presName="desTx" presStyleLbl="alignAccFollowNode1" presStyleIdx="3" presStyleCnt="4">
        <dgm:presLayoutVars>
          <dgm:bulletEnabled val="1"/>
        </dgm:presLayoutVars>
      </dgm:prSet>
      <dgm:spPr/>
    </dgm:pt>
  </dgm:ptLst>
  <dgm:cxnLst>
    <dgm:cxn modelId="{9E736601-1061-461E-A7C6-CA854179FFC7}" type="presOf" srcId="{6992C787-FC19-4B56-B86B-85751586ED68}" destId="{3116BB5E-4752-4A55-AB69-BB802C942660}" srcOrd="0" destOrd="6" presId="urn:microsoft.com/office/officeart/2005/8/layout/hList1"/>
    <dgm:cxn modelId="{7FC7E906-E056-4E64-859A-8476EDCD4365}" type="presOf" srcId="{7CB9B775-851A-4061-A9DF-E60947B13BE6}" destId="{2B7C4BE8-A646-4433-9446-B88A77065CA4}" srcOrd="0" destOrd="1" presId="urn:microsoft.com/office/officeart/2005/8/layout/hList1"/>
    <dgm:cxn modelId="{1E78A00D-9FF8-4862-A084-AC01618389EA}" srcId="{80A0FD3E-C6A0-4AC0-BEE3-F3D680FFDAD0}" destId="{6659A7E7-8158-4A6E-A471-DA323965CCE9}" srcOrd="1" destOrd="0" parTransId="{0651B8AE-3C39-4FE7-BB50-305118B07273}" sibTransId="{6D812D89-DC62-4CF9-8AB3-702740139B84}"/>
    <dgm:cxn modelId="{F463DB0E-8EA0-4B3E-BF98-6DCCC8E81944}" type="presOf" srcId="{80A0FD3E-C6A0-4AC0-BEE3-F3D680FFDAD0}" destId="{80F7A185-5624-45A8-89B6-2DD3BEF2A364}" srcOrd="0" destOrd="0" presId="urn:microsoft.com/office/officeart/2005/8/layout/hList1"/>
    <dgm:cxn modelId="{D43EE20F-EE3E-4A3B-BB12-9F8DE43FDAED}" type="presOf" srcId="{D2C01B18-E3FB-474F-95E7-05455D92D4B8}" destId="{6418F341-AB79-40AC-B83F-0228C41F0524}" srcOrd="0" destOrd="2" presId="urn:microsoft.com/office/officeart/2005/8/layout/hList1"/>
    <dgm:cxn modelId="{46134B11-0D40-41B7-824A-2F6B7E540C49}" type="presOf" srcId="{7039D912-74EB-4508-A920-7B182744F6DB}" destId="{55AAB538-76C9-4018-AEB7-2E260B8A0B86}" srcOrd="0" destOrd="0" presId="urn:microsoft.com/office/officeart/2005/8/layout/hList1"/>
    <dgm:cxn modelId="{1144D218-690B-4503-979B-D44F63A28C40}" type="presOf" srcId="{6503583A-94E3-47C8-8A37-17DCFD2C1B40}" destId="{7FD399BC-E510-491B-A043-67ACAEEF2E3C}" srcOrd="0" destOrd="5" presId="urn:microsoft.com/office/officeart/2005/8/layout/hList1"/>
    <dgm:cxn modelId="{4E60AC19-DD0A-4536-B185-C694DBC110F7}" type="presOf" srcId="{BA1FBE3B-C182-4377-8E40-0B3C0C1956CA}" destId="{18D4A536-73DC-492C-A34F-711BC80D73A7}" srcOrd="0" destOrd="0" presId="urn:microsoft.com/office/officeart/2005/8/layout/hList1"/>
    <dgm:cxn modelId="{A6F8D720-AE9E-45A3-A002-FD66255E424E}" type="presOf" srcId="{CD488F8F-4BCF-4E6E-AB7E-52B6F7DE107C}" destId="{3116BB5E-4752-4A55-AB69-BB802C942660}" srcOrd="0" destOrd="0" presId="urn:microsoft.com/office/officeart/2005/8/layout/hList1"/>
    <dgm:cxn modelId="{B4FB6B21-7771-467F-B99A-310F26F093AF}" type="presOf" srcId="{03978623-FE6E-4F91-B2D0-9F9AABA0040F}" destId="{6418F341-AB79-40AC-B83F-0228C41F0524}" srcOrd="0" destOrd="5" presId="urn:microsoft.com/office/officeart/2005/8/layout/hList1"/>
    <dgm:cxn modelId="{CA6C1B26-FBB7-4342-85C7-F5442404911A}" type="presOf" srcId="{F3AD5EC2-8CFC-44B4-84FC-1EC4053D23F7}" destId="{7FD399BC-E510-491B-A043-67ACAEEF2E3C}" srcOrd="0" destOrd="4" presId="urn:microsoft.com/office/officeart/2005/8/layout/hList1"/>
    <dgm:cxn modelId="{67253B26-93D2-4227-A902-6B76F8FE4290}" type="presOf" srcId="{2F3812DE-64E3-4474-B1D5-9435A23ED917}" destId="{2B7C4BE8-A646-4433-9446-B88A77065CA4}" srcOrd="0" destOrd="0" presId="urn:microsoft.com/office/officeart/2005/8/layout/hList1"/>
    <dgm:cxn modelId="{8D88D927-A102-426C-AA83-0B2B913EB7BF}" type="presOf" srcId="{90460D4B-7138-4725-ADD6-E6EC2A7BF7EC}" destId="{7FD399BC-E510-491B-A043-67ACAEEF2E3C}" srcOrd="0" destOrd="1" presId="urn:microsoft.com/office/officeart/2005/8/layout/hList1"/>
    <dgm:cxn modelId="{F1C3F229-E489-4B5E-8D0C-E831A502C0EF}" srcId="{6659A7E7-8158-4A6E-A471-DA323965CCE9}" destId="{F8E01428-B033-4EC5-88F3-B8113EC519CA}" srcOrd="2" destOrd="0" parTransId="{457C380B-CE0C-4872-9D79-E197AC5F6652}" sibTransId="{970C36A2-E083-4459-AF8D-EAF96CA16898}"/>
    <dgm:cxn modelId="{C304B02A-9CC1-4BD3-9A9D-36F02B10F04E}" type="presOf" srcId="{829080E2-2793-47D4-8AB2-3E71A7C02F83}" destId="{2B7C4BE8-A646-4433-9446-B88A77065CA4}" srcOrd="0" destOrd="4" presId="urn:microsoft.com/office/officeart/2005/8/layout/hList1"/>
    <dgm:cxn modelId="{51D6F12A-550C-46D0-B0B3-1CAEADD95635}" type="presOf" srcId="{A83B04DA-1E85-46F7-A926-B1713D140BCE}" destId="{7FD399BC-E510-491B-A043-67ACAEEF2E3C}" srcOrd="0" destOrd="0" presId="urn:microsoft.com/office/officeart/2005/8/layout/hList1"/>
    <dgm:cxn modelId="{A73A9D2C-C596-4800-8F79-27791977C162}" srcId="{007B146B-7043-4DA4-9872-F19B6C46FDB4}" destId="{03978623-FE6E-4F91-B2D0-9F9AABA0040F}" srcOrd="3" destOrd="0" parTransId="{4DA5677F-34FD-461D-B56A-634BB0616E93}" sibTransId="{4FAE4290-A6D8-461D-A11A-BBD725BE9157}"/>
    <dgm:cxn modelId="{E19B1832-913A-4E22-9C28-629DB7F93C5B}" type="presOf" srcId="{F8E01428-B033-4EC5-88F3-B8113EC519CA}" destId="{3116BB5E-4752-4A55-AB69-BB802C942660}" srcOrd="0" destOrd="4" presId="urn:microsoft.com/office/officeart/2005/8/layout/hList1"/>
    <dgm:cxn modelId="{A0A59932-CE58-4460-8CD0-6FB7805F17AF}" srcId="{7039D912-74EB-4508-A920-7B182744F6DB}" destId="{BA1FBE3B-C182-4377-8E40-0B3C0C1956CA}" srcOrd="3" destOrd="0" parTransId="{E30795FF-31C8-476E-809D-96D9B56B0077}" sibTransId="{597A5E4D-60FA-4710-927D-4F0900372DD4}"/>
    <dgm:cxn modelId="{8252BB38-8E22-41E9-B65D-14D24DB38772}" type="presOf" srcId="{8118D722-B82D-4483-BDDC-1B53D47D868F}" destId="{6418F341-AB79-40AC-B83F-0228C41F0524}" srcOrd="0" destOrd="0" presId="urn:microsoft.com/office/officeart/2005/8/layout/hList1"/>
    <dgm:cxn modelId="{5150B839-1C83-47F0-B34B-4EE10AD1A6B7}" type="presOf" srcId="{D91083A4-A3FF-46EE-B215-B4E06D455191}" destId="{6418F341-AB79-40AC-B83F-0228C41F0524}" srcOrd="0" destOrd="6" presId="urn:microsoft.com/office/officeart/2005/8/layout/hList1"/>
    <dgm:cxn modelId="{D20A803E-6938-4D68-A359-982984092BEE}" type="presOf" srcId="{C070E80E-8CCB-43DE-89B8-CF105FAAA75A}" destId="{3116BB5E-4752-4A55-AB69-BB802C942660}" srcOrd="0" destOrd="5" presId="urn:microsoft.com/office/officeart/2005/8/layout/hList1"/>
    <dgm:cxn modelId="{83989A3F-F98C-4560-8FDB-A9758D57D8B8}" type="presOf" srcId="{102C854C-B1C2-4A0C-88C2-398DDB93C8BB}" destId="{3116BB5E-4752-4A55-AB69-BB802C942660}" srcOrd="0" destOrd="7" presId="urn:microsoft.com/office/officeart/2005/8/layout/hList1"/>
    <dgm:cxn modelId="{9935EB3F-1AC9-4199-871A-824A4FF48E38}" srcId="{6659A7E7-8158-4A6E-A471-DA323965CCE9}" destId="{102C854C-B1C2-4A0C-88C2-398DDB93C8BB}" srcOrd="5" destOrd="0" parTransId="{8EA49D74-8884-4CF4-B0CC-99ABA20E2550}" sibTransId="{B89AA19B-3619-42A2-82EB-3EEDD51F37E3}"/>
    <dgm:cxn modelId="{8CECAF5F-DA00-4341-87E9-C2783DAE97BE}" srcId="{80A0FD3E-C6A0-4AC0-BEE3-F3D680FFDAD0}" destId="{CD488F8F-4BCF-4E6E-AB7E-52B6F7DE107C}" srcOrd="0" destOrd="0" parTransId="{42DB6BCE-A83C-467A-9D66-74C413A8A0E4}" sibTransId="{2A9BE94D-3088-43DC-B867-A5CA10F425C8}"/>
    <dgm:cxn modelId="{CAC14864-0BA6-4CDB-A88E-772833859E4A}" srcId="{7CB9B775-851A-4061-A9DF-E60947B13BE6}" destId="{496EB545-0894-4B0F-8936-291577F9915D}" srcOrd="0" destOrd="0" parTransId="{EF545D9D-E807-485E-998A-0A5634E6EAEC}" sibTransId="{476CAC9E-4E5A-4010-AC78-FFD0504BEC2F}"/>
    <dgm:cxn modelId="{F0CA5A45-C6DF-48B3-8B03-B35309CE3725}" srcId="{90460D4B-7138-4725-ADD6-E6EC2A7BF7EC}" destId="{65F19840-B0C0-478D-8303-0247D09C817A}" srcOrd="4" destOrd="0" parTransId="{F56F0E06-DB59-4373-BCD3-1E620BE207A3}" sibTransId="{1A56BC5E-3F05-4F0F-A1D0-BB1EED387864}"/>
    <dgm:cxn modelId="{9EC9E745-E4AA-4A48-86E5-A56A9D07CF18}" srcId="{007B146B-7043-4DA4-9872-F19B6C46FDB4}" destId="{4700AFBE-57B8-4F45-85FC-78D11916CE41}" srcOrd="2" destOrd="0" parTransId="{A8B03DD9-09C7-4E7B-B063-D61132B46139}" sibTransId="{15F71444-0CE4-46DA-8E0D-82349D1C5ED7}"/>
    <dgm:cxn modelId="{F4ECD369-4640-4290-8817-A810CB0A866F}" type="presOf" srcId="{007B146B-7043-4DA4-9872-F19B6C46FDB4}" destId="{6418F341-AB79-40AC-B83F-0228C41F0524}" srcOrd="0" destOrd="1" presId="urn:microsoft.com/office/officeart/2005/8/layout/hList1"/>
    <dgm:cxn modelId="{860CDD4B-2E77-49B5-AEBE-1A85A176A7C3}" type="presOf" srcId="{A521DE87-592D-424F-B359-261E6644A127}" destId="{2B7C4BE8-A646-4433-9446-B88A77065CA4}" srcOrd="0" destOrd="3" presId="urn:microsoft.com/office/officeart/2005/8/layout/hList1"/>
    <dgm:cxn modelId="{A4154A6D-056D-4EE4-A395-C0CF04701971}" srcId="{90460D4B-7138-4725-ADD6-E6EC2A7BF7EC}" destId="{6503583A-94E3-47C8-8A37-17DCFD2C1B40}" srcOrd="3" destOrd="0" parTransId="{C160F51E-FCFD-4661-9B7C-39FB92B88A36}" sibTransId="{7D0024F7-DB83-4DAB-8350-82F13C69336B}"/>
    <dgm:cxn modelId="{AD5CA36D-447E-463A-AADC-33C199AAA439}" type="presOf" srcId="{7AF5FCE1-11D6-46FB-8B9D-23C7E613916E}" destId="{E09129F2-95E6-4C8B-BC91-BBC3BDA85498}" srcOrd="0" destOrd="0" presId="urn:microsoft.com/office/officeart/2005/8/layout/hList1"/>
    <dgm:cxn modelId="{EC663551-D8A7-4060-A28A-383737E6BD65}" type="presOf" srcId="{78F88E26-8B8C-4948-BF99-63EA46AFCFA3}" destId="{7FD399BC-E510-491B-A043-67ACAEEF2E3C}" srcOrd="0" destOrd="3" presId="urn:microsoft.com/office/officeart/2005/8/layout/hList1"/>
    <dgm:cxn modelId="{503C8454-F428-4243-AECB-265FA4B8D9BA}" srcId="{E53FD2FB-F572-421B-BB4D-59CD3C203DA6}" destId="{7CB9B775-851A-4061-A9DF-E60947B13BE6}" srcOrd="1" destOrd="0" parTransId="{D780929A-2D37-4C25-BF8A-9A0E8157996A}" sibTransId="{88D8659E-869C-4503-8503-4E5AACA8FA3E}"/>
    <dgm:cxn modelId="{43275F56-BEA0-4E87-905C-8FDE7B22DBD4}" srcId="{7AF5FCE1-11D6-46FB-8B9D-23C7E613916E}" destId="{007B146B-7043-4DA4-9872-F19B6C46FDB4}" srcOrd="1" destOrd="0" parTransId="{A173CFB8-8E05-4375-B9CE-97311CD3065B}" sibTransId="{D2745B64-D5FE-4DF3-BE60-022EDD8E8D07}"/>
    <dgm:cxn modelId="{F999BF5A-9607-44EF-9295-10775E7E7CDB}" type="presOf" srcId="{ADFB65C5-7830-4D40-BD55-A77D738EBBB8}" destId="{3116BB5E-4752-4A55-AB69-BB802C942660}" srcOrd="0" destOrd="3" presId="urn:microsoft.com/office/officeart/2005/8/layout/hList1"/>
    <dgm:cxn modelId="{FE4CFB82-DF6D-4101-934E-B138BCE31401}" type="presOf" srcId="{88EF3DC1-C7EB-42FB-8165-F41505DC47A3}" destId="{3116BB5E-4752-4A55-AB69-BB802C942660}" srcOrd="0" destOrd="8" presId="urn:microsoft.com/office/officeart/2005/8/layout/hList1"/>
    <dgm:cxn modelId="{C963DE92-9FFA-416E-9CBB-F1D96E4F23A2}" srcId="{BA1FBE3B-C182-4377-8E40-0B3C0C1956CA}" destId="{90460D4B-7138-4725-ADD6-E6EC2A7BF7EC}" srcOrd="1" destOrd="0" parTransId="{5CAE3443-D2EC-438E-BAA1-5E5A5619E4B8}" sibTransId="{023AE1A4-1C73-440E-8E5B-82164B5EE816}"/>
    <dgm:cxn modelId="{0C3CCE94-2E49-48A4-A7D2-7A25FE8C8D5C}" srcId="{6659A7E7-8158-4A6E-A471-DA323965CCE9}" destId="{ADFB65C5-7830-4D40-BD55-A77D738EBBB8}" srcOrd="1" destOrd="0" parTransId="{71F75FB3-CE13-4A0F-B168-3B0584419E4E}" sibTransId="{609C675B-9312-48F0-A261-CE577E0A1C30}"/>
    <dgm:cxn modelId="{2019AC96-203D-42ED-AACA-6F3EF9470EBF}" srcId="{BA1FBE3B-C182-4377-8E40-0B3C0C1956CA}" destId="{A83B04DA-1E85-46F7-A926-B1713D140BCE}" srcOrd="0" destOrd="0" parTransId="{71DF4AE8-BB8A-4373-B1F1-E15125AF5713}" sibTransId="{CA6AAA5B-4FE6-4AD8-80F8-3402650B0FB1}"/>
    <dgm:cxn modelId="{621C7697-1F0B-40BB-B63B-B262ED275C28}" srcId="{7CB9B775-851A-4061-A9DF-E60947B13BE6}" destId="{829080E2-2793-47D4-8AB2-3E71A7C02F83}" srcOrd="2" destOrd="0" parTransId="{17717102-DC23-4339-A4BD-626C0DBCE9E7}" sibTransId="{E9E0E638-0E46-452D-A812-122B1603FC93}"/>
    <dgm:cxn modelId="{86F77799-BDB9-4411-B889-07E61E633FAC}" srcId="{E53FD2FB-F572-421B-BB4D-59CD3C203DA6}" destId="{2F3812DE-64E3-4474-B1D5-9435A23ED917}" srcOrd="0" destOrd="0" parTransId="{F852C2A1-23E1-4F41-B098-8EAC2C189ACA}" sibTransId="{B68CD15B-C645-4506-A8E5-2D86C0335B27}"/>
    <dgm:cxn modelId="{A5A6969C-93D7-437F-A7AE-83304180A89A}" type="presOf" srcId="{E53FD2FB-F572-421B-BB4D-59CD3C203DA6}" destId="{A97189DC-B62A-4226-BE84-683C8D0EEFD3}" srcOrd="0" destOrd="0" presId="urn:microsoft.com/office/officeart/2005/8/layout/hList1"/>
    <dgm:cxn modelId="{FCE95EA2-9EAD-4902-A656-CF8FCC0A08B2}" type="presOf" srcId="{65F19840-B0C0-478D-8303-0247D09C817A}" destId="{7FD399BC-E510-491B-A043-67ACAEEF2E3C}" srcOrd="0" destOrd="6" presId="urn:microsoft.com/office/officeart/2005/8/layout/hList1"/>
    <dgm:cxn modelId="{BC10DEA3-76F5-473A-AEC8-0DA8D2917C86}" type="presOf" srcId="{6659A7E7-8158-4A6E-A471-DA323965CCE9}" destId="{3116BB5E-4752-4A55-AB69-BB802C942660}" srcOrd="0" destOrd="1" presId="urn:microsoft.com/office/officeart/2005/8/layout/hList1"/>
    <dgm:cxn modelId="{B52F73A8-5A20-405E-BFC7-51B34FC95885}" srcId="{90460D4B-7138-4725-ADD6-E6EC2A7BF7EC}" destId="{78F88E26-8B8C-4948-BF99-63EA46AFCFA3}" srcOrd="1" destOrd="0" parTransId="{98D5557D-40C2-4744-8D4F-EFF73CDEC0DD}" sibTransId="{5271797F-73B1-4CF2-8588-CD56DF1624E8}"/>
    <dgm:cxn modelId="{AD8797A8-4E33-4E39-8B6B-3E1CEFD1E8AE}" type="presOf" srcId="{DB82E421-8B43-400F-B820-4E5E46890ACB}" destId="{6418F341-AB79-40AC-B83F-0228C41F0524}" srcOrd="0" destOrd="3" presId="urn:microsoft.com/office/officeart/2005/8/layout/hList1"/>
    <dgm:cxn modelId="{9FB4D4B0-DAF9-4D63-BFA5-2042F9E22DFC}" type="presOf" srcId="{4700AFBE-57B8-4F45-85FC-78D11916CE41}" destId="{6418F341-AB79-40AC-B83F-0228C41F0524}" srcOrd="0" destOrd="4" presId="urn:microsoft.com/office/officeart/2005/8/layout/hList1"/>
    <dgm:cxn modelId="{3F0E60BA-2CB3-4554-AA2D-CCC7DDF0A365}" srcId="{7039D912-74EB-4508-A920-7B182744F6DB}" destId="{80A0FD3E-C6A0-4AC0-BEE3-F3D680FFDAD0}" srcOrd="0" destOrd="0" parTransId="{154B9B54-5D30-4E28-8681-5934842B5FBB}" sibTransId="{EFC7F8D0-9924-4CF0-859E-271812450D6A}"/>
    <dgm:cxn modelId="{2D518CBB-959F-4128-BEF7-70D4BF4546B9}" srcId="{7039D912-74EB-4508-A920-7B182744F6DB}" destId="{7AF5FCE1-11D6-46FB-8B9D-23C7E613916E}" srcOrd="1" destOrd="0" parTransId="{740CD777-E294-48B6-90F3-B3CEC219F2C4}" sibTransId="{C3102B43-D99C-4965-8C40-204A9F62CBC0}"/>
    <dgm:cxn modelId="{B8BB1DBC-DCF9-45E4-A9CB-F20700E5AC91}" type="presOf" srcId="{C55CDAA4-0A7B-4072-9CD3-6D7896772C6F}" destId="{7FD399BC-E510-491B-A043-67ACAEEF2E3C}" srcOrd="0" destOrd="2" presId="urn:microsoft.com/office/officeart/2005/8/layout/hList1"/>
    <dgm:cxn modelId="{148D22BD-FB6A-484C-874B-142384834133}" srcId="{007B146B-7043-4DA4-9872-F19B6C46FDB4}" destId="{D2C01B18-E3FB-474F-95E7-05455D92D4B8}" srcOrd="0" destOrd="0" parTransId="{166E2CA8-82CF-4E76-934C-7C71BC0CDAC7}" sibTransId="{CACF65A1-3C5E-421B-891C-4717F0280A2B}"/>
    <dgm:cxn modelId="{B28B66BF-5ADA-4132-A98F-8A1708B02064}" srcId="{7AF5FCE1-11D6-46FB-8B9D-23C7E613916E}" destId="{8118D722-B82D-4483-BDDC-1B53D47D868F}" srcOrd="0" destOrd="0" parTransId="{7D59BDDC-B779-4518-9ED4-05DEF339598E}" sibTransId="{6083E495-5339-4A68-A268-849A9733BA49}"/>
    <dgm:cxn modelId="{CED242C2-2AE2-4C7E-9544-F89712FBA7FF}" srcId="{90460D4B-7138-4725-ADD6-E6EC2A7BF7EC}" destId="{F3AD5EC2-8CFC-44B4-84FC-1EC4053D23F7}" srcOrd="2" destOrd="0" parTransId="{26F917EA-AD29-4A3B-B14D-422A7F30E6CB}" sibTransId="{C33D2425-7930-4A96-95D5-06CBB2794C4E}"/>
    <dgm:cxn modelId="{A66959CA-0A49-47BE-80E8-FFFE5975A6C5}" srcId="{007B146B-7043-4DA4-9872-F19B6C46FDB4}" destId="{DB82E421-8B43-400F-B820-4E5E46890ACB}" srcOrd="1" destOrd="0" parTransId="{B3C3E713-BA38-4F09-9DB9-B14F0187D506}" sibTransId="{7330DEA7-B961-43C2-BBE9-ACA2D8ECB655}"/>
    <dgm:cxn modelId="{78C996D1-9E72-49F5-AB9C-2C2B83D0DE17}" srcId="{6659A7E7-8158-4A6E-A471-DA323965CCE9}" destId="{88EF3DC1-C7EB-42FB-8165-F41505DC47A3}" srcOrd="6" destOrd="0" parTransId="{79420B54-54CF-4606-A37C-1265DA7D9C5D}" sibTransId="{25327A15-6A41-432C-B6BA-788D84B2D7D4}"/>
    <dgm:cxn modelId="{9DCB9FE5-DD06-48A2-A44A-B1DC9C7CF1CB}" srcId="{6659A7E7-8158-4A6E-A471-DA323965CCE9}" destId="{6992C787-FC19-4B56-B86B-85751586ED68}" srcOrd="4" destOrd="0" parTransId="{A98B85C6-1E8C-4647-9359-DAA18747BAC1}" sibTransId="{EC823E0B-2B97-4EC1-87E0-FDEB74036751}"/>
    <dgm:cxn modelId="{E1EA81ED-FE5B-4917-880A-0CA09B45A253}" srcId="{90460D4B-7138-4725-ADD6-E6EC2A7BF7EC}" destId="{C55CDAA4-0A7B-4072-9CD3-6D7896772C6F}" srcOrd="0" destOrd="0" parTransId="{CDF5DCCF-2E2A-4296-AD6C-ABE6E27E5F15}" sibTransId="{12918B51-1EE7-4110-A777-AFBA2DE18C29}"/>
    <dgm:cxn modelId="{99924AF0-07D7-4D56-A77D-BBD5261EAA59}" srcId="{7039D912-74EB-4508-A920-7B182744F6DB}" destId="{E53FD2FB-F572-421B-BB4D-59CD3C203DA6}" srcOrd="2" destOrd="0" parTransId="{252CD36A-2224-4DE0-B794-720E6D43E594}" sibTransId="{B316E1F1-06D1-4214-AA2E-AFE057B76A4B}"/>
    <dgm:cxn modelId="{C39B41F2-7752-4B76-B5E3-BE83612F50B2}" srcId="{6659A7E7-8158-4A6E-A471-DA323965CCE9}" destId="{A1FD628F-B8FF-43A2-8AB5-11FF7C2A601C}" srcOrd="0" destOrd="0" parTransId="{DD71F879-133C-4350-AFBB-C943DF617CAC}" sibTransId="{04649C6A-C328-4F3F-96D0-2871A85AEF53}"/>
    <dgm:cxn modelId="{09C4ADF5-BA6B-42E9-84A6-F8030055F7A6}" srcId="{6659A7E7-8158-4A6E-A471-DA323965CCE9}" destId="{C070E80E-8CCB-43DE-89B8-CF105FAAA75A}" srcOrd="3" destOrd="0" parTransId="{262E56DF-DFA9-4BD2-90FF-3341A7E61F5C}" sibTransId="{370F6321-CF36-4FC5-86A2-292CE310564D}"/>
    <dgm:cxn modelId="{186979F7-750C-4DBE-ACBE-77F29D9A6BBA}" srcId="{7CB9B775-851A-4061-A9DF-E60947B13BE6}" destId="{A521DE87-592D-424F-B359-261E6644A127}" srcOrd="1" destOrd="0" parTransId="{CA54F6F4-9A2D-411E-9F6F-89E21AE72543}" sibTransId="{5137215B-3E61-40D9-BA44-3ED87150D71D}"/>
    <dgm:cxn modelId="{8FAFD2F7-25C1-4045-A602-B21ECD62F2DC}" type="presOf" srcId="{496EB545-0894-4B0F-8936-291577F9915D}" destId="{2B7C4BE8-A646-4433-9446-B88A77065CA4}" srcOrd="0" destOrd="2" presId="urn:microsoft.com/office/officeart/2005/8/layout/hList1"/>
    <dgm:cxn modelId="{1DB81CF8-B2F1-46DD-B5D2-5D611CC7759F}" srcId="{007B146B-7043-4DA4-9872-F19B6C46FDB4}" destId="{D91083A4-A3FF-46EE-B215-B4E06D455191}" srcOrd="4" destOrd="0" parTransId="{8C4A6C73-96FC-43DA-AE13-5EFF209D857E}" sibTransId="{37DC180E-FB6D-4850-B951-2448CD6BA1EB}"/>
    <dgm:cxn modelId="{1BA7C3FF-3DE1-46B2-AAD4-D094C818E8AA}" type="presOf" srcId="{A1FD628F-B8FF-43A2-8AB5-11FF7C2A601C}" destId="{3116BB5E-4752-4A55-AB69-BB802C942660}" srcOrd="0" destOrd="2" presId="urn:microsoft.com/office/officeart/2005/8/layout/hList1"/>
    <dgm:cxn modelId="{7D6038F7-626A-4C59-994C-7BCA9C4061D5}" type="presParOf" srcId="{55AAB538-76C9-4018-AEB7-2E260B8A0B86}" destId="{AFC8C993-07C2-474F-8C52-8858793A72F5}" srcOrd="0" destOrd="0" presId="urn:microsoft.com/office/officeart/2005/8/layout/hList1"/>
    <dgm:cxn modelId="{8288CDF0-A98E-4B41-A9D6-F2F2F729B220}" type="presParOf" srcId="{AFC8C993-07C2-474F-8C52-8858793A72F5}" destId="{80F7A185-5624-45A8-89B6-2DD3BEF2A364}" srcOrd="0" destOrd="0" presId="urn:microsoft.com/office/officeart/2005/8/layout/hList1"/>
    <dgm:cxn modelId="{0BBDF4E4-40F4-480E-B52E-68180EFE49B0}" type="presParOf" srcId="{AFC8C993-07C2-474F-8C52-8858793A72F5}" destId="{3116BB5E-4752-4A55-AB69-BB802C942660}" srcOrd="1" destOrd="0" presId="urn:microsoft.com/office/officeart/2005/8/layout/hList1"/>
    <dgm:cxn modelId="{FA45DD6E-81CE-43AD-AD21-259E155A1E49}" type="presParOf" srcId="{55AAB538-76C9-4018-AEB7-2E260B8A0B86}" destId="{6ABD2960-DE89-4CCB-843C-A328FF933447}" srcOrd="1" destOrd="0" presId="urn:microsoft.com/office/officeart/2005/8/layout/hList1"/>
    <dgm:cxn modelId="{C55ED999-8B86-4758-8766-CB9A77E5932A}" type="presParOf" srcId="{55AAB538-76C9-4018-AEB7-2E260B8A0B86}" destId="{67FB2F7D-5D36-4DDE-887E-B41B68E5A3C4}" srcOrd="2" destOrd="0" presId="urn:microsoft.com/office/officeart/2005/8/layout/hList1"/>
    <dgm:cxn modelId="{EF79360D-305B-4240-8937-EBD0CBFFCB22}" type="presParOf" srcId="{67FB2F7D-5D36-4DDE-887E-B41B68E5A3C4}" destId="{E09129F2-95E6-4C8B-BC91-BBC3BDA85498}" srcOrd="0" destOrd="0" presId="urn:microsoft.com/office/officeart/2005/8/layout/hList1"/>
    <dgm:cxn modelId="{292CBED7-114C-465B-908A-D68B2C75E414}" type="presParOf" srcId="{67FB2F7D-5D36-4DDE-887E-B41B68E5A3C4}" destId="{6418F341-AB79-40AC-B83F-0228C41F0524}" srcOrd="1" destOrd="0" presId="urn:microsoft.com/office/officeart/2005/8/layout/hList1"/>
    <dgm:cxn modelId="{97701D75-C442-4312-89C3-AFE927DEA970}" type="presParOf" srcId="{55AAB538-76C9-4018-AEB7-2E260B8A0B86}" destId="{C96606E7-F1A6-47F3-9D02-18BBCF55F463}" srcOrd="3" destOrd="0" presId="urn:microsoft.com/office/officeart/2005/8/layout/hList1"/>
    <dgm:cxn modelId="{C1A21B5B-0137-4D3C-A763-FDF911525252}" type="presParOf" srcId="{55AAB538-76C9-4018-AEB7-2E260B8A0B86}" destId="{4ECD62A1-092C-411F-89EE-24B62C4157B7}" srcOrd="4" destOrd="0" presId="urn:microsoft.com/office/officeart/2005/8/layout/hList1"/>
    <dgm:cxn modelId="{570A8DC0-0855-41ED-AA84-D88004A688BD}" type="presParOf" srcId="{4ECD62A1-092C-411F-89EE-24B62C4157B7}" destId="{A97189DC-B62A-4226-BE84-683C8D0EEFD3}" srcOrd="0" destOrd="0" presId="urn:microsoft.com/office/officeart/2005/8/layout/hList1"/>
    <dgm:cxn modelId="{C8CDBE68-180B-420C-8A30-0B4446EA58AD}" type="presParOf" srcId="{4ECD62A1-092C-411F-89EE-24B62C4157B7}" destId="{2B7C4BE8-A646-4433-9446-B88A77065CA4}" srcOrd="1" destOrd="0" presId="urn:microsoft.com/office/officeart/2005/8/layout/hList1"/>
    <dgm:cxn modelId="{ED1B88D0-B359-4EA8-82FB-C43D32780195}" type="presParOf" srcId="{55AAB538-76C9-4018-AEB7-2E260B8A0B86}" destId="{2F78D2CB-E42C-4EC3-A063-5DC1BA5D538A}" srcOrd="5" destOrd="0" presId="urn:microsoft.com/office/officeart/2005/8/layout/hList1"/>
    <dgm:cxn modelId="{C652C41F-E8EC-41A7-B34F-1A0CBD86B61B}" type="presParOf" srcId="{55AAB538-76C9-4018-AEB7-2E260B8A0B86}" destId="{9021C8B0-E1B6-4A4D-8439-ED451BCA4E68}" srcOrd="6" destOrd="0" presId="urn:microsoft.com/office/officeart/2005/8/layout/hList1"/>
    <dgm:cxn modelId="{E39EA8AA-18D9-4FB3-80C0-F8A6619B837F}" type="presParOf" srcId="{9021C8B0-E1B6-4A4D-8439-ED451BCA4E68}" destId="{18D4A536-73DC-492C-A34F-711BC80D73A7}" srcOrd="0" destOrd="0" presId="urn:microsoft.com/office/officeart/2005/8/layout/hList1"/>
    <dgm:cxn modelId="{1DBB38BF-B59C-4746-9D56-2FB9156FE227}" type="presParOf" srcId="{9021C8B0-E1B6-4A4D-8439-ED451BCA4E68}" destId="{7FD399BC-E510-491B-A043-67ACAEEF2E3C}" srcOrd="1" destOrd="0" presId="urn:microsoft.com/office/officeart/2005/8/layout/hList1"/>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3.xml><?xml version="1.0" encoding="utf-8"?>
<dgm:dataModel xmlns:dgm="http://schemas.openxmlformats.org/drawingml/2006/diagram" xmlns:a="http://schemas.openxmlformats.org/drawingml/2006/main">
  <dgm:ptLst>
    <dgm:pt modelId="{5D5107A6-06DE-4AE5-9784-A9F467325ECC}" type="doc">
      <dgm:prSet loTypeId="urn:microsoft.com/office/officeart/2005/8/layout/hierarchy1" loCatId="hierarchy" qsTypeId="urn:microsoft.com/office/officeart/2005/8/quickstyle/simple1" qsCatId="simple" csTypeId="urn:microsoft.com/office/officeart/2005/8/colors/accent1_2" csCatId="accent1" phldr="1"/>
      <dgm:spPr/>
      <dgm:t>
        <a:bodyPr/>
        <a:lstStyle/>
        <a:p>
          <a:endParaRPr lang="en-US"/>
        </a:p>
      </dgm:t>
    </dgm:pt>
    <dgm:pt modelId="{FCB33192-EBCB-416B-BEBD-1CDD8D200D2D}">
      <dgm:prSet phldrT="[Tekst]">
        <dgm:style>
          <a:lnRef idx="2">
            <a:schemeClr val="accent4"/>
          </a:lnRef>
          <a:fillRef idx="1">
            <a:schemeClr val="lt1"/>
          </a:fillRef>
          <a:effectRef idx="0">
            <a:schemeClr val="accent4"/>
          </a:effectRef>
          <a:fontRef idx="minor">
            <a:schemeClr val="dk1"/>
          </a:fontRef>
        </dgm:style>
      </dgm:prSet>
      <dgm:spPr/>
      <dgm:t>
        <a:bodyPr/>
        <a:lstStyle/>
        <a:p>
          <a:r>
            <a:rPr lang="en-US" dirty="0" err="1"/>
            <a:t>SkinnedModel</a:t>
          </a:r>
          <a:endParaRPr lang="en-US" dirty="0"/>
        </a:p>
      </dgm:t>
    </dgm:pt>
    <dgm:pt modelId="{A0A3BCAA-82AB-4D2C-9BDC-1AB466864EF7}" type="parTrans" cxnId="{1C5CBCF6-1CF7-408F-B0BC-3416C3FA2A0F}">
      <dgm:prSet/>
      <dgm:spPr/>
      <dgm:t>
        <a:bodyPr/>
        <a:lstStyle/>
        <a:p>
          <a:endParaRPr lang="en-US"/>
        </a:p>
      </dgm:t>
    </dgm:pt>
    <dgm:pt modelId="{1E4622A3-C0ED-450D-8861-F1685AAB13A6}" type="sibTrans" cxnId="{1C5CBCF6-1CF7-408F-B0BC-3416C3FA2A0F}">
      <dgm:prSet/>
      <dgm:spPr/>
      <dgm:t>
        <a:bodyPr/>
        <a:lstStyle/>
        <a:p>
          <a:endParaRPr lang="en-US"/>
        </a:p>
      </dgm:t>
    </dgm:pt>
    <dgm:pt modelId="{BDC3F700-7CF0-4CEA-99AE-D33BD02D2F39}">
      <dgm:prSet phldrT="[Tekst]">
        <dgm:style>
          <a:lnRef idx="2">
            <a:schemeClr val="accent3"/>
          </a:lnRef>
          <a:fillRef idx="1">
            <a:schemeClr val="lt1"/>
          </a:fillRef>
          <a:effectRef idx="0">
            <a:schemeClr val="accent3"/>
          </a:effectRef>
          <a:fontRef idx="minor">
            <a:schemeClr val="dk1"/>
          </a:fontRef>
        </dgm:style>
      </dgm:prSet>
      <dgm:spPr/>
      <dgm:t>
        <a:bodyPr/>
        <a:lstStyle/>
        <a:p>
          <a:r>
            <a:rPr lang="en-US" dirty="0"/>
            <a:t>Model</a:t>
          </a:r>
        </a:p>
      </dgm:t>
    </dgm:pt>
    <dgm:pt modelId="{E44FFE0C-9B73-476D-BA7B-664B7CACA43E}" type="parTrans" cxnId="{773657DF-C611-4D43-A6C0-B058A969BA61}">
      <dgm:prSet/>
      <dgm:spPr/>
      <dgm:t>
        <a:bodyPr/>
        <a:lstStyle/>
        <a:p>
          <a:endParaRPr lang="en-US"/>
        </a:p>
      </dgm:t>
    </dgm:pt>
    <dgm:pt modelId="{D75DBA7C-659E-4C1C-A3F4-F07422FC45DB}" type="sibTrans" cxnId="{773657DF-C611-4D43-A6C0-B058A969BA61}">
      <dgm:prSet/>
      <dgm:spPr/>
      <dgm:t>
        <a:bodyPr/>
        <a:lstStyle/>
        <a:p>
          <a:endParaRPr lang="en-US"/>
        </a:p>
      </dgm:t>
    </dgm:pt>
    <dgm:pt modelId="{F76AC7A7-178C-4A6B-B267-1EBDCD576BC7}">
      <dgm:prSet phldrT="[Tekst]">
        <dgm:style>
          <a:lnRef idx="2">
            <a:schemeClr val="accent3"/>
          </a:lnRef>
          <a:fillRef idx="1">
            <a:schemeClr val="lt1"/>
          </a:fillRef>
          <a:effectRef idx="0">
            <a:schemeClr val="accent3"/>
          </a:effectRef>
          <a:fontRef idx="minor">
            <a:schemeClr val="dk1"/>
          </a:fontRef>
        </dgm:style>
      </dgm:prSet>
      <dgm:spPr/>
      <dgm:t>
        <a:bodyPr/>
        <a:lstStyle/>
        <a:p>
          <a:r>
            <a:rPr lang="en-US" dirty="0" err="1"/>
            <a:t>RenderMesh</a:t>
          </a:r>
          <a:endParaRPr lang="en-US" dirty="0"/>
        </a:p>
      </dgm:t>
    </dgm:pt>
    <dgm:pt modelId="{8ECDE7E6-B07C-45AD-90E3-7AD03D0309FA}" type="parTrans" cxnId="{6294A2F9-A3E0-4EA7-BB52-8247C4978AD5}">
      <dgm:prSet/>
      <dgm:spPr/>
      <dgm:t>
        <a:bodyPr/>
        <a:lstStyle/>
        <a:p>
          <a:endParaRPr lang="en-US"/>
        </a:p>
      </dgm:t>
    </dgm:pt>
    <dgm:pt modelId="{2C1D2A9E-CDE5-42B6-9833-717E1969E730}" type="sibTrans" cxnId="{6294A2F9-A3E0-4EA7-BB52-8247C4978AD5}">
      <dgm:prSet/>
      <dgm:spPr/>
      <dgm:t>
        <a:bodyPr/>
        <a:lstStyle/>
        <a:p>
          <a:endParaRPr lang="en-US"/>
        </a:p>
      </dgm:t>
    </dgm:pt>
    <dgm:pt modelId="{1D0CE89A-2809-4159-958F-109BF23D4CBB}">
      <dgm:prSet phldrT="[Tekst]">
        <dgm:style>
          <a:lnRef idx="2">
            <a:schemeClr val="accent3"/>
          </a:lnRef>
          <a:fillRef idx="1">
            <a:schemeClr val="lt1"/>
          </a:fillRef>
          <a:effectRef idx="0">
            <a:schemeClr val="accent3"/>
          </a:effectRef>
          <a:fontRef idx="minor">
            <a:schemeClr val="dk1"/>
          </a:fontRef>
        </dgm:style>
      </dgm:prSet>
      <dgm:spPr/>
      <dgm:t>
        <a:bodyPr/>
        <a:lstStyle/>
        <a:p>
          <a:r>
            <a:rPr lang="en-US" dirty="0"/>
            <a:t>Mesh</a:t>
          </a:r>
        </a:p>
      </dgm:t>
    </dgm:pt>
    <dgm:pt modelId="{C164536C-D5CB-4C3C-ADFD-4278EB740813}" type="parTrans" cxnId="{CBF23267-65DA-4A1E-B9A7-1B7813BE4BEA}">
      <dgm:prSet/>
      <dgm:spPr/>
      <dgm:t>
        <a:bodyPr/>
        <a:lstStyle/>
        <a:p>
          <a:endParaRPr lang="en-US"/>
        </a:p>
      </dgm:t>
    </dgm:pt>
    <dgm:pt modelId="{A7D0C6F8-773A-4E12-8D1A-C455D0E728E5}" type="sibTrans" cxnId="{CBF23267-65DA-4A1E-B9A7-1B7813BE4BEA}">
      <dgm:prSet/>
      <dgm:spPr/>
      <dgm:t>
        <a:bodyPr/>
        <a:lstStyle/>
        <a:p>
          <a:endParaRPr lang="en-US"/>
        </a:p>
      </dgm:t>
    </dgm:pt>
    <dgm:pt modelId="{99262808-FF76-455C-BC9A-5A5C634F2543}">
      <dgm:prSet phldrT="[Tekst]">
        <dgm:style>
          <a:lnRef idx="2">
            <a:schemeClr val="accent4"/>
          </a:lnRef>
          <a:fillRef idx="1">
            <a:schemeClr val="lt1"/>
          </a:fillRef>
          <a:effectRef idx="0">
            <a:schemeClr val="accent4"/>
          </a:effectRef>
          <a:fontRef idx="minor">
            <a:schemeClr val="dk1"/>
          </a:fontRef>
        </dgm:style>
      </dgm:prSet>
      <dgm:spPr/>
      <dgm:t>
        <a:bodyPr/>
        <a:lstStyle/>
        <a:p>
          <a:r>
            <a:rPr lang="en-US" dirty="0"/>
            <a:t>Skeleton</a:t>
          </a:r>
        </a:p>
      </dgm:t>
    </dgm:pt>
    <dgm:pt modelId="{0CDD12DB-C801-4567-B5EF-2AA28ED014C9}" type="parTrans" cxnId="{36AE138C-443C-4F0D-AF22-9FF6D2037A98}">
      <dgm:prSet/>
      <dgm:spPr/>
      <dgm:t>
        <a:bodyPr/>
        <a:lstStyle/>
        <a:p>
          <a:endParaRPr lang="en-US"/>
        </a:p>
      </dgm:t>
    </dgm:pt>
    <dgm:pt modelId="{D792EE34-F109-43A6-8A4B-B8A0C8CF7A9D}" type="sibTrans" cxnId="{36AE138C-443C-4F0D-AF22-9FF6D2037A98}">
      <dgm:prSet/>
      <dgm:spPr/>
      <dgm:t>
        <a:bodyPr/>
        <a:lstStyle/>
        <a:p>
          <a:endParaRPr lang="en-US"/>
        </a:p>
      </dgm:t>
    </dgm:pt>
    <dgm:pt modelId="{015740AC-1B73-44FB-8F94-A7D0AD2EE8AD}">
      <dgm:prSet phldrT="[Tekst]">
        <dgm:style>
          <a:lnRef idx="2">
            <a:schemeClr val="accent5"/>
          </a:lnRef>
          <a:fillRef idx="1">
            <a:schemeClr val="lt1"/>
          </a:fillRef>
          <a:effectRef idx="0">
            <a:schemeClr val="accent5"/>
          </a:effectRef>
          <a:fontRef idx="minor">
            <a:schemeClr val="dk1"/>
          </a:fontRef>
        </dgm:style>
      </dgm:prSet>
      <dgm:spPr/>
      <dgm:t>
        <a:bodyPr/>
        <a:lstStyle/>
        <a:p>
          <a:r>
            <a:rPr lang="en-US" dirty="0"/>
            <a:t>Material</a:t>
          </a:r>
        </a:p>
      </dgm:t>
    </dgm:pt>
    <dgm:pt modelId="{BEB2E708-F845-48AB-9151-76BD7EDDE312}" type="parTrans" cxnId="{CEF3A1FD-37B5-496F-950B-2CD74D62A520}">
      <dgm:prSet/>
      <dgm:spPr/>
      <dgm:t>
        <a:bodyPr/>
        <a:lstStyle/>
        <a:p>
          <a:endParaRPr lang="en-US"/>
        </a:p>
      </dgm:t>
    </dgm:pt>
    <dgm:pt modelId="{A21A39A1-B4DD-40E1-BECC-EAE338C618C4}" type="sibTrans" cxnId="{CEF3A1FD-37B5-496F-950B-2CD74D62A520}">
      <dgm:prSet/>
      <dgm:spPr/>
      <dgm:t>
        <a:bodyPr/>
        <a:lstStyle/>
        <a:p>
          <a:endParaRPr lang="en-US"/>
        </a:p>
      </dgm:t>
    </dgm:pt>
    <dgm:pt modelId="{E7F314B9-C45B-4212-AC8B-E164F6EABD42}">
      <dgm:prSet phldrT="[Tekst]">
        <dgm:style>
          <a:lnRef idx="2">
            <a:schemeClr val="accent1"/>
          </a:lnRef>
          <a:fillRef idx="1">
            <a:schemeClr val="lt1"/>
          </a:fillRef>
          <a:effectRef idx="0">
            <a:schemeClr val="accent1"/>
          </a:effectRef>
          <a:fontRef idx="minor">
            <a:schemeClr val="dk1"/>
          </a:fontRef>
        </dgm:style>
      </dgm:prSet>
      <dgm:spPr/>
      <dgm:t>
        <a:bodyPr/>
        <a:lstStyle/>
        <a:p>
          <a:r>
            <a:rPr lang="en-US" dirty="0"/>
            <a:t>Texture</a:t>
          </a:r>
        </a:p>
      </dgm:t>
    </dgm:pt>
    <dgm:pt modelId="{2F5EEAA6-E865-43CD-8A16-2E23835E1848}" type="parTrans" cxnId="{9B805CF2-4C1C-4E61-9F1C-EA31D75BD0A9}">
      <dgm:prSet/>
      <dgm:spPr/>
      <dgm:t>
        <a:bodyPr/>
        <a:lstStyle/>
        <a:p>
          <a:endParaRPr lang="en-US"/>
        </a:p>
      </dgm:t>
    </dgm:pt>
    <dgm:pt modelId="{296721B5-DD9D-4EA7-BE57-BDCB2B9788FA}" type="sibTrans" cxnId="{9B805CF2-4C1C-4E61-9F1C-EA31D75BD0A9}">
      <dgm:prSet/>
      <dgm:spPr/>
      <dgm:t>
        <a:bodyPr/>
        <a:lstStyle/>
        <a:p>
          <a:endParaRPr lang="en-US"/>
        </a:p>
      </dgm:t>
    </dgm:pt>
    <dgm:pt modelId="{94F30E61-D432-4702-A9D2-467894148CED}">
      <dgm:prSet phldrT="[Tekst]">
        <dgm:style>
          <a:lnRef idx="2">
            <a:schemeClr val="accent5"/>
          </a:lnRef>
          <a:fillRef idx="1">
            <a:schemeClr val="lt1"/>
          </a:fillRef>
          <a:effectRef idx="0">
            <a:schemeClr val="accent5"/>
          </a:effectRef>
          <a:fontRef idx="minor">
            <a:schemeClr val="dk1"/>
          </a:fontRef>
        </dgm:style>
      </dgm:prSet>
      <dgm:spPr/>
      <dgm:t>
        <a:bodyPr/>
        <a:lstStyle/>
        <a:p>
          <a:r>
            <a:rPr lang="en-US" dirty="0" err="1"/>
            <a:t>ShadingModel</a:t>
          </a:r>
          <a:endParaRPr lang="en-US" dirty="0"/>
        </a:p>
      </dgm:t>
    </dgm:pt>
    <dgm:pt modelId="{0239192E-84C4-481F-A95D-4882D228075F}" type="parTrans" cxnId="{1A284E0E-A68C-4958-A1B3-CFC2838D5624}">
      <dgm:prSet/>
      <dgm:spPr/>
      <dgm:t>
        <a:bodyPr/>
        <a:lstStyle/>
        <a:p>
          <a:endParaRPr lang="en-US"/>
        </a:p>
      </dgm:t>
    </dgm:pt>
    <dgm:pt modelId="{41104DEE-8DB0-4C82-A594-15E849B5A05B}" type="sibTrans" cxnId="{1A284E0E-A68C-4958-A1B3-CFC2838D5624}">
      <dgm:prSet/>
      <dgm:spPr/>
      <dgm:t>
        <a:bodyPr/>
        <a:lstStyle/>
        <a:p>
          <a:endParaRPr lang="en-US"/>
        </a:p>
      </dgm:t>
    </dgm:pt>
    <dgm:pt modelId="{08FA669A-CCC1-4F7E-8991-E48492D72C08}">
      <dgm:prSet phldrT="[Tekst]">
        <dgm:style>
          <a:lnRef idx="2">
            <a:schemeClr val="accent5"/>
          </a:lnRef>
          <a:fillRef idx="1">
            <a:schemeClr val="lt1"/>
          </a:fillRef>
          <a:effectRef idx="0">
            <a:schemeClr val="accent5"/>
          </a:effectRef>
          <a:fontRef idx="minor">
            <a:schemeClr val="dk1"/>
          </a:fontRef>
        </dgm:style>
      </dgm:prSet>
      <dgm:spPr/>
      <dgm:t>
        <a:bodyPr/>
        <a:lstStyle/>
        <a:p>
          <a:r>
            <a:rPr lang="en-US" dirty="0"/>
            <a:t>Shader</a:t>
          </a:r>
        </a:p>
      </dgm:t>
    </dgm:pt>
    <dgm:pt modelId="{2BBE33DB-E1B2-4C3E-AC78-3A494F375A77}" type="parTrans" cxnId="{B933765E-1D09-4FE7-95A1-89B363109E41}">
      <dgm:prSet/>
      <dgm:spPr/>
      <dgm:t>
        <a:bodyPr/>
        <a:lstStyle/>
        <a:p>
          <a:endParaRPr lang="en-US"/>
        </a:p>
      </dgm:t>
    </dgm:pt>
    <dgm:pt modelId="{7D6F0546-FA7D-4608-8889-C62D6B6EBC9B}" type="sibTrans" cxnId="{B933765E-1D09-4FE7-95A1-89B363109E41}">
      <dgm:prSet/>
      <dgm:spPr/>
      <dgm:t>
        <a:bodyPr/>
        <a:lstStyle/>
        <a:p>
          <a:endParaRPr lang="en-US"/>
        </a:p>
      </dgm:t>
    </dgm:pt>
    <dgm:pt modelId="{4E2621E8-4A3F-4DC1-8479-2C09C03EAC01}" type="pres">
      <dgm:prSet presAssocID="{5D5107A6-06DE-4AE5-9784-A9F467325ECC}" presName="hierChild1" presStyleCnt="0">
        <dgm:presLayoutVars>
          <dgm:chPref val="1"/>
          <dgm:dir/>
          <dgm:animOne val="branch"/>
          <dgm:animLvl val="lvl"/>
          <dgm:resizeHandles/>
        </dgm:presLayoutVars>
      </dgm:prSet>
      <dgm:spPr/>
    </dgm:pt>
    <dgm:pt modelId="{3EB5122C-974E-4328-AAB2-A8FE6B3FFB12}" type="pres">
      <dgm:prSet presAssocID="{FCB33192-EBCB-416B-BEBD-1CDD8D200D2D}" presName="hierRoot1" presStyleCnt="0"/>
      <dgm:spPr/>
    </dgm:pt>
    <dgm:pt modelId="{B6781859-715F-4187-BB7E-DCDA26DC07B1}" type="pres">
      <dgm:prSet presAssocID="{FCB33192-EBCB-416B-BEBD-1CDD8D200D2D}" presName="composite" presStyleCnt="0"/>
      <dgm:spPr/>
    </dgm:pt>
    <dgm:pt modelId="{17822D73-C9FF-4119-81A3-D0A29AA0054B}" type="pres">
      <dgm:prSet presAssocID="{FCB33192-EBCB-416B-BEBD-1CDD8D200D2D}" presName="background" presStyleLbl="node0" presStyleIdx="0" presStyleCnt="1">
        <dgm:style>
          <a:lnRef idx="3">
            <a:schemeClr val="lt1"/>
          </a:lnRef>
          <a:fillRef idx="1">
            <a:schemeClr val="accent4"/>
          </a:fillRef>
          <a:effectRef idx="1">
            <a:schemeClr val="accent4"/>
          </a:effectRef>
          <a:fontRef idx="minor">
            <a:schemeClr val="lt1"/>
          </a:fontRef>
        </dgm:style>
      </dgm:prSet>
      <dgm:spPr/>
    </dgm:pt>
    <dgm:pt modelId="{C4E8A223-6C98-4339-8B58-B5E1472AA11D}" type="pres">
      <dgm:prSet presAssocID="{FCB33192-EBCB-416B-BEBD-1CDD8D200D2D}" presName="text" presStyleLbl="fgAcc0" presStyleIdx="0" presStyleCnt="1">
        <dgm:presLayoutVars>
          <dgm:chPref val="3"/>
        </dgm:presLayoutVars>
      </dgm:prSet>
      <dgm:spPr/>
    </dgm:pt>
    <dgm:pt modelId="{518DCEF4-363C-4A22-8711-A417B6C6945E}" type="pres">
      <dgm:prSet presAssocID="{FCB33192-EBCB-416B-BEBD-1CDD8D200D2D}" presName="hierChild2" presStyleCnt="0"/>
      <dgm:spPr/>
    </dgm:pt>
    <dgm:pt modelId="{1435CB25-F52C-4064-B83F-C6B04272BBB8}" type="pres">
      <dgm:prSet presAssocID="{E44FFE0C-9B73-476D-BA7B-664B7CACA43E}" presName="Name10" presStyleLbl="parChTrans1D2" presStyleIdx="0" presStyleCnt="2"/>
      <dgm:spPr/>
    </dgm:pt>
    <dgm:pt modelId="{D221D252-8389-44F1-B98A-9175250C1880}" type="pres">
      <dgm:prSet presAssocID="{BDC3F700-7CF0-4CEA-99AE-D33BD02D2F39}" presName="hierRoot2" presStyleCnt="0"/>
      <dgm:spPr/>
    </dgm:pt>
    <dgm:pt modelId="{E4C27EBB-E761-4305-A3C1-FCB798331954}" type="pres">
      <dgm:prSet presAssocID="{BDC3F700-7CF0-4CEA-99AE-D33BD02D2F39}" presName="composite2" presStyleCnt="0"/>
      <dgm:spPr/>
    </dgm:pt>
    <dgm:pt modelId="{1B49E916-50D0-48A7-890E-EAC9FEB64BD0}" type="pres">
      <dgm:prSet presAssocID="{BDC3F700-7CF0-4CEA-99AE-D33BD02D2F39}" presName="background2" presStyleLbl="node2" presStyleIdx="0" presStyleCnt="2">
        <dgm:style>
          <a:lnRef idx="3">
            <a:schemeClr val="lt1"/>
          </a:lnRef>
          <a:fillRef idx="1">
            <a:schemeClr val="accent3"/>
          </a:fillRef>
          <a:effectRef idx="1">
            <a:schemeClr val="accent3"/>
          </a:effectRef>
          <a:fontRef idx="minor">
            <a:schemeClr val="lt1"/>
          </a:fontRef>
        </dgm:style>
      </dgm:prSet>
      <dgm:spPr/>
    </dgm:pt>
    <dgm:pt modelId="{324F3F61-EC5B-4952-A774-8E2BDC530060}" type="pres">
      <dgm:prSet presAssocID="{BDC3F700-7CF0-4CEA-99AE-D33BD02D2F39}" presName="text2" presStyleLbl="fgAcc2" presStyleIdx="0" presStyleCnt="2">
        <dgm:presLayoutVars>
          <dgm:chPref val="3"/>
        </dgm:presLayoutVars>
      </dgm:prSet>
      <dgm:spPr/>
    </dgm:pt>
    <dgm:pt modelId="{839BBC38-8B85-4F5D-8B9D-63F954F65D65}" type="pres">
      <dgm:prSet presAssocID="{BDC3F700-7CF0-4CEA-99AE-D33BD02D2F39}" presName="hierChild3" presStyleCnt="0"/>
      <dgm:spPr/>
    </dgm:pt>
    <dgm:pt modelId="{DCFA54B5-716F-4E7B-B65B-0A4862F4271F}" type="pres">
      <dgm:prSet presAssocID="{8ECDE7E6-B07C-45AD-90E3-7AD03D0309FA}" presName="Name17" presStyleLbl="parChTrans1D3" presStyleIdx="0" presStyleCnt="1"/>
      <dgm:spPr/>
    </dgm:pt>
    <dgm:pt modelId="{34CDE6AC-2338-4FB1-AD6F-C1B561967304}" type="pres">
      <dgm:prSet presAssocID="{F76AC7A7-178C-4A6B-B267-1EBDCD576BC7}" presName="hierRoot3" presStyleCnt="0"/>
      <dgm:spPr/>
    </dgm:pt>
    <dgm:pt modelId="{F1AC6A11-DA7F-4423-AF03-A23EB13F905C}" type="pres">
      <dgm:prSet presAssocID="{F76AC7A7-178C-4A6B-B267-1EBDCD576BC7}" presName="composite3" presStyleCnt="0"/>
      <dgm:spPr/>
    </dgm:pt>
    <dgm:pt modelId="{5CBD9D35-9BCF-47DD-A607-6B2D13F5E630}" type="pres">
      <dgm:prSet presAssocID="{F76AC7A7-178C-4A6B-B267-1EBDCD576BC7}" presName="background3" presStyleLbl="node3" presStyleIdx="0" presStyleCnt="1">
        <dgm:style>
          <a:lnRef idx="3">
            <a:schemeClr val="lt1"/>
          </a:lnRef>
          <a:fillRef idx="1">
            <a:schemeClr val="accent3"/>
          </a:fillRef>
          <a:effectRef idx="1">
            <a:schemeClr val="accent3"/>
          </a:effectRef>
          <a:fontRef idx="minor">
            <a:schemeClr val="lt1"/>
          </a:fontRef>
        </dgm:style>
      </dgm:prSet>
      <dgm:spPr/>
    </dgm:pt>
    <dgm:pt modelId="{45F8DB15-F618-4358-8FF9-3A98F8B86781}" type="pres">
      <dgm:prSet presAssocID="{F76AC7A7-178C-4A6B-B267-1EBDCD576BC7}" presName="text3" presStyleLbl="fgAcc3" presStyleIdx="0" presStyleCnt="1">
        <dgm:presLayoutVars>
          <dgm:chPref val="3"/>
        </dgm:presLayoutVars>
      </dgm:prSet>
      <dgm:spPr/>
    </dgm:pt>
    <dgm:pt modelId="{B6E34C2D-15AA-4C7A-A4E0-636CCC23AACC}" type="pres">
      <dgm:prSet presAssocID="{F76AC7A7-178C-4A6B-B267-1EBDCD576BC7}" presName="hierChild4" presStyleCnt="0"/>
      <dgm:spPr/>
    </dgm:pt>
    <dgm:pt modelId="{2694D634-37FD-4EBA-BCD4-ACC7F597DEF3}" type="pres">
      <dgm:prSet presAssocID="{C164536C-D5CB-4C3C-ADFD-4278EB740813}" presName="Name23" presStyleLbl="parChTrans1D4" presStyleIdx="0" presStyleCnt="5"/>
      <dgm:spPr/>
    </dgm:pt>
    <dgm:pt modelId="{0DA85EAE-DEB8-41AD-8562-459952786577}" type="pres">
      <dgm:prSet presAssocID="{1D0CE89A-2809-4159-958F-109BF23D4CBB}" presName="hierRoot4" presStyleCnt="0"/>
      <dgm:spPr/>
    </dgm:pt>
    <dgm:pt modelId="{78F3F6FA-F269-498F-989E-FE83834E7AC5}" type="pres">
      <dgm:prSet presAssocID="{1D0CE89A-2809-4159-958F-109BF23D4CBB}" presName="composite4" presStyleCnt="0"/>
      <dgm:spPr/>
    </dgm:pt>
    <dgm:pt modelId="{3D0FEE1D-A420-46CB-9EB0-1846143CA599}" type="pres">
      <dgm:prSet presAssocID="{1D0CE89A-2809-4159-958F-109BF23D4CBB}" presName="background4" presStyleLbl="node4" presStyleIdx="0" presStyleCnt="5">
        <dgm:style>
          <a:lnRef idx="3">
            <a:schemeClr val="lt1"/>
          </a:lnRef>
          <a:fillRef idx="1">
            <a:schemeClr val="accent3"/>
          </a:fillRef>
          <a:effectRef idx="1">
            <a:schemeClr val="accent3"/>
          </a:effectRef>
          <a:fontRef idx="minor">
            <a:schemeClr val="lt1"/>
          </a:fontRef>
        </dgm:style>
      </dgm:prSet>
      <dgm:spPr/>
    </dgm:pt>
    <dgm:pt modelId="{292B6775-2C39-458B-98CB-E37104955106}" type="pres">
      <dgm:prSet presAssocID="{1D0CE89A-2809-4159-958F-109BF23D4CBB}" presName="text4" presStyleLbl="fgAcc4" presStyleIdx="0" presStyleCnt="5">
        <dgm:presLayoutVars>
          <dgm:chPref val="3"/>
        </dgm:presLayoutVars>
      </dgm:prSet>
      <dgm:spPr/>
    </dgm:pt>
    <dgm:pt modelId="{77842519-EE95-4590-8CFF-C17533238E90}" type="pres">
      <dgm:prSet presAssocID="{1D0CE89A-2809-4159-958F-109BF23D4CBB}" presName="hierChild5" presStyleCnt="0"/>
      <dgm:spPr/>
    </dgm:pt>
    <dgm:pt modelId="{784D795A-8ECF-4468-8E1A-E9E5F397036B}" type="pres">
      <dgm:prSet presAssocID="{BEB2E708-F845-48AB-9151-76BD7EDDE312}" presName="Name23" presStyleLbl="parChTrans1D4" presStyleIdx="1" presStyleCnt="5"/>
      <dgm:spPr/>
    </dgm:pt>
    <dgm:pt modelId="{6DE0D537-7D2B-4CE2-9120-C6740D6B8B70}" type="pres">
      <dgm:prSet presAssocID="{015740AC-1B73-44FB-8F94-A7D0AD2EE8AD}" presName="hierRoot4" presStyleCnt="0"/>
      <dgm:spPr/>
    </dgm:pt>
    <dgm:pt modelId="{83869030-9EF0-4F17-8829-5C3B9908E60E}" type="pres">
      <dgm:prSet presAssocID="{015740AC-1B73-44FB-8F94-A7D0AD2EE8AD}" presName="composite4" presStyleCnt="0"/>
      <dgm:spPr/>
    </dgm:pt>
    <dgm:pt modelId="{D4513493-536C-463E-87B7-34FE6B922009}" type="pres">
      <dgm:prSet presAssocID="{015740AC-1B73-44FB-8F94-A7D0AD2EE8AD}" presName="background4" presStyleLbl="node4" presStyleIdx="1" presStyleCnt="5">
        <dgm:style>
          <a:lnRef idx="3">
            <a:schemeClr val="lt1"/>
          </a:lnRef>
          <a:fillRef idx="1">
            <a:schemeClr val="accent5"/>
          </a:fillRef>
          <a:effectRef idx="1">
            <a:schemeClr val="accent5"/>
          </a:effectRef>
          <a:fontRef idx="minor">
            <a:schemeClr val="lt1"/>
          </a:fontRef>
        </dgm:style>
      </dgm:prSet>
      <dgm:spPr/>
    </dgm:pt>
    <dgm:pt modelId="{A97954B1-47C6-433F-B755-BD20FD1CC57A}" type="pres">
      <dgm:prSet presAssocID="{015740AC-1B73-44FB-8F94-A7D0AD2EE8AD}" presName="text4" presStyleLbl="fgAcc4" presStyleIdx="1" presStyleCnt="5">
        <dgm:presLayoutVars>
          <dgm:chPref val="3"/>
        </dgm:presLayoutVars>
      </dgm:prSet>
      <dgm:spPr/>
    </dgm:pt>
    <dgm:pt modelId="{533522EB-E646-4784-9CEF-26AF03728967}" type="pres">
      <dgm:prSet presAssocID="{015740AC-1B73-44FB-8F94-A7D0AD2EE8AD}" presName="hierChild5" presStyleCnt="0"/>
      <dgm:spPr/>
    </dgm:pt>
    <dgm:pt modelId="{7A25AE30-CEF8-4A6E-9F61-5530D6655BB9}" type="pres">
      <dgm:prSet presAssocID="{2F5EEAA6-E865-43CD-8A16-2E23835E1848}" presName="Name23" presStyleLbl="parChTrans1D4" presStyleIdx="2" presStyleCnt="5"/>
      <dgm:spPr/>
    </dgm:pt>
    <dgm:pt modelId="{EF91E2C4-3696-4F25-9EE9-F64D57C4DB5D}" type="pres">
      <dgm:prSet presAssocID="{E7F314B9-C45B-4212-AC8B-E164F6EABD42}" presName="hierRoot4" presStyleCnt="0"/>
      <dgm:spPr/>
    </dgm:pt>
    <dgm:pt modelId="{604EDC25-2351-46D9-9504-10E4D49AE03C}" type="pres">
      <dgm:prSet presAssocID="{E7F314B9-C45B-4212-AC8B-E164F6EABD42}" presName="composite4" presStyleCnt="0"/>
      <dgm:spPr/>
    </dgm:pt>
    <dgm:pt modelId="{B9031D0B-D28F-45D1-9815-772D82FD4CC9}" type="pres">
      <dgm:prSet presAssocID="{E7F314B9-C45B-4212-AC8B-E164F6EABD42}" presName="background4" presStyleLbl="node4" presStyleIdx="2" presStyleCnt="5"/>
      <dgm:spPr/>
    </dgm:pt>
    <dgm:pt modelId="{31456D40-80C8-448D-BB17-5655D9499C60}" type="pres">
      <dgm:prSet presAssocID="{E7F314B9-C45B-4212-AC8B-E164F6EABD42}" presName="text4" presStyleLbl="fgAcc4" presStyleIdx="2" presStyleCnt="5">
        <dgm:presLayoutVars>
          <dgm:chPref val="3"/>
        </dgm:presLayoutVars>
      </dgm:prSet>
      <dgm:spPr/>
    </dgm:pt>
    <dgm:pt modelId="{2095CD44-D0F2-4D0A-BA7D-02F251455A16}" type="pres">
      <dgm:prSet presAssocID="{E7F314B9-C45B-4212-AC8B-E164F6EABD42}" presName="hierChild5" presStyleCnt="0"/>
      <dgm:spPr/>
    </dgm:pt>
    <dgm:pt modelId="{3C73CB02-17D3-4A94-8D89-66572F73E3D0}" type="pres">
      <dgm:prSet presAssocID="{0239192E-84C4-481F-A95D-4882D228075F}" presName="Name23" presStyleLbl="parChTrans1D4" presStyleIdx="3" presStyleCnt="5"/>
      <dgm:spPr/>
    </dgm:pt>
    <dgm:pt modelId="{E48FCDAB-548A-47FC-990F-9A383A5AAA30}" type="pres">
      <dgm:prSet presAssocID="{94F30E61-D432-4702-A9D2-467894148CED}" presName="hierRoot4" presStyleCnt="0"/>
      <dgm:spPr/>
    </dgm:pt>
    <dgm:pt modelId="{2F2F7013-8A47-45CB-81EE-051CD85D71EC}" type="pres">
      <dgm:prSet presAssocID="{94F30E61-D432-4702-A9D2-467894148CED}" presName="composite4" presStyleCnt="0"/>
      <dgm:spPr/>
    </dgm:pt>
    <dgm:pt modelId="{430DECF3-0A65-47F2-A09B-55ABFC9A2952}" type="pres">
      <dgm:prSet presAssocID="{94F30E61-D432-4702-A9D2-467894148CED}" presName="background4" presStyleLbl="node4" presStyleIdx="3" presStyleCnt="5">
        <dgm:style>
          <a:lnRef idx="3">
            <a:schemeClr val="lt1"/>
          </a:lnRef>
          <a:fillRef idx="1">
            <a:schemeClr val="accent5"/>
          </a:fillRef>
          <a:effectRef idx="1">
            <a:schemeClr val="accent5"/>
          </a:effectRef>
          <a:fontRef idx="minor">
            <a:schemeClr val="lt1"/>
          </a:fontRef>
        </dgm:style>
      </dgm:prSet>
      <dgm:spPr/>
    </dgm:pt>
    <dgm:pt modelId="{6C9986BB-AE5C-4F2A-9F51-388B14E89025}" type="pres">
      <dgm:prSet presAssocID="{94F30E61-D432-4702-A9D2-467894148CED}" presName="text4" presStyleLbl="fgAcc4" presStyleIdx="3" presStyleCnt="5">
        <dgm:presLayoutVars>
          <dgm:chPref val="3"/>
        </dgm:presLayoutVars>
      </dgm:prSet>
      <dgm:spPr/>
    </dgm:pt>
    <dgm:pt modelId="{AB766ADC-0488-4AD3-8044-CC80700FB165}" type="pres">
      <dgm:prSet presAssocID="{94F30E61-D432-4702-A9D2-467894148CED}" presName="hierChild5" presStyleCnt="0"/>
      <dgm:spPr/>
    </dgm:pt>
    <dgm:pt modelId="{E3EF5CBE-FD94-4D2E-9524-1741B5A9E06B}" type="pres">
      <dgm:prSet presAssocID="{2BBE33DB-E1B2-4C3E-AC78-3A494F375A77}" presName="Name23" presStyleLbl="parChTrans1D4" presStyleIdx="4" presStyleCnt="5"/>
      <dgm:spPr/>
    </dgm:pt>
    <dgm:pt modelId="{D5C69D1B-145F-465D-8288-7567497654DA}" type="pres">
      <dgm:prSet presAssocID="{08FA669A-CCC1-4F7E-8991-E48492D72C08}" presName="hierRoot4" presStyleCnt="0"/>
      <dgm:spPr/>
    </dgm:pt>
    <dgm:pt modelId="{8DA45F45-548C-4D8C-94A4-4312B0BC4FAA}" type="pres">
      <dgm:prSet presAssocID="{08FA669A-CCC1-4F7E-8991-E48492D72C08}" presName="composite4" presStyleCnt="0"/>
      <dgm:spPr/>
    </dgm:pt>
    <dgm:pt modelId="{A271C599-578B-4C61-B23A-6420F35B225F}" type="pres">
      <dgm:prSet presAssocID="{08FA669A-CCC1-4F7E-8991-E48492D72C08}" presName="background4" presStyleLbl="node4" presStyleIdx="4" presStyleCnt="5">
        <dgm:style>
          <a:lnRef idx="3">
            <a:schemeClr val="lt1"/>
          </a:lnRef>
          <a:fillRef idx="1">
            <a:schemeClr val="accent5"/>
          </a:fillRef>
          <a:effectRef idx="1">
            <a:schemeClr val="accent5"/>
          </a:effectRef>
          <a:fontRef idx="minor">
            <a:schemeClr val="lt1"/>
          </a:fontRef>
        </dgm:style>
      </dgm:prSet>
      <dgm:spPr/>
    </dgm:pt>
    <dgm:pt modelId="{5911D055-A952-4026-9CD2-9CABC50DC275}" type="pres">
      <dgm:prSet presAssocID="{08FA669A-CCC1-4F7E-8991-E48492D72C08}" presName="text4" presStyleLbl="fgAcc4" presStyleIdx="4" presStyleCnt="5">
        <dgm:presLayoutVars>
          <dgm:chPref val="3"/>
        </dgm:presLayoutVars>
      </dgm:prSet>
      <dgm:spPr/>
    </dgm:pt>
    <dgm:pt modelId="{898CFDF1-38F9-4F3F-B7B7-B6D5BF3916B6}" type="pres">
      <dgm:prSet presAssocID="{08FA669A-CCC1-4F7E-8991-E48492D72C08}" presName="hierChild5" presStyleCnt="0"/>
      <dgm:spPr/>
    </dgm:pt>
    <dgm:pt modelId="{78D8DD3D-ADD8-4E3D-B872-05B0CCE0AB6E}" type="pres">
      <dgm:prSet presAssocID="{0CDD12DB-C801-4567-B5EF-2AA28ED014C9}" presName="Name10" presStyleLbl="parChTrans1D2" presStyleIdx="1" presStyleCnt="2"/>
      <dgm:spPr/>
    </dgm:pt>
    <dgm:pt modelId="{7EA9AC72-D4BF-446B-994A-E31078CA427E}" type="pres">
      <dgm:prSet presAssocID="{99262808-FF76-455C-BC9A-5A5C634F2543}" presName="hierRoot2" presStyleCnt="0"/>
      <dgm:spPr/>
    </dgm:pt>
    <dgm:pt modelId="{17721FE4-80D8-472D-B987-29A6E287D5C0}" type="pres">
      <dgm:prSet presAssocID="{99262808-FF76-455C-BC9A-5A5C634F2543}" presName="composite2" presStyleCnt="0"/>
      <dgm:spPr/>
    </dgm:pt>
    <dgm:pt modelId="{4DEEBC8C-5F99-437A-8ACA-DB2FE352BE77}" type="pres">
      <dgm:prSet presAssocID="{99262808-FF76-455C-BC9A-5A5C634F2543}" presName="background2" presStyleLbl="node2" presStyleIdx="1" presStyleCnt="2">
        <dgm:style>
          <a:lnRef idx="3">
            <a:schemeClr val="lt1"/>
          </a:lnRef>
          <a:fillRef idx="1">
            <a:schemeClr val="accent4"/>
          </a:fillRef>
          <a:effectRef idx="1">
            <a:schemeClr val="accent4"/>
          </a:effectRef>
          <a:fontRef idx="minor">
            <a:schemeClr val="lt1"/>
          </a:fontRef>
        </dgm:style>
      </dgm:prSet>
      <dgm:spPr/>
    </dgm:pt>
    <dgm:pt modelId="{528C557C-FBDA-4D4C-9233-8886AFC9A87A}" type="pres">
      <dgm:prSet presAssocID="{99262808-FF76-455C-BC9A-5A5C634F2543}" presName="text2" presStyleLbl="fgAcc2" presStyleIdx="1" presStyleCnt="2">
        <dgm:presLayoutVars>
          <dgm:chPref val="3"/>
        </dgm:presLayoutVars>
      </dgm:prSet>
      <dgm:spPr/>
    </dgm:pt>
    <dgm:pt modelId="{7A0602D8-3288-497B-9D17-ED81787E6791}" type="pres">
      <dgm:prSet presAssocID="{99262808-FF76-455C-BC9A-5A5C634F2543}" presName="hierChild3" presStyleCnt="0"/>
      <dgm:spPr/>
    </dgm:pt>
  </dgm:ptLst>
  <dgm:cxnLst>
    <dgm:cxn modelId="{5C65CF01-29F1-43E9-915A-0BA75F0F9AD7}" type="presOf" srcId="{0239192E-84C4-481F-A95D-4882D228075F}" destId="{3C73CB02-17D3-4A94-8D89-66572F73E3D0}" srcOrd="0" destOrd="0" presId="urn:microsoft.com/office/officeart/2005/8/layout/hierarchy1"/>
    <dgm:cxn modelId="{755D7004-CDDC-412F-81AE-E9DB7FF4A422}" type="presOf" srcId="{E44FFE0C-9B73-476D-BA7B-664B7CACA43E}" destId="{1435CB25-F52C-4064-B83F-C6B04272BBB8}" srcOrd="0" destOrd="0" presId="urn:microsoft.com/office/officeart/2005/8/layout/hierarchy1"/>
    <dgm:cxn modelId="{55B6200E-7E60-4D48-B048-8667411AF3CC}" type="presOf" srcId="{FCB33192-EBCB-416B-BEBD-1CDD8D200D2D}" destId="{C4E8A223-6C98-4339-8B58-B5E1472AA11D}" srcOrd="0" destOrd="0" presId="urn:microsoft.com/office/officeart/2005/8/layout/hierarchy1"/>
    <dgm:cxn modelId="{1A284E0E-A68C-4958-A1B3-CFC2838D5624}" srcId="{015740AC-1B73-44FB-8F94-A7D0AD2EE8AD}" destId="{94F30E61-D432-4702-A9D2-467894148CED}" srcOrd="1" destOrd="0" parTransId="{0239192E-84C4-481F-A95D-4882D228075F}" sibTransId="{41104DEE-8DB0-4C82-A594-15E849B5A05B}"/>
    <dgm:cxn modelId="{2ABB0625-A8A9-4DAB-A38B-7547C67A1E93}" type="presOf" srcId="{BEB2E708-F845-48AB-9151-76BD7EDDE312}" destId="{784D795A-8ECF-4468-8E1A-E9E5F397036B}" srcOrd="0" destOrd="0" presId="urn:microsoft.com/office/officeart/2005/8/layout/hierarchy1"/>
    <dgm:cxn modelId="{0B63C027-BBD7-4121-B55C-245BD3D453BB}" type="presOf" srcId="{E7F314B9-C45B-4212-AC8B-E164F6EABD42}" destId="{31456D40-80C8-448D-BB17-5655D9499C60}" srcOrd="0" destOrd="0" presId="urn:microsoft.com/office/officeart/2005/8/layout/hierarchy1"/>
    <dgm:cxn modelId="{148C085E-6CEB-4303-9E61-B18D1A465536}" type="presOf" srcId="{08FA669A-CCC1-4F7E-8991-E48492D72C08}" destId="{5911D055-A952-4026-9CD2-9CABC50DC275}" srcOrd="0" destOrd="0" presId="urn:microsoft.com/office/officeart/2005/8/layout/hierarchy1"/>
    <dgm:cxn modelId="{B933765E-1D09-4FE7-95A1-89B363109E41}" srcId="{94F30E61-D432-4702-A9D2-467894148CED}" destId="{08FA669A-CCC1-4F7E-8991-E48492D72C08}" srcOrd="0" destOrd="0" parTransId="{2BBE33DB-E1B2-4C3E-AC78-3A494F375A77}" sibTransId="{7D6F0546-FA7D-4608-8889-C62D6B6EBC9B}"/>
    <dgm:cxn modelId="{CBF23267-65DA-4A1E-B9A7-1B7813BE4BEA}" srcId="{F76AC7A7-178C-4A6B-B267-1EBDCD576BC7}" destId="{1D0CE89A-2809-4159-958F-109BF23D4CBB}" srcOrd="0" destOrd="0" parTransId="{C164536C-D5CB-4C3C-ADFD-4278EB740813}" sibTransId="{A7D0C6F8-773A-4E12-8D1A-C455D0E728E5}"/>
    <dgm:cxn modelId="{4FD57972-7C7B-4F7E-A39C-F8C36039F541}" type="presOf" srcId="{2BBE33DB-E1B2-4C3E-AC78-3A494F375A77}" destId="{E3EF5CBE-FD94-4D2E-9524-1741B5A9E06B}" srcOrd="0" destOrd="0" presId="urn:microsoft.com/office/officeart/2005/8/layout/hierarchy1"/>
    <dgm:cxn modelId="{5E208E74-2E04-453A-8C17-B2DA754D4E3F}" type="presOf" srcId="{5D5107A6-06DE-4AE5-9784-A9F467325ECC}" destId="{4E2621E8-4A3F-4DC1-8479-2C09C03EAC01}" srcOrd="0" destOrd="0" presId="urn:microsoft.com/office/officeart/2005/8/layout/hierarchy1"/>
    <dgm:cxn modelId="{6EFED47F-9C09-48A4-8E47-1751032F0CCF}" type="presOf" srcId="{C164536C-D5CB-4C3C-ADFD-4278EB740813}" destId="{2694D634-37FD-4EBA-BCD4-ACC7F597DEF3}" srcOrd="0" destOrd="0" presId="urn:microsoft.com/office/officeart/2005/8/layout/hierarchy1"/>
    <dgm:cxn modelId="{36AE138C-443C-4F0D-AF22-9FF6D2037A98}" srcId="{FCB33192-EBCB-416B-BEBD-1CDD8D200D2D}" destId="{99262808-FF76-455C-BC9A-5A5C634F2543}" srcOrd="1" destOrd="0" parTransId="{0CDD12DB-C801-4567-B5EF-2AA28ED014C9}" sibTransId="{D792EE34-F109-43A6-8A4B-B8A0C8CF7A9D}"/>
    <dgm:cxn modelId="{AB4EF994-407C-499A-A033-CA2F795DF210}" type="presOf" srcId="{BDC3F700-7CF0-4CEA-99AE-D33BD02D2F39}" destId="{324F3F61-EC5B-4952-A774-8E2BDC530060}" srcOrd="0" destOrd="0" presId="urn:microsoft.com/office/officeart/2005/8/layout/hierarchy1"/>
    <dgm:cxn modelId="{F4077F96-2244-445A-BEF6-529424DE8535}" type="presOf" srcId="{2F5EEAA6-E865-43CD-8A16-2E23835E1848}" destId="{7A25AE30-CEF8-4A6E-9F61-5530D6655BB9}" srcOrd="0" destOrd="0" presId="urn:microsoft.com/office/officeart/2005/8/layout/hierarchy1"/>
    <dgm:cxn modelId="{989E8CA9-88E0-404D-9D2B-BEFBE0B13C12}" type="presOf" srcId="{015740AC-1B73-44FB-8F94-A7D0AD2EE8AD}" destId="{A97954B1-47C6-433F-B755-BD20FD1CC57A}" srcOrd="0" destOrd="0" presId="urn:microsoft.com/office/officeart/2005/8/layout/hierarchy1"/>
    <dgm:cxn modelId="{3A854AB1-6A7D-4B49-AA08-F0125F84CA2D}" type="presOf" srcId="{0CDD12DB-C801-4567-B5EF-2AA28ED014C9}" destId="{78D8DD3D-ADD8-4E3D-B872-05B0CCE0AB6E}" srcOrd="0" destOrd="0" presId="urn:microsoft.com/office/officeart/2005/8/layout/hierarchy1"/>
    <dgm:cxn modelId="{84B447C4-FA7F-48DE-B9A7-704B75DE4444}" type="presOf" srcId="{1D0CE89A-2809-4159-958F-109BF23D4CBB}" destId="{292B6775-2C39-458B-98CB-E37104955106}" srcOrd="0" destOrd="0" presId="urn:microsoft.com/office/officeart/2005/8/layout/hierarchy1"/>
    <dgm:cxn modelId="{A4338BCE-D6E7-463C-A101-B449BAA1BEB3}" type="presOf" srcId="{F76AC7A7-178C-4A6B-B267-1EBDCD576BC7}" destId="{45F8DB15-F618-4358-8FF9-3A98F8B86781}" srcOrd="0" destOrd="0" presId="urn:microsoft.com/office/officeart/2005/8/layout/hierarchy1"/>
    <dgm:cxn modelId="{773657DF-C611-4D43-A6C0-B058A969BA61}" srcId="{FCB33192-EBCB-416B-BEBD-1CDD8D200D2D}" destId="{BDC3F700-7CF0-4CEA-99AE-D33BD02D2F39}" srcOrd="0" destOrd="0" parTransId="{E44FFE0C-9B73-476D-BA7B-664B7CACA43E}" sibTransId="{D75DBA7C-659E-4C1C-A3F4-F07422FC45DB}"/>
    <dgm:cxn modelId="{2372C8ED-8896-4C07-963F-7920899B5BA4}" type="presOf" srcId="{99262808-FF76-455C-BC9A-5A5C634F2543}" destId="{528C557C-FBDA-4D4C-9233-8886AFC9A87A}" srcOrd="0" destOrd="0" presId="urn:microsoft.com/office/officeart/2005/8/layout/hierarchy1"/>
    <dgm:cxn modelId="{91FF99F1-68A0-45E9-8A4D-D14389EE23A9}" type="presOf" srcId="{94F30E61-D432-4702-A9D2-467894148CED}" destId="{6C9986BB-AE5C-4F2A-9F51-388B14E89025}" srcOrd="0" destOrd="0" presId="urn:microsoft.com/office/officeart/2005/8/layout/hierarchy1"/>
    <dgm:cxn modelId="{9B805CF2-4C1C-4E61-9F1C-EA31D75BD0A9}" srcId="{015740AC-1B73-44FB-8F94-A7D0AD2EE8AD}" destId="{E7F314B9-C45B-4212-AC8B-E164F6EABD42}" srcOrd="0" destOrd="0" parTransId="{2F5EEAA6-E865-43CD-8A16-2E23835E1848}" sibTransId="{296721B5-DD9D-4EA7-BE57-BDCB2B9788FA}"/>
    <dgm:cxn modelId="{1C5CBCF6-1CF7-408F-B0BC-3416C3FA2A0F}" srcId="{5D5107A6-06DE-4AE5-9784-A9F467325ECC}" destId="{FCB33192-EBCB-416B-BEBD-1CDD8D200D2D}" srcOrd="0" destOrd="0" parTransId="{A0A3BCAA-82AB-4D2C-9BDC-1AB466864EF7}" sibTransId="{1E4622A3-C0ED-450D-8861-F1685AAB13A6}"/>
    <dgm:cxn modelId="{50A67DF7-BCFD-4E57-9223-7470E1B3F4CA}" type="presOf" srcId="{8ECDE7E6-B07C-45AD-90E3-7AD03D0309FA}" destId="{DCFA54B5-716F-4E7B-B65B-0A4862F4271F}" srcOrd="0" destOrd="0" presId="urn:microsoft.com/office/officeart/2005/8/layout/hierarchy1"/>
    <dgm:cxn modelId="{6294A2F9-A3E0-4EA7-BB52-8247C4978AD5}" srcId="{BDC3F700-7CF0-4CEA-99AE-D33BD02D2F39}" destId="{F76AC7A7-178C-4A6B-B267-1EBDCD576BC7}" srcOrd="0" destOrd="0" parTransId="{8ECDE7E6-B07C-45AD-90E3-7AD03D0309FA}" sibTransId="{2C1D2A9E-CDE5-42B6-9833-717E1969E730}"/>
    <dgm:cxn modelId="{CEF3A1FD-37B5-496F-950B-2CD74D62A520}" srcId="{F76AC7A7-178C-4A6B-B267-1EBDCD576BC7}" destId="{015740AC-1B73-44FB-8F94-A7D0AD2EE8AD}" srcOrd="1" destOrd="0" parTransId="{BEB2E708-F845-48AB-9151-76BD7EDDE312}" sibTransId="{A21A39A1-B4DD-40E1-BECC-EAE338C618C4}"/>
    <dgm:cxn modelId="{8CD85DB0-ABEA-4D25-8851-57E6F0DE73A9}" type="presParOf" srcId="{4E2621E8-4A3F-4DC1-8479-2C09C03EAC01}" destId="{3EB5122C-974E-4328-AAB2-A8FE6B3FFB12}" srcOrd="0" destOrd="0" presId="urn:microsoft.com/office/officeart/2005/8/layout/hierarchy1"/>
    <dgm:cxn modelId="{90991098-2ACE-4379-AFE9-47753FC07BF2}" type="presParOf" srcId="{3EB5122C-974E-4328-AAB2-A8FE6B3FFB12}" destId="{B6781859-715F-4187-BB7E-DCDA26DC07B1}" srcOrd="0" destOrd="0" presId="urn:microsoft.com/office/officeart/2005/8/layout/hierarchy1"/>
    <dgm:cxn modelId="{552BFFEA-3701-48D6-B6D4-0CAC0329237F}" type="presParOf" srcId="{B6781859-715F-4187-BB7E-DCDA26DC07B1}" destId="{17822D73-C9FF-4119-81A3-D0A29AA0054B}" srcOrd="0" destOrd="0" presId="urn:microsoft.com/office/officeart/2005/8/layout/hierarchy1"/>
    <dgm:cxn modelId="{A1D8B157-D69C-4660-AF57-29392DD3DC8C}" type="presParOf" srcId="{B6781859-715F-4187-BB7E-DCDA26DC07B1}" destId="{C4E8A223-6C98-4339-8B58-B5E1472AA11D}" srcOrd="1" destOrd="0" presId="urn:microsoft.com/office/officeart/2005/8/layout/hierarchy1"/>
    <dgm:cxn modelId="{0D097C5B-042A-4625-8A36-811BFF5B1296}" type="presParOf" srcId="{3EB5122C-974E-4328-AAB2-A8FE6B3FFB12}" destId="{518DCEF4-363C-4A22-8711-A417B6C6945E}" srcOrd="1" destOrd="0" presId="urn:microsoft.com/office/officeart/2005/8/layout/hierarchy1"/>
    <dgm:cxn modelId="{457ED029-777E-413D-AF94-148DE5A3E0F1}" type="presParOf" srcId="{518DCEF4-363C-4A22-8711-A417B6C6945E}" destId="{1435CB25-F52C-4064-B83F-C6B04272BBB8}" srcOrd="0" destOrd="0" presId="urn:microsoft.com/office/officeart/2005/8/layout/hierarchy1"/>
    <dgm:cxn modelId="{E599EA90-72B2-4ABD-BF65-CA90ACD275D0}" type="presParOf" srcId="{518DCEF4-363C-4A22-8711-A417B6C6945E}" destId="{D221D252-8389-44F1-B98A-9175250C1880}" srcOrd="1" destOrd="0" presId="urn:microsoft.com/office/officeart/2005/8/layout/hierarchy1"/>
    <dgm:cxn modelId="{FA6AEF71-BA00-4150-B18A-BE284C8E8D16}" type="presParOf" srcId="{D221D252-8389-44F1-B98A-9175250C1880}" destId="{E4C27EBB-E761-4305-A3C1-FCB798331954}" srcOrd="0" destOrd="0" presId="urn:microsoft.com/office/officeart/2005/8/layout/hierarchy1"/>
    <dgm:cxn modelId="{81CB0C1F-BD0D-454B-B629-A0F25B8C0816}" type="presParOf" srcId="{E4C27EBB-E761-4305-A3C1-FCB798331954}" destId="{1B49E916-50D0-48A7-890E-EAC9FEB64BD0}" srcOrd="0" destOrd="0" presId="urn:microsoft.com/office/officeart/2005/8/layout/hierarchy1"/>
    <dgm:cxn modelId="{6D1EFF20-905D-476A-9345-36438F344006}" type="presParOf" srcId="{E4C27EBB-E761-4305-A3C1-FCB798331954}" destId="{324F3F61-EC5B-4952-A774-8E2BDC530060}" srcOrd="1" destOrd="0" presId="urn:microsoft.com/office/officeart/2005/8/layout/hierarchy1"/>
    <dgm:cxn modelId="{34D8243A-52AE-47C3-AD16-C8A56ECDDC6C}" type="presParOf" srcId="{D221D252-8389-44F1-B98A-9175250C1880}" destId="{839BBC38-8B85-4F5D-8B9D-63F954F65D65}" srcOrd="1" destOrd="0" presId="urn:microsoft.com/office/officeart/2005/8/layout/hierarchy1"/>
    <dgm:cxn modelId="{E694C2BB-401E-445D-96E8-B1F10AE4E9BA}" type="presParOf" srcId="{839BBC38-8B85-4F5D-8B9D-63F954F65D65}" destId="{DCFA54B5-716F-4E7B-B65B-0A4862F4271F}" srcOrd="0" destOrd="0" presId="urn:microsoft.com/office/officeart/2005/8/layout/hierarchy1"/>
    <dgm:cxn modelId="{6DE001D0-CEE2-406B-8B9B-16D0032BD029}" type="presParOf" srcId="{839BBC38-8B85-4F5D-8B9D-63F954F65D65}" destId="{34CDE6AC-2338-4FB1-AD6F-C1B561967304}" srcOrd="1" destOrd="0" presId="urn:microsoft.com/office/officeart/2005/8/layout/hierarchy1"/>
    <dgm:cxn modelId="{9A018962-7848-4504-B455-92DA738AC3F0}" type="presParOf" srcId="{34CDE6AC-2338-4FB1-AD6F-C1B561967304}" destId="{F1AC6A11-DA7F-4423-AF03-A23EB13F905C}" srcOrd="0" destOrd="0" presId="urn:microsoft.com/office/officeart/2005/8/layout/hierarchy1"/>
    <dgm:cxn modelId="{D8104B07-A9CB-477C-B17B-0A50DC818F92}" type="presParOf" srcId="{F1AC6A11-DA7F-4423-AF03-A23EB13F905C}" destId="{5CBD9D35-9BCF-47DD-A607-6B2D13F5E630}" srcOrd="0" destOrd="0" presId="urn:microsoft.com/office/officeart/2005/8/layout/hierarchy1"/>
    <dgm:cxn modelId="{B0154531-469E-4B95-AAB7-4FD806DCF701}" type="presParOf" srcId="{F1AC6A11-DA7F-4423-AF03-A23EB13F905C}" destId="{45F8DB15-F618-4358-8FF9-3A98F8B86781}" srcOrd="1" destOrd="0" presId="urn:microsoft.com/office/officeart/2005/8/layout/hierarchy1"/>
    <dgm:cxn modelId="{0701002F-0F54-4D6A-B4F2-C175D03587C9}" type="presParOf" srcId="{34CDE6AC-2338-4FB1-AD6F-C1B561967304}" destId="{B6E34C2D-15AA-4C7A-A4E0-636CCC23AACC}" srcOrd="1" destOrd="0" presId="urn:microsoft.com/office/officeart/2005/8/layout/hierarchy1"/>
    <dgm:cxn modelId="{137C02A1-4A1D-4F9C-BF7A-EEACB9A96A64}" type="presParOf" srcId="{B6E34C2D-15AA-4C7A-A4E0-636CCC23AACC}" destId="{2694D634-37FD-4EBA-BCD4-ACC7F597DEF3}" srcOrd="0" destOrd="0" presId="urn:microsoft.com/office/officeart/2005/8/layout/hierarchy1"/>
    <dgm:cxn modelId="{FC3D87C7-6588-4B5A-B0C9-5977EE924095}" type="presParOf" srcId="{B6E34C2D-15AA-4C7A-A4E0-636CCC23AACC}" destId="{0DA85EAE-DEB8-41AD-8562-459952786577}" srcOrd="1" destOrd="0" presId="urn:microsoft.com/office/officeart/2005/8/layout/hierarchy1"/>
    <dgm:cxn modelId="{652CB85F-4DD0-4171-A074-26B1FE797A90}" type="presParOf" srcId="{0DA85EAE-DEB8-41AD-8562-459952786577}" destId="{78F3F6FA-F269-498F-989E-FE83834E7AC5}" srcOrd="0" destOrd="0" presId="urn:microsoft.com/office/officeart/2005/8/layout/hierarchy1"/>
    <dgm:cxn modelId="{5D1239B4-5FE2-40EA-B509-CFAB07BE7096}" type="presParOf" srcId="{78F3F6FA-F269-498F-989E-FE83834E7AC5}" destId="{3D0FEE1D-A420-46CB-9EB0-1846143CA599}" srcOrd="0" destOrd="0" presId="urn:microsoft.com/office/officeart/2005/8/layout/hierarchy1"/>
    <dgm:cxn modelId="{A4B57E90-B1D5-4911-8C92-12A46DB043C9}" type="presParOf" srcId="{78F3F6FA-F269-498F-989E-FE83834E7AC5}" destId="{292B6775-2C39-458B-98CB-E37104955106}" srcOrd="1" destOrd="0" presId="urn:microsoft.com/office/officeart/2005/8/layout/hierarchy1"/>
    <dgm:cxn modelId="{28E3495B-002D-4D89-A7DF-1313CDD58A08}" type="presParOf" srcId="{0DA85EAE-DEB8-41AD-8562-459952786577}" destId="{77842519-EE95-4590-8CFF-C17533238E90}" srcOrd="1" destOrd="0" presId="urn:microsoft.com/office/officeart/2005/8/layout/hierarchy1"/>
    <dgm:cxn modelId="{F1259605-E74C-4777-847D-DDFBD455C235}" type="presParOf" srcId="{B6E34C2D-15AA-4C7A-A4E0-636CCC23AACC}" destId="{784D795A-8ECF-4468-8E1A-E9E5F397036B}" srcOrd="2" destOrd="0" presId="urn:microsoft.com/office/officeart/2005/8/layout/hierarchy1"/>
    <dgm:cxn modelId="{46AD2FBF-0F22-4F6D-AE76-607ACAA1AF57}" type="presParOf" srcId="{B6E34C2D-15AA-4C7A-A4E0-636CCC23AACC}" destId="{6DE0D537-7D2B-4CE2-9120-C6740D6B8B70}" srcOrd="3" destOrd="0" presId="urn:microsoft.com/office/officeart/2005/8/layout/hierarchy1"/>
    <dgm:cxn modelId="{BA9ABA1A-919E-47BF-ADF6-79866614232B}" type="presParOf" srcId="{6DE0D537-7D2B-4CE2-9120-C6740D6B8B70}" destId="{83869030-9EF0-4F17-8829-5C3B9908E60E}" srcOrd="0" destOrd="0" presId="urn:microsoft.com/office/officeart/2005/8/layout/hierarchy1"/>
    <dgm:cxn modelId="{1684D757-C91B-4402-926C-27E700293591}" type="presParOf" srcId="{83869030-9EF0-4F17-8829-5C3B9908E60E}" destId="{D4513493-536C-463E-87B7-34FE6B922009}" srcOrd="0" destOrd="0" presId="urn:microsoft.com/office/officeart/2005/8/layout/hierarchy1"/>
    <dgm:cxn modelId="{299F5A29-5C61-4DAB-91BD-6D048AC47CBB}" type="presParOf" srcId="{83869030-9EF0-4F17-8829-5C3B9908E60E}" destId="{A97954B1-47C6-433F-B755-BD20FD1CC57A}" srcOrd="1" destOrd="0" presId="urn:microsoft.com/office/officeart/2005/8/layout/hierarchy1"/>
    <dgm:cxn modelId="{A4AA88E2-27F5-433E-82E1-965A5A3BF6DA}" type="presParOf" srcId="{6DE0D537-7D2B-4CE2-9120-C6740D6B8B70}" destId="{533522EB-E646-4784-9CEF-26AF03728967}" srcOrd="1" destOrd="0" presId="urn:microsoft.com/office/officeart/2005/8/layout/hierarchy1"/>
    <dgm:cxn modelId="{475203A0-81E9-4F10-A4BC-D1EDD549FC53}" type="presParOf" srcId="{533522EB-E646-4784-9CEF-26AF03728967}" destId="{7A25AE30-CEF8-4A6E-9F61-5530D6655BB9}" srcOrd="0" destOrd="0" presId="urn:microsoft.com/office/officeart/2005/8/layout/hierarchy1"/>
    <dgm:cxn modelId="{7A13FDE9-E705-4AC5-ABDC-CF15B59E28DC}" type="presParOf" srcId="{533522EB-E646-4784-9CEF-26AF03728967}" destId="{EF91E2C4-3696-4F25-9EE9-F64D57C4DB5D}" srcOrd="1" destOrd="0" presId="urn:microsoft.com/office/officeart/2005/8/layout/hierarchy1"/>
    <dgm:cxn modelId="{8E482DF9-D119-4C4C-9915-A60A8BEED8F1}" type="presParOf" srcId="{EF91E2C4-3696-4F25-9EE9-F64D57C4DB5D}" destId="{604EDC25-2351-46D9-9504-10E4D49AE03C}" srcOrd="0" destOrd="0" presId="urn:microsoft.com/office/officeart/2005/8/layout/hierarchy1"/>
    <dgm:cxn modelId="{FB72DFBA-8D4E-41DD-AC27-94A88C840BC0}" type="presParOf" srcId="{604EDC25-2351-46D9-9504-10E4D49AE03C}" destId="{B9031D0B-D28F-45D1-9815-772D82FD4CC9}" srcOrd="0" destOrd="0" presId="urn:microsoft.com/office/officeart/2005/8/layout/hierarchy1"/>
    <dgm:cxn modelId="{895007FD-F8B7-4104-8B78-F52AA76507B2}" type="presParOf" srcId="{604EDC25-2351-46D9-9504-10E4D49AE03C}" destId="{31456D40-80C8-448D-BB17-5655D9499C60}" srcOrd="1" destOrd="0" presId="urn:microsoft.com/office/officeart/2005/8/layout/hierarchy1"/>
    <dgm:cxn modelId="{5261F8E1-2AC9-4828-B098-D20E30500D14}" type="presParOf" srcId="{EF91E2C4-3696-4F25-9EE9-F64D57C4DB5D}" destId="{2095CD44-D0F2-4D0A-BA7D-02F251455A16}" srcOrd="1" destOrd="0" presId="urn:microsoft.com/office/officeart/2005/8/layout/hierarchy1"/>
    <dgm:cxn modelId="{1001DD97-264A-4752-A219-23A21B20C11A}" type="presParOf" srcId="{533522EB-E646-4784-9CEF-26AF03728967}" destId="{3C73CB02-17D3-4A94-8D89-66572F73E3D0}" srcOrd="2" destOrd="0" presId="urn:microsoft.com/office/officeart/2005/8/layout/hierarchy1"/>
    <dgm:cxn modelId="{663CA22D-9DF9-49DB-9802-F33D47EF9582}" type="presParOf" srcId="{533522EB-E646-4784-9CEF-26AF03728967}" destId="{E48FCDAB-548A-47FC-990F-9A383A5AAA30}" srcOrd="3" destOrd="0" presId="urn:microsoft.com/office/officeart/2005/8/layout/hierarchy1"/>
    <dgm:cxn modelId="{3707E600-591C-4A7D-AA21-6DE198841BA7}" type="presParOf" srcId="{E48FCDAB-548A-47FC-990F-9A383A5AAA30}" destId="{2F2F7013-8A47-45CB-81EE-051CD85D71EC}" srcOrd="0" destOrd="0" presId="urn:microsoft.com/office/officeart/2005/8/layout/hierarchy1"/>
    <dgm:cxn modelId="{28B3829C-8FED-4A29-9CAE-B6C629F1FB39}" type="presParOf" srcId="{2F2F7013-8A47-45CB-81EE-051CD85D71EC}" destId="{430DECF3-0A65-47F2-A09B-55ABFC9A2952}" srcOrd="0" destOrd="0" presId="urn:microsoft.com/office/officeart/2005/8/layout/hierarchy1"/>
    <dgm:cxn modelId="{C3F7D345-712C-4913-B59C-8F8C6EDA704E}" type="presParOf" srcId="{2F2F7013-8A47-45CB-81EE-051CD85D71EC}" destId="{6C9986BB-AE5C-4F2A-9F51-388B14E89025}" srcOrd="1" destOrd="0" presId="urn:microsoft.com/office/officeart/2005/8/layout/hierarchy1"/>
    <dgm:cxn modelId="{F4336BE5-8DC4-46AA-B759-A1090A790DE1}" type="presParOf" srcId="{E48FCDAB-548A-47FC-990F-9A383A5AAA30}" destId="{AB766ADC-0488-4AD3-8044-CC80700FB165}" srcOrd="1" destOrd="0" presId="urn:microsoft.com/office/officeart/2005/8/layout/hierarchy1"/>
    <dgm:cxn modelId="{66BE5E93-69F2-40CA-95D2-B56876AC33F2}" type="presParOf" srcId="{AB766ADC-0488-4AD3-8044-CC80700FB165}" destId="{E3EF5CBE-FD94-4D2E-9524-1741B5A9E06B}" srcOrd="0" destOrd="0" presId="urn:microsoft.com/office/officeart/2005/8/layout/hierarchy1"/>
    <dgm:cxn modelId="{5A904D4B-2CEA-4F57-A713-AD4052D5CCB7}" type="presParOf" srcId="{AB766ADC-0488-4AD3-8044-CC80700FB165}" destId="{D5C69D1B-145F-465D-8288-7567497654DA}" srcOrd="1" destOrd="0" presId="urn:microsoft.com/office/officeart/2005/8/layout/hierarchy1"/>
    <dgm:cxn modelId="{1453FD90-E747-400A-A88C-2631C0FB0DCE}" type="presParOf" srcId="{D5C69D1B-145F-465D-8288-7567497654DA}" destId="{8DA45F45-548C-4D8C-94A4-4312B0BC4FAA}" srcOrd="0" destOrd="0" presId="urn:microsoft.com/office/officeart/2005/8/layout/hierarchy1"/>
    <dgm:cxn modelId="{F455C24D-718C-4CB6-A63E-E3F8E9F3E0C2}" type="presParOf" srcId="{8DA45F45-548C-4D8C-94A4-4312B0BC4FAA}" destId="{A271C599-578B-4C61-B23A-6420F35B225F}" srcOrd="0" destOrd="0" presId="urn:microsoft.com/office/officeart/2005/8/layout/hierarchy1"/>
    <dgm:cxn modelId="{D30EEBFB-B1BF-4737-9EFF-84B23B4F0ECE}" type="presParOf" srcId="{8DA45F45-548C-4D8C-94A4-4312B0BC4FAA}" destId="{5911D055-A952-4026-9CD2-9CABC50DC275}" srcOrd="1" destOrd="0" presId="urn:microsoft.com/office/officeart/2005/8/layout/hierarchy1"/>
    <dgm:cxn modelId="{B71398D4-0369-4BFE-AF23-55C983CA3DC5}" type="presParOf" srcId="{D5C69D1B-145F-465D-8288-7567497654DA}" destId="{898CFDF1-38F9-4F3F-B7B7-B6D5BF3916B6}" srcOrd="1" destOrd="0" presId="urn:microsoft.com/office/officeart/2005/8/layout/hierarchy1"/>
    <dgm:cxn modelId="{13508847-4DD8-4E2B-A570-ECA9BFE661FE}" type="presParOf" srcId="{518DCEF4-363C-4A22-8711-A417B6C6945E}" destId="{78D8DD3D-ADD8-4E3D-B872-05B0CCE0AB6E}" srcOrd="2" destOrd="0" presId="urn:microsoft.com/office/officeart/2005/8/layout/hierarchy1"/>
    <dgm:cxn modelId="{330DC0B2-F637-48AF-AA22-8798111D05E6}" type="presParOf" srcId="{518DCEF4-363C-4A22-8711-A417B6C6945E}" destId="{7EA9AC72-D4BF-446B-994A-E31078CA427E}" srcOrd="3" destOrd="0" presId="urn:microsoft.com/office/officeart/2005/8/layout/hierarchy1"/>
    <dgm:cxn modelId="{2837D81B-AC67-4491-BDA6-B2A2C18CFB29}" type="presParOf" srcId="{7EA9AC72-D4BF-446B-994A-E31078CA427E}" destId="{17721FE4-80D8-472D-B987-29A6E287D5C0}" srcOrd="0" destOrd="0" presId="urn:microsoft.com/office/officeart/2005/8/layout/hierarchy1"/>
    <dgm:cxn modelId="{964A816D-8E0B-4C21-BEEE-615908037450}" type="presParOf" srcId="{17721FE4-80D8-472D-B987-29A6E287D5C0}" destId="{4DEEBC8C-5F99-437A-8ACA-DB2FE352BE77}" srcOrd="0" destOrd="0" presId="urn:microsoft.com/office/officeart/2005/8/layout/hierarchy1"/>
    <dgm:cxn modelId="{B61A95B0-0A47-4CA2-A5B3-9F5EFC9BB8F4}" type="presParOf" srcId="{17721FE4-80D8-472D-B987-29A6E287D5C0}" destId="{528C557C-FBDA-4D4C-9233-8886AFC9A87A}" srcOrd="1" destOrd="0" presId="urn:microsoft.com/office/officeart/2005/8/layout/hierarchy1"/>
    <dgm:cxn modelId="{170E8607-E40D-4077-82DB-41F0573E51BC}" type="presParOf" srcId="{7EA9AC72-D4BF-446B-994A-E31078CA427E}" destId="{7A0602D8-3288-497B-9D17-ED81787E6791}" srcOrd="1" destOrd="0" presId="urn:microsoft.com/office/officeart/2005/8/layout/hierarchy1"/>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4.xml><?xml version="1.0" encoding="utf-8"?>
<dgm:dataModel xmlns:dgm="http://schemas.openxmlformats.org/drawingml/2006/diagram" xmlns:a="http://schemas.openxmlformats.org/drawingml/2006/main">
  <dgm:ptLst>
    <dgm:pt modelId="{68CDB515-419C-4E6A-AF7A-422B143CC794}" type="doc">
      <dgm:prSet loTypeId="urn:microsoft.com/office/officeart/2005/8/layout/hList1" loCatId="list" qsTypeId="urn:microsoft.com/office/officeart/2005/8/quickstyle/simple1" qsCatId="simple" csTypeId="urn:microsoft.com/office/officeart/2005/8/colors/accent1_2" csCatId="accent1" phldr="1"/>
      <dgm:spPr/>
      <dgm:t>
        <a:bodyPr/>
        <a:lstStyle/>
        <a:p>
          <a:endParaRPr lang="en-US"/>
        </a:p>
      </dgm:t>
    </dgm:pt>
    <dgm:pt modelId="{9A44E10B-F121-414B-97C4-7398AB0A8B4F}">
      <dgm:prSet phldrT="[Tekst]"/>
      <dgm:spPr/>
      <dgm:t>
        <a:bodyPr/>
        <a:lstStyle/>
        <a:p>
          <a:r>
            <a:rPr lang="en-US" dirty="0" err="1"/>
            <a:t>CRenderMesh</a:t>
          </a:r>
          <a:endParaRPr lang="en-US" dirty="0"/>
        </a:p>
      </dgm:t>
    </dgm:pt>
    <dgm:pt modelId="{7A74F39A-569A-4743-82F7-5093B7CDEE6F}" type="parTrans" cxnId="{AF691E0B-DA2C-4D63-81AD-7980D0079CB0}">
      <dgm:prSet/>
      <dgm:spPr/>
      <dgm:t>
        <a:bodyPr/>
        <a:lstStyle/>
        <a:p>
          <a:endParaRPr lang="en-US"/>
        </a:p>
      </dgm:t>
    </dgm:pt>
    <dgm:pt modelId="{F40F01A3-2E8C-4EDE-8BFB-636A39A79435}" type="sibTrans" cxnId="{AF691E0B-DA2C-4D63-81AD-7980D0079CB0}">
      <dgm:prSet/>
      <dgm:spPr/>
      <dgm:t>
        <a:bodyPr/>
        <a:lstStyle/>
        <a:p>
          <a:endParaRPr lang="en-US"/>
        </a:p>
      </dgm:t>
    </dgm:pt>
    <dgm:pt modelId="{4985A7F1-236D-41F0-BE1C-CE34E188D087}">
      <dgm:prSet phldrT="[Tekst]"/>
      <dgm:spPr/>
      <dgm:t>
        <a:bodyPr/>
        <a:lstStyle/>
        <a:p>
          <a:r>
            <a:rPr lang="en-US" dirty="0" err="1"/>
            <a:t>AssetHandle</a:t>
          </a:r>
          <a:r>
            <a:rPr lang="en-US" dirty="0"/>
            <a:t>&lt;</a:t>
          </a:r>
          <a:r>
            <a:rPr lang="en-US" dirty="0" err="1"/>
            <a:t>RenderMesh</a:t>
          </a:r>
          <a:r>
            <a:rPr lang="en-US" dirty="0"/>
            <a:t>&gt;</a:t>
          </a:r>
        </a:p>
      </dgm:t>
    </dgm:pt>
    <dgm:pt modelId="{F3DDE6BE-F4B8-499E-9AE8-E2BD7FE87A63}" type="parTrans" cxnId="{A21C010B-03B7-4D18-BE0A-9CF1AD1CCAAD}">
      <dgm:prSet/>
      <dgm:spPr/>
      <dgm:t>
        <a:bodyPr/>
        <a:lstStyle/>
        <a:p>
          <a:endParaRPr lang="en-US"/>
        </a:p>
      </dgm:t>
    </dgm:pt>
    <dgm:pt modelId="{8E0C250D-CDD3-4218-89BF-5531022B53EF}" type="sibTrans" cxnId="{A21C010B-03B7-4D18-BE0A-9CF1AD1CCAAD}">
      <dgm:prSet/>
      <dgm:spPr/>
      <dgm:t>
        <a:bodyPr/>
        <a:lstStyle/>
        <a:p>
          <a:endParaRPr lang="en-US"/>
        </a:p>
      </dgm:t>
    </dgm:pt>
    <dgm:pt modelId="{36563BAC-42FA-482F-B727-D9F74878CDD1}">
      <dgm:prSet phldrT="[Tekst]"/>
      <dgm:spPr/>
      <dgm:t>
        <a:bodyPr/>
        <a:lstStyle/>
        <a:p>
          <a:r>
            <a:rPr lang="en-US" dirty="0" err="1"/>
            <a:t>CModel</a:t>
          </a:r>
          <a:endParaRPr lang="en-US" dirty="0"/>
        </a:p>
      </dgm:t>
    </dgm:pt>
    <dgm:pt modelId="{88FD7ED1-2954-4EB7-A134-52321B8D95BE}" type="parTrans" cxnId="{3424DEA8-1BC7-4443-872F-880D719C8345}">
      <dgm:prSet/>
      <dgm:spPr/>
      <dgm:t>
        <a:bodyPr/>
        <a:lstStyle/>
        <a:p>
          <a:endParaRPr lang="en-US"/>
        </a:p>
      </dgm:t>
    </dgm:pt>
    <dgm:pt modelId="{2C466CEB-CC73-4591-9332-1B4E7A584BA3}" type="sibTrans" cxnId="{3424DEA8-1BC7-4443-872F-880D719C8345}">
      <dgm:prSet/>
      <dgm:spPr/>
      <dgm:t>
        <a:bodyPr/>
        <a:lstStyle/>
        <a:p>
          <a:endParaRPr lang="en-US"/>
        </a:p>
      </dgm:t>
    </dgm:pt>
    <dgm:pt modelId="{2B29E119-EEE0-4D1B-AD92-4FF006A52C91}">
      <dgm:prSet phldrT="[Tekst]"/>
      <dgm:spPr/>
      <dgm:t>
        <a:bodyPr/>
        <a:lstStyle/>
        <a:p>
          <a:r>
            <a:rPr lang="en-US" dirty="0" err="1"/>
            <a:t>AssetHandle</a:t>
          </a:r>
          <a:r>
            <a:rPr lang="en-US" dirty="0"/>
            <a:t>&lt;Model&gt;</a:t>
          </a:r>
        </a:p>
      </dgm:t>
    </dgm:pt>
    <dgm:pt modelId="{BC500855-25BC-4220-9EAF-90B2CC61C317}" type="parTrans" cxnId="{1A77032E-1F35-4C9C-9615-B1F1A6920967}">
      <dgm:prSet/>
      <dgm:spPr/>
      <dgm:t>
        <a:bodyPr/>
        <a:lstStyle/>
        <a:p>
          <a:endParaRPr lang="en-US"/>
        </a:p>
      </dgm:t>
    </dgm:pt>
    <dgm:pt modelId="{4B481B9E-9A49-436F-8F64-DD44A23E433C}" type="sibTrans" cxnId="{1A77032E-1F35-4C9C-9615-B1F1A6920967}">
      <dgm:prSet/>
      <dgm:spPr/>
      <dgm:t>
        <a:bodyPr/>
        <a:lstStyle/>
        <a:p>
          <a:endParaRPr lang="en-US"/>
        </a:p>
      </dgm:t>
    </dgm:pt>
    <dgm:pt modelId="{3704EFDE-AAEC-484D-BCE1-F78E06DC2CD3}">
      <dgm:prSet phldrT="[Tekst]"/>
      <dgm:spPr/>
      <dgm:t>
        <a:bodyPr/>
        <a:lstStyle/>
        <a:p>
          <a:r>
            <a:rPr lang="en-US" dirty="0" err="1"/>
            <a:t>CSkinnedModel</a:t>
          </a:r>
          <a:endParaRPr lang="en-US" dirty="0"/>
        </a:p>
      </dgm:t>
    </dgm:pt>
    <dgm:pt modelId="{32B96B8E-6EC4-4161-A997-9532A00C205D}" type="parTrans" cxnId="{3BA32AAA-1A77-43CB-88A8-DDBFE4F15ACE}">
      <dgm:prSet/>
      <dgm:spPr/>
      <dgm:t>
        <a:bodyPr/>
        <a:lstStyle/>
        <a:p>
          <a:endParaRPr lang="en-US"/>
        </a:p>
      </dgm:t>
    </dgm:pt>
    <dgm:pt modelId="{5E5A628E-F449-4DF0-ADF6-EA9358E2D836}" type="sibTrans" cxnId="{3BA32AAA-1A77-43CB-88A8-DDBFE4F15ACE}">
      <dgm:prSet/>
      <dgm:spPr/>
      <dgm:t>
        <a:bodyPr/>
        <a:lstStyle/>
        <a:p>
          <a:endParaRPr lang="en-US"/>
        </a:p>
      </dgm:t>
    </dgm:pt>
    <dgm:pt modelId="{41CE37FF-73C3-4514-BEEB-F6ED8B268ADB}">
      <dgm:prSet phldrT="[Tekst]"/>
      <dgm:spPr/>
      <dgm:t>
        <a:bodyPr/>
        <a:lstStyle/>
        <a:p>
          <a:r>
            <a:rPr lang="en-US" dirty="0" err="1"/>
            <a:t>AssetHandle</a:t>
          </a:r>
          <a:r>
            <a:rPr lang="en-US" dirty="0"/>
            <a:t>&lt;</a:t>
          </a:r>
          <a:r>
            <a:rPr lang="en-US" dirty="0" err="1"/>
            <a:t>SkinnedModel</a:t>
          </a:r>
          <a:r>
            <a:rPr lang="en-US" dirty="0"/>
            <a:t>&gt;</a:t>
          </a:r>
        </a:p>
      </dgm:t>
    </dgm:pt>
    <dgm:pt modelId="{C10D1272-3AAE-48BF-B546-BCEBEF77AD8B}" type="parTrans" cxnId="{3D5F30F2-6B96-45CD-88BE-DB78BB5853A0}">
      <dgm:prSet/>
      <dgm:spPr/>
      <dgm:t>
        <a:bodyPr/>
        <a:lstStyle/>
        <a:p>
          <a:endParaRPr lang="en-US"/>
        </a:p>
      </dgm:t>
    </dgm:pt>
    <dgm:pt modelId="{2F5A46C5-D92B-4570-8DC2-CD1A7763F3E9}" type="sibTrans" cxnId="{3D5F30F2-6B96-45CD-88BE-DB78BB5853A0}">
      <dgm:prSet/>
      <dgm:spPr/>
      <dgm:t>
        <a:bodyPr/>
        <a:lstStyle/>
        <a:p>
          <a:endParaRPr lang="en-US"/>
        </a:p>
      </dgm:t>
    </dgm:pt>
    <dgm:pt modelId="{0A29848C-0FE4-45CF-BF58-F142104F52CF}" type="pres">
      <dgm:prSet presAssocID="{68CDB515-419C-4E6A-AF7A-422B143CC794}" presName="Name0" presStyleCnt="0">
        <dgm:presLayoutVars>
          <dgm:dir/>
          <dgm:animLvl val="lvl"/>
          <dgm:resizeHandles val="exact"/>
        </dgm:presLayoutVars>
      </dgm:prSet>
      <dgm:spPr/>
    </dgm:pt>
    <dgm:pt modelId="{31940085-EB84-4BEF-8004-34AB48F7ED62}" type="pres">
      <dgm:prSet presAssocID="{9A44E10B-F121-414B-97C4-7398AB0A8B4F}" presName="composite" presStyleCnt="0"/>
      <dgm:spPr/>
    </dgm:pt>
    <dgm:pt modelId="{5B2A1BDB-1F93-4297-807B-E3AD82E879C7}" type="pres">
      <dgm:prSet presAssocID="{9A44E10B-F121-414B-97C4-7398AB0A8B4F}" presName="parTx" presStyleLbl="alignNode1" presStyleIdx="0" presStyleCnt="3">
        <dgm:presLayoutVars>
          <dgm:chMax val="0"/>
          <dgm:chPref val="0"/>
          <dgm:bulletEnabled val="1"/>
        </dgm:presLayoutVars>
      </dgm:prSet>
      <dgm:spPr/>
    </dgm:pt>
    <dgm:pt modelId="{105281E0-608F-4CFF-BCC9-C81ED6ED8105}" type="pres">
      <dgm:prSet presAssocID="{9A44E10B-F121-414B-97C4-7398AB0A8B4F}" presName="desTx" presStyleLbl="alignAccFollowNode1" presStyleIdx="0" presStyleCnt="3">
        <dgm:presLayoutVars>
          <dgm:bulletEnabled val="1"/>
        </dgm:presLayoutVars>
      </dgm:prSet>
      <dgm:spPr/>
    </dgm:pt>
    <dgm:pt modelId="{B4D6B2F5-380D-494B-A4C3-60FEDD503F8A}" type="pres">
      <dgm:prSet presAssocID="{F40F01A3-2E8C-4EDE-8BFB-636A39A79435}" presName="space" presStyleCnt="0"/>
      <dgm:spPr/>
    </dgm:pt>
    <dgm:pt modelId="{9D306286-FE33-402B-AE8C-5099177D2446}" type="pres">
      <dgm:prSet presAssocID="{36563BAC-42FA-482F-B727-D9F74878CDD1}" presName="composite" presStyleCnt="0"/>
      <dgm:spPr/>
    </dgm:pt>
    <dgm:pt modelId="{851B840E-74B1-44D9-BCE5-45B43C953CAB}" type="pres">
      <dgm:prSet presAssocID="{36563BAC-42FA-482F-B727-D9F74878CDD1}" presName="parTx" presStyleLbl="alignNode1" presStyleIdx="1" presStyleCnt="3">
        <dgm:presLayoutVars>
          <dgm:chMax val="0"/>
          <dgm:chPref val="0"/>
          <dgm:bulletEnabled val="1"/>
        </dgm:presLayoutVars>
      </dgm:prSet>
      <dgm:spPr/>
    </dgm:pt>
    <dgm:pt modelId="{B1952844-0174-4FED-B8FA-C0478402D493}" type="pres">
      <dgm:prSet presAssocID="{36563BAC-42FA-482F-B727-D9F74878CDD1}" presName="desTx" presStyleLbl="alignAccFollowNode1" presStyleIdx="1" presStyleCnt="3">
        <dgm:presLayoutVars>
          <dgm:bulletEnabled val="1"/>
        </dgm:presLayoutVars>
      </dgm:prSet>
      <dgm:spPr/>
    </dgm:pt>
    <dgm:pt modelId="{AE31853E-3186-46E9-AB4B-64CDEC950007}" type="pres">
      <dgm:prSet presAssocID="{2C466CEB-CC73-4591-9332-1B4E7A584BA3}" presName="space" presStyleCnt="0"/>
      <dgm:spPr/>
    </dgm:pt>
    <dgm:pt modelId="{BA3B4283-5F0B-4406-823B-1FDBDEA87DEC}" type="pres">
      <dgm:prSet presAssocID="{3704EFDE-AAEC-484D-BCE1-F78E06DC2CD3}" presName="composite" presStyleCnt="0"/>
      <dgm:spPr/>
    </dgm:pt>
    <dgm:pt modelId="{32EBC9EA-EED7-4251-A143-C0D318FA1165}" type="pres">
      <dgm:prSet presAssocID="{3704EFDE-AAEC-484D-BCE1-F78E06DC2CD3}" presName="parTx" presStyleLbl="alignNode1" presStyleIdx="2" presStyleCnt="3">
        <dgm:presLayoutVars>
          <dgm:chMax val="0"/>
          <dgm:chPref val="0"/>
          <dgm:bulletEnabled val="1"/>
        </dgm:presLayoutVars>
      </dgm:prSet>
      <dgm:spPr/>
    </dgm:pt>
    <dgm:pt modelId="{04631109-CC23-4536-96D6-7712E7A0786B}" type="pres">
      <dgm:prSet presAssocID="{3704EFDE-AAEC-484D-BCE1-F78E06DC2CD3}" presName="desTx" presStyleLbl="alignAccFollowNode1" presStyleIdx="2" presStyleCnt="3">
        <dgm:presLayoutVars>
          <dgm:bulletEnabled val="1"/>
        </dgm:presLayoutVars>
      </dgm:prSet>
      <dgm:spPr/>
    </dgm:pt>
  </dgm:ptLst>
  <dgm:cxnLst>
    <dgm:cxn modelId="{1503AF06-A948-44E6-A47D-8B58A946C12B}" type="presOf" srcId="{9A44E10B-F121-414B-97C4-7398AB0A8B4F}" destId="{5B2A1BDB-1F93-4297-807B-E3AD82E879C7}" srcOrd="0" destOrd="0" presId="urn:microsoft.com/office/officeart/2005/8/layout/hList1"/>
    <dgm:cxn modelId="{A21C010B-03B7-4D18-BE0A-9CF1AD1CCAAD}" srcId="{9A44E10B-F121-414B-97C4-7398AB0A8B4F}" destId="{4985A7F1-236D-41F0-BE1C-CE34E188D087}" srcOrd="0" destOrd="0" parTransId="{F3DDE6BE-F4B8-499E-9AE8-E2BD7FE87A63}" sibTransId="{8E0C250D-CDD3-4218-89BF-5531022B53EF}"/>
    <dgm:cxn modelId="{AF691E0B-DA2C-4D63-81AD-7980D0079CB0}" srcId="{68CDB515-419C-4E6A-AF7A-422B143CC794}" destId="{9A44E10B-F121-414B-97C4-7398AB0A8B4F}" srcOrd="0" destOrd="0" parTransId="{7A74F39A-569A-4743-82F7-5093B7CDEE6F}" sibTransId="{F40F01A3-2E8C-4EDE-8BFB-636A39A79435}"/>
    <dgm:cxn modelId="{1A77032E-1F35-4C9C-9615-B1F1A6920967}" srcId="{36563BAC-42FA-482F-B727-D9F74878CDD1}" destId="{2B29E119-EEE0-4D1B-AD92-4FF006A52C91}" srcOrd="0" destOrd="0" parTransId="{BC500855-25BC-4220-9EAF-90B2CC61C317}" sibTransId="{4B481B9E-9A49-436F-8F64-DD44A23E433C}"/>
    <dgm:cxn modelId="{AB37722E-7BD4-4740-9200-516760FB5F57}" type="presOf" srcId="{68CDB515-419C-4E6A-AF7A-422B143CC794}" destId="{0A29848C-0FE4-45CF-BF58-F142104F52CF}" srcOrd="0" destOrd="0" presId="urn:microsoft.com/office/officeart/2005/8/layout/hList1"/>
    <dgm:cxn modelId="{952C2C50-B4FC-45DC-8462-95AF3392306E}" type="presOf" srcId="{36563BAC-42FA-482F-B727-D9F74878CDD1}" destId="{851B840E-74B1-44D9-BCE5-45B43C953CAB}" srcOrd="0" destOrd="0" presId="urn:microsoft.com/office/officeart/2005/8/layout/hList1"/>
    <dgm:cxn modelId="{8DBF9D54-33C9-4DBB-8686-AA9FA4CA47B5}" type="presOf" srcId="{3704EFDE-AAEC-484D-BCE1-F78E06DC2CD3}" destId="{32EBC9EA-EED7-4251-A143-C0D318FA1165}" srcOrd="0" destOrd="0" presId="urn:microsoft.com/office/officeart/2005/8/layout/hList1"/>
    <dgm:cxn modelId="{14F3A856-0222-4A60-A25D-281942138B01}" type="presOf" srcId="{4985A7F1-236D-41F0-BE1C-CE34E188D087}" destId="{105281E0-608F-4CFF-BCC9-C81ED6ED8105}" srcOrd="0" destOrd="0" presId="urn:microsoft.com/office/officeart/2005/8/layout/hList1"/>
    <dgm:cxn modelId="{AE02BA9D-04BD-4911-AF02-101533BBEB7E}" type="presOf" srcId="{41CE37FF-73C3-4514-BEEB-F6ED8B268ADB}" destId="{04631109-CC23-4536-96D6-7712E7A0786B}" srcOrd="0" destOrd="0" presId="urn:microsoft.com/office/officeart/2005/8/layout/hList1"/>
    <dgm:cxn modelId="{3424DEA8-1BC7-4443-872F-880D719C8345}" srcId="{68CDB515-419C-4E6A-AF7A-422B143CC794}" destId="{36563BAC-42FA-482F-B727-D9F74878CDD1}" srcOrd="1" destOrd="0" parTransId="{88FD7ED1-2954-4EB7-A134-52321B8D95BE}" sibTransId="{2C466CEB-CC73-4591-9332-1B4E7A584BA3}"/>
    <dgm:cxn modelId="{3BA32AAA-1A77-43CB-88A8-DDBFE4F15ACE}" srcId="{68CDB515-419C-4E6A-AF7A-422B143CC794}" destId="{3704EFDE-AAEC-484D-BCE1-F78E06DC2CD3}" srcOrd="2" destOrd="0" parTransId="{32B96B8E-6EC4-4161-A997-9532A00C205D}" sibTransId="{5E5A628E-F449-4DF0-ADF6-EA9358E2D836}"/>
    <dgm:cxn modelId="{EE270DB6-DA44-42CB-B3A7-406FBB28F62B}" type="presOf" srcId="{2B29E119-EEE0-4D1B-AD92-4FF006A52C91}" destId="{B1952844-0174-4FED-B8FA-C0478402D493}" srcOrd="0" destOrd="0" presId="urn:microsoft.com/office/officeart/2005/8/layout/hList1"/>
    <dgm:cxn modelId="{3D5F30F2-6B96-45CD-88BE-DB78BB5853A0}" srcId="{3704EFDE-AAEC-484D-BCE1-F78E06DC2CD3}" destId="{41CE37FF-73C3-4514-BEEB-F6ED8B268ADB}" srcOrd="0" destOrd="0" parTransId="{C10D1272-3AAE-48BF-B546-BCEBEF77AD8B}" sibTransId="{2F5A46C5-D92B-4570-8DC2-CD1A7763F3E9}"/>
    <dgm:cxn modelId="{17685408-31C8-423B-8B27-B14027B120B9}" type="presParOf" srcId="{0A29848C-0FE4-45CF-BF58-F142104F52CF}" destId="{31940085-EB84-4BEF-8004-34AB48F7ED62}" srcOrd="0" destOrd="0" presId="urn:microsoft.com/office/officeart/2005/8/layout/hList1"/>
    <dgm:cxn modelId="{3FA67A78-76ED-4FA8-9804-33237B7619C5}" type="presParOf" srcId="{31940085-EB84-4BEF-8004-34AB48F7ED62}" destId="{5B2A1BDB-1F93-4297-807B-E3AD82E879C7}" srcOrd="0" destOrd="0" presId="urn:microsoft.com/office/officeart/2005/8/layout/hList1"/>
    <dgm:cxn modelId="{53B76472-C4FE-4F91-9E7C-B692DC79B4AA}" type="presParOf" srcId="{31940085-EB84-4BEF-8004-34AB48F7ED62}" destId="{105281E0-608F-4CFF-BCC9-C81ED6ED8105}" srcOrd="1" destOrd="0" presId="urn:microsoft.com/office/officeart/2005/8/layout/hList1"/>
    <dgm:cxn modelId="{4F873F67-38C8-4B70-AB37-7A03172929B3}" type="presParOf" srcId="{0A29848C-0FE4-45CF-BF58-F142104F52CF}" destId="{B4D6B2F5-380D-494B-A4C3-60FEDD503F8A}" srcOrd="1" destOrd="0" presId="urn:microsoft.com/office/officeart/2005/8/layout/hList1"/>
    <dgm:cxn modelId="{69437807-AEA0-4412-891D-096213E2B4F0}" type="presParOf" srcId="{0A29848C-0FE4-45CF-BF58-F142104F52CF}" destId="{9D306286-FE33-402B-AE8C-5099177D2446}" srcOrd="2" destOrd="0" presId="urn:microsoft.com/office/officeart/2005/8/layout/hList1"/>
    <dgm:cxn modelId="{148F626A-EB88-41ED-883C-FDA4844098EB}" type="presParOf" srcId="{9D306286-FE33-402B-AE8C-5099177D2446}" destId="{851B840E-74B1-44D9-BCE5-45B43C953CAB}" srcOrd="0" destOrd="0" presId="urn:microsoft.com/office/officeart/2005/8/layout/hList1"/>
    <dgm:cxn modelId="{3B43B253-396E-4917-9CC6-30887E8247CF}" type="presParOf" srcId="{9D306286-FE33-402B-AE8C-5099177D2446}" destId="{B1952844-0174-4FED-B8FA-C0478402D493}" srcOrd="1" destOrd="0" presId="urn:microsoft.com/office/officeart/2005/8/layout/hList1"/>
    <dgm:cxn modelId="{DE4E5D74-4341-41D6-948F-1EB61252CCAA}" type="presParOf" srcId="{0A29848C-0FE4-45CF-BF58-F142104F52CF}" destId="{AE31853E-3186-46E9-AB4B-64CDEC950007}" srcOrd="3" destOrd="0" presId="urn:microsoft.com/office/officeart/2005/8/layout/hList1"/>
    <dgm:cxn modelId="{F8DF1C06-AD7D-4BFF-90C7-C304908E23E8}" type="presParOf" srcId="{0A29848C-0FE4-45CF-BF58-F142104F52CF}" destId="{BA3B4283-5F0B-4406-823B-1FDBDEA87DEC}" srcOrd="4" destOrd="0" presId="urn:microsoft.com/office/officeart/2005/8/layout/hList1"/>
    <dgm:cxn modelId="{C42F3F0B-7219-4F07-9A7D-D6775A1B5E75}" type="presParOf" srcId="{BA3B4283-5F0B-4406-823B-1FDBDEA87DEC}" destId="{32EBC9EA-EED7-4251-A143-C0D318FA1165}" srcOrd="0" destOrd="0" presId="urn:microsoft.com/office/officeart/2005/8/layout/hList1"/>
    <dgm:cxn modelId="{E2EA25DD-6A26-47DA-B214-C6E479A34AAB}" type="presParOf" srcId="{BA3B4283-5F0B-4406-823B-1FDBDEA87DEC}" destId="{04631109-CC23-4536-96D6-7712E7A0786B}" srcOrd="1" destOrd="0" presId="urn:microsoft.com/office/officeart/2005/8/layout/hList1"/>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5.xml><?xml version="1.0" encoding="utf-8"?>
<dgm:dataModel xmlns:dgm="http://schemas.openxmlformats.org/drawingml/2006/diagram" xmlns:a="http://schemas.openxmlformats.org/drawingml/2006/main">
  <dgm:ptLst>
    <dgm:pt modelId="{68CDB515-419C-4E6A-AF7A-422B143CC794}" type="doc">
      <dgm:prSet loTypeId="urn:microsoft.com/office/officeart/2005/8/layout/hList1" loCatId="list" qsTypeId="urn:microsoft.com/office/officeart/2005/8/quickstyle/simple1" qsCatId="simple" csTypeId="urn:microsoft.com/office/officeart/2005/8/colors/accent1_2" csCatId="accent1" phldr="1"/>
      <dgm:spPr/>
      <dgm:t>
        <a:bodyPr/>
        <a:lstStyle/>
        <a:p>
          <a:endParaRPr lang="en-US"/>
        </a:p>
      </dgm:t>
    </dgm:pt>
    <dgm:pt modelId="{BF7084CC-9E38-42BC-967E-47BDAF1F21F1}">
      <dgm:prSet phldrT="[Tekst]"/>
      <dgm:spPr/>
      <dgm:t>
        <a:bodyPr/>
        <a:lstStyle/>
        <a:p>
          <a:r>
            <a:rPr lang="en-US" dirty="0" err="1"/>
            <a:t>CRenderMeshView</a:t>
          </a:r>
          <a:endParaRPr lang="en-US" dirty="0"/>
        </a:p>
      </dgm:t>
    </dgm:pt>
    <dgm:pt modelId="{A2A9D50D-E96B-4B04-8134-83E5F69152C2}" type="parTrans" cxnId="{7144F270-8937-423E-B852-1F35D359D2DA}">
      <dgm:prSet/>
      <dgm:spPr/>
      <dgm:t>
        <a:bodyPr/>
        <a:lstStyle/>
        <a:p>
          <a:endParaRPr lang="en-US"/>
        </a:p>
      </dgm:t>
    </dgm:pt>
    <dgm:pt modelId="{CEF80E13-0D7F-4630-83B1-D5E17FD9498E}" type="sibTrans" cxnId="{7144F270-8937-423E-B852-1F35D359D2DA}">
      <dgm:prSet/>
      <dgm:spPr/>
      <dgm:t>
        <a:bodyPr/>
        <a:lstStyle/>
        <a:p>
          <a:endParaRPr lang="en-US"/>
        </a:p>
      </dgm:t>
    </dgm:pt>
    <dgm:pt modelId="{59FC292B-DE2F-4C5E-B404-0894AECEFCB9}">
      <dgm:prSet phldrT="[Tekst]"/>
      <dgm:spPr/>
      <dgm:t>
        <a:bodyPr/>
        <a:lstStyle/>
        <a:p>
          <a:r>
            <a:rPr lang="en-US" dirty="0" err="1"/>
            <a:t>AssetHandle</a:t>
          </a:r>
          <a:r>
            <a:rPr lang="en-US" dirty="0"/>
            <a:t>&lt;Mesh&gt;</a:t>
          </a:r>
        </a:p>
      </dgm:t>
    </dgm:pt>
    <dgm:pt modelId="{C2D58DF1-B08F-4050-B521-92AE9F144F11}" type="parTrans" cxnId="{AB62380F-1C3B-49B5-800E-A32609903DB1}">
      <dgm:prSet/>
      <dgm:spPr/>
      <dgm:t>
        <a:bodyPr/>
        <a:lstStyle/>
        <a:p>
          <a:endParaRPr lang="en-US"/>
        </a:p>
      </dgm:t>
    </dgm:pt>
    <dgm:pt modelId="{6F980F98-424F-4DBB-B733-B5D715588B41}" type="sibTrans" cxnId="{AB62380F-1C3B-49B5-800E-A32609903DB1}">
      <dgm:prSet/>
      <dgm:spPr/>
      <dgm:t>
        <a:bodyPr/>
        <a:lstStyle/>
        <a:p>
          <a:endParaRPr lang="en-US"/>
        </a:p>
      </dgm:t>
    </dgm:pt>
    <dgm:pt modelId="{1A549495-FF4C-48E3-8BD8-51505E5EC6D9}">
      <dgm:prSet phldrT="[Tekst]"/>
      <dgm:spPr/>
      <dgm:t>
        <a:bodyPr/>
        <a:lstStyle/>
        <a:p>
          <a:r>
            <a:rPr lang="en-US" dirty="0" err="1"/>
            <a:t>CModelView</a:t>
          </a:r>
          <a:endParaRPr lang="en-US" dirty="0"/>
        </a:p>
      </dgm:t>
    </dgm:pt>
    <dgm:pt modelId="{7B54B963-DD9D-4D9A-9489-018EADFD61DC}" type="parTrans" cxnId="{71E9C0BC-07BC-45E8-94B1-6A58B67DEB64}">
      <dgm:prSet/>
      <dgm:spPr/>
      <dgm:t>
        <a:bodyPr/>
        <a:lstStyle/>
        <a:p>
          <a:endParaRPr lang="en-US"/>
        </a:p>
      </dgm:t>
    </dgm:pt>
    <dgm:pt modelId="{7C1B6404-0280-4405-9CFE-84A3280EDD26}" type="sibTrans" cxnId="{71E9C0BC-07BC-45E8-94B1-6A58B67DEB64}">
      <dgm:prSet/>
      <dgm:spPr/>
      <dgm:t>
        <a:bodyPr/>
        <a:lstStyle/>
        <a:p>
          <a:endParaRPr lang="en-US"/>
        </a:p>
      </dgm:t>
    </dgm:pt>
    <dgm:pt modelId="{36D07602-DBE8-44EF-8EC3-37070EF1303D}">
      <dgm:prSet phldrT="[Tekst]"/>
      <dgm:spPr/>
      <dgm:t>
        <a:bodyPr/>
        <a:lstStyle/>
        <a:p>
          <a:r>
            <a:rPr lang="en-US" dirty="0"/>
            <a:t>Vector&lt;</a:t>
          </a:r>
          <a:r>
            <a:rPr lang="en-US" dirty="0" err="1"/>
            <a:t>AssetHandle</a:t>
          </a:r>
          <a:r>
            <a:rPr lang="en-US" dirty="0"/>
            <a:t>&lt;</a:t>
          </a:r>
          <a:r>
            <a:rPr lang="en-US" dirty="0" err="1"/>
            <a:t>RenderMesh</a:t>
          </a:r>
          <a:r>
            <a:rPr lang="en-US" dirty="0"/>
            <a:t>&gt;&gt;</a:t>
          </a:r>
        </a:p>
      </dgm:t>
    </dgm:pt>
    <dgm:pt modelId="{8BF3C7B6-8ADA-4A69-81C8-C24382E9E8E2}" type="parTrans" cxnId="{A78D9C3B-4AC5-4518-A925-5D7E794DAFBE}">
      <dgm:prSet/>
      <dgm:spPr/>
      <dgm:t>
        <a:bodyPr/>
        <a:lstStyle/>
        <a:p>
          <a:endParaRPr lang="en-US"/>
        </a:p>
      </dgm:t>
    </dgm:pt>
    <dgm:pt modelId="{DAA54A3A-CA5C-4110-8C6B-6DC3206807BE}" type="sibTrans" cxnId="{A78D9C3B-4AC5-4518-A925-5D7E794DAFBE}">
      <dgm:prSet/>
      <dgm:spPr/>
      <dgm:t>
        <a:bodyPr/>
        <a:lstStyle/>
        <a:p>
          <a:endParaRPr lang="en-US"/>
        </a:p>
      </dgm:t>
    </dgm:pt>
    <dgm:pt modelId="{C44D307C-BBE8-48E9-A26E-5ACD64C98DF3}">
      <dgm:prSet phldrT="[Tekst]"/>
      <dgm:spPr/>
      <dgm:t>
        <a:bodyPr/>
        <a:lstStyle/>
        <a:p>
          <a:r>
            <a:rPr lang="en-US" dirty="0" err="1"/>
            <a:t>CSkinnedModel</a:t>
          </a:r>
          <a:endParaRPr lang="en-US" dirty="0"/>
        </a:p>
      </dgm:t>
    </dgm:pt>
    <dgm:pt modelId="{8A53EB77-E6DE-4111-B5D8-E24DD9A8DE68}" type="parTrans" cxnId="{E59C0457-D7E5-4D85-9956-FE4D869E2735}">
      <dgm:prSet/>
      <dgm:spPr/>
      <dgm:t>
        <a:bodyPr/>
        <a:lstStyle/>
        <a:p>
          <a:endParaRPr lang="en-US"/>
        </a:p>
      </dgm:t>
    </dgm:pt>
    <dgm:pt modelId="{100FC4CB-5799-404A-B22A-C991E3928DBA}" type="sibTrans" cxnId="{E59C0457-D7E5-4D85-9956-FE4D869E2735}">
      <dgm:prSet/>
      <dgm:spPr/>
      <dgm:t>
        <a:bodyPr/>
        <a:lstStyle/>
        <a:p>
          <a:endParaRPr lang="en-US"/>
        </a:p>
      </dgm:t>
    </dgm:pt>
    <dgm:pt modelId="{861CF689-67A6-4D76-B5C0-C5E1EDBADD12}">
      <dgm:prSet phldrT="[Tekst]"/>
      <dgm:spPr/>
      <dgm:t>
        <a:bodyPr/>
        <a:lstStyle/>
        <a:p>
          <a:r>
            <a:rPr lang="en-US" dirty="0" err="1"/>
            <a:t>AssetHandle</a:t>
          </a:r>
          <a:r>
            <a:rPr lang="en-US" dirty="0"/>
            <a:t>&lt;Skeleton&gt;</a:t>
          </a:r>
        </a:p>
      </dgm:t>
    </dgm:pt>
    <dgm:pt modelId="{84FD8B1A-2219-46B7-89AD-E655135BFA3B}" type="parTrans" cxnId="{D8C7275E-50E9-488E-B1B2-918B1BDFD099}">
      <dgm:prSet/>
      <dgm:spPr/>
      <dgm:t>
        <a:bodyPr/>
        <a:lstStyle/>
        <a:p>
          <a:endParaRPr lang="en-US"/>
        </a:p>
      </dgm:t>
    </dgm:pt>
    <dgm:pt modelId="{7E45287B-80A2-4786-BF4D-7B4C84B49723}" type="sibTrans" cxnId="{D8C7275E-50E9-488E-B1B2-918B1BDFD099}">
      <dgm:prSet/>
      <dgm:spPr/>
      <dgm:t>
        <a:bodyPr/>
        <a:lstStyle/>
        <a:p>
          <a:endParaRPr lang="en-US"/>
        </a:p>
      </dgm:t>
    </dgm:pt>
    <dgm:pt modelId="{EF838E32-1601-43DC-8E63-DA382C601ECB}">
      <dgm:prSet phldrT="[Tekst]"/>
      <dgm:spPr/>
      <dgm:t>
        <a:bodyPr/>
        <a:lstStyle/>
        <a:p>
          <a:r>
            <a:rPr lang="en-US" dirty="0" err="1"/>
            <a:t>AssetHandle</a:t>
          </a:r>
          <a:r>
            <a:rPr lang="en-US" dirty="0"/>
            <a:t>&lt;Material&gt;</a:t>
          </a:r>
        </a:p>
      </dgm:t>
    </dgm:pt>
    <dgm:pt modelId="{129A530B-C128-40A8-89FD-7023CB62D8CC}" type="parTrans" cxnId="{AD171F5B-077D-40B5-B8AF-8A8A57AF47C3}">
      <dgm:prSet/>
      <dgm:spPr/>
      <dgm:t>
        <a:bodyPr/>
        <a:lstStyle/>
        <a:p>
          <a:endParaRPr lang="en-US"/>
        </a:p>
      </dgm:t>
    </dgm:pt>
    <dgm:pt modelId="{55D8F83E-0ACC-4ED9-B169-28B773BBBC48}" type="sibTrans" cxnId="{AD171F5B-077D-40B5-B8AF-8A8A57AF47C3}">
      <dgm:prSet/>
      <dgm:spPr/>
      <dgm:t>
        <a:bodyPr/>
        <a:lstStyle/>
        <a:p>
          <a:endParaRPr lang="en-US"/>
        </a:p>
      </dgm:t>
    </dgm:pt>
    <dgm:pt modelId="{C68C6300-52DD-4B4A-AC52-54659F497E09}">
      <dgm:prSet phldrT="[Tekst]"/>
      <dgm:spPr/>
      <dgm:t>
        <a:bodyPr/>
        <a:lstStyle/>
        <a:p>
          <a:r>
            <a:rPr lang="en-US" dirty="0"/>
            <a:t>Skinning</a:t>
          </a:r>
        </a:p>
      </dgm:t>
    </dgm:pt>
    <dgm:pt modelId="{E85C0523-9869-48B9-AC43-62DD5AE1D0C8}" type="parTrans" cxnId="{BE899879-3DBC-41D8-803A-C76E3328FED7}">
      <dgm:prSet/>
      <dgm:spPr/>
      <dgm:t>
        <a:bodyPr/>
        <a:lstStyle/>
        <a:p>
          <a:endParaRPr lang="en-US"/>
        </a:p>
      </dgm:t>
    </dgm:pt>
    <dgm:pt modelId="{045FF0B0-DCF0-4483-9D45-CF793027593C}" type="sibTrans" cxnId="{BE899879-3DBC-41D8-803A-C76E3328FED7}">
      <dgm:prSet/>
      <dgm:spPr/>
      <dgm:t>
        <a:bodyPr/>
        <a:lstStyle/>
        <a:p>
          <a:endParaRPr lang="en-US"/>
        </a:p>
      </dgm:t>
    </dgm:pt>
    <dgm:pt modelId="{A3A8DFB3-384E-41D6-B56E-3AB4E5571C05}">
      <dgm:prSet phldrT="[Tekst]"/>
      <dgm:spPr/>
      <dgm:t>
        <a:bodyPr/>
        <a:lstStyle/>
        <a:p>
          <a:r>
            <a:rPr lang="en-US" dirty="0"/>
            <a:t>Vector&lt;</a:t>
          </a:r>
          <a:r>
            <a:rPr lang="en-US" dirty="0" err="1"/>
            <a:t>AssetHandle</a:t>
          </a:r>
          <a:r>
            <a:rPr lang="en-US" dirty="0"/>
            <a:t>&lt;</a:t>
          </a:r>
          <a:r>
            <a:rPr lang="en-US" dirty="0" err="1"/>
            <a:t>RenderMesh</a:t>
          </a:r>
          <a:r>
            <a:rPr lang="en-US" dirty="0"/>
            <a:t>&gt;&gt;</a:t>
          </a:r>
        </a:p>
      </dgm:t>
    </dgm:pt>
    <dgm:pt modelId="{783790AA-A359-4561-8D17-AB44AB374E47}" type="parTrans" cxnId="{75514E73-CC74-4674-99EF-04F958588CA9}">
      <dgm:prSet/>
      <dgm:spPr/>
      <dgm:t>
        <a:bodyPr/>
        <a:lstStyle/>
        <a:p>
          <a:endParaRPr lang="en-US"/>
        </a:p>
      </dgm:t>
    </dgm:pt>
    <dgm:pt modelId="{8A0E020B-94A1-4BD1-8014-507572921330}" type="sibTrans" cxnId="{75514E73-CC74-4674-99EF-04F958588CA9}">
      <dgm:prSet/>
      <dgm:spPr/>
      <dgm:t>
        <a:bodyPr/>
        <a:lstStyle/>
        <a:p>
          <a:endParaRPr lang="en-US"/>
        </a:p>
      </dgm:t>
    </dgm:pt>
    <dgm:pt modelId="{0A29848C-0FE4-45CF-BF58-F142104F52CF}" type="pres">
      <dgm:prSet presAssocID="{68CDB515-419C-4E6A-AF7A-422B143CC794}" presName="Name0" presStyleCnt="0">
        <dgm:presLayoutVars>
          <dgm:dir/>
          <dgm:animLvl val="lvl"/>
          <dgm:resizeHandles val="exact"/>
        </dgm:presLayoutVars>
      </dgm:prSet>
      <dgm:spPr/>
    </dgm:pt>
    <dgm:pt modelId="{0D55AB78-32B6-4369-AB14-65EA71DF866A}" type="pres">
      <dgm:prSet presAssocID="{BF7084CC-9E38-42BC-967E-47BDAF1F21F1}" presName="composite" presStyleCnt="0"/>
      <dgm:spPr/>
    </dgm:pt>
    <dgm:pt modelId="{47C9169D-A9A8-4A32-A125-776AB0162930}" type="pres">
      <dgm:prSet presAssocID="{BF7084CC-9E38-42BC-967E-47BDAF1F21F1}" presName="parTx" presStyleLbl="alignNode1" presStyleIdx="0" presStyleCnt="3">
        <dgm:presLayoutVars>
          <dgm:chMax val="0"/>
          <dgm:chPref val="0"/>
          <dgm:bulletEnabled val="1"/>
        </dgm:presLayoutVars>
      </dgm:prSet>
      <dgm:spPr/>
    </dgm:pt>
    <dgm:pt modelId="{BC2B1763-47AB-448E-B21B-FC14D91F25D4}" type="pres">
      <dgm:prSet presAssocID="{BF7084CC-9E38-42BC-967E-47BDAF1F21F1}" presName="desTx" presStyleLbl="alignAccFollowNode1" presStyleIdx="0" presStyleCnt="3">
        <dgm:presLayoutVars>
          <dgm:bulletEnabled val="1"/>
        </dgm:presLayoutVars>
      </dgm:prSet>
      <dgm:spPr/>
    </dgm:pt>
    <dgm:pt modelId="{702F4171-244B-4D36-9CC6-6EADD5BB9732}" type="pres">
      <dgm:prSet presAssocID="{CEF80E13-0D7F-4630-83B1-D5E17FD9498E}" presName="space" presStyleCnt="0"/>
      <dgm:spPr/>
    </dgm:pt>
    <dgm:pt modelId="{D3872EA8-D4D7-4605-9717-A476B44518B9}" type="pres">
      <dgm:prSet presAssocID="{1A549495-FF4C-48E3-8BD8-51505E5EC6D9}" presName="composite" presStyleCnt="0"/>
      <dgm:spPr/>
    </dgm:pt>
    <dgm:pt modelId="{3AD8513A-B449-41EA-875E-725799799397}" type="pres">
      <dgm:prSet presAssocID="{1A549495-FF4C-48E3-8BD8-51505E5EC6D9}" presName="parTx" presStyleLbl="alignNode1" presStyleIdx="1" presStyleCnt="3">
        <dgm:presLayoutVars>
          <dgm:chMax val="0"/>
          <dgm:chPref val="0"/>
          <dgm:bulletEnabled val="1"/>
        </dgm:presLayoutVars>
      </dgm:prSet>
      <dgm:spPr/>
    </dgm:pt>
    <dgm:pt modelId="{CAA0E9E9-BC00-476B-8374-BBDB2486393F}" type="pres">
      <dgm:prSet presAssocID="{1A549495-FF4C-48E3-8BD8-51505E5EC6D9}" presName="desTx" presStyleLbl="alignAccFollowNode1" presStyleIdx="1" presStyleCnt="3">
        <dgm:presLayoutVars>
          <dgm:bulletEnabled val="1"/>
        </dgm:presLayoutVars>
      </dgm:prSet>
      <dgm:spPr/>
    </dgm:pt>
    <dgm:pt modelId="{C461049D-5C94-486B-A2E9-28A3D03021A9}" type="pres">
      <dgm:prSet presAssocID="{7C1B6404-0280-4405-9CFE-84A3280EDD26}" presName="space" presStyleCnt="0"/>
      <dgm:spPr/>
    </dgm:pt>
    <dgm:pt modelId="{7ABE4264-E19A-4187-A0BF-E2AC3CFBCECA}" type="pres">
      <dgm:prSet presAssocID="{C44D307C-BBE8-48E9-A26E-5ACD64C98DF3}" presName="composite" presStyleCnt="0"/>
      <dgm:spPr/>
    </dgm:pt>
    <dgm:pt modelId="{93081D96-5EF9-4DEF-A35A-4D7DCC9AFCE9}" type="pres">
      <dgm:prSet presAssocID="{C44D307C-BBE8-48E9-A26E-5ACD64C98DF3}" presName="parTx" presStyleLbl="alignNode1" presStyleIdx="2" presStyleCnt="3">
        <dgm:presLayoutVars>
          <dgm:chMax val="0"/>
          <dgm:chPref val="0"/>
          <dgm:bulletEnabled val="1"/>
        </dgm:presLayoutVars>
      </dgm:prSet>
      <dgm:spPr/>
    </dgm:pt>
    <dgm:pt modelId="{8392BA67-4D88-4B5E-AE73-76EFC5D0D648}" type="pres">
      <dgm:prSet presAssocID="{C44D307C-BBE8-48E9-A26E-5ACD64C98DF3}" presName="desTx" presStyleLbl="alignAccFollowNode1" presStyleIdx="2" presStyleCnt="3">
        <dgm:presLayoutVars>
          <dgm:bulletEnabled val="1"/>
        </dgm:presLayoutVars>
      </dgm:prSet>
      <dgm:spPr/>
    </dgm:pt>
  </dgm:ptLst>
  <dgm:cxnLst>
    <dgm:cxn modelId="{AB62380F-1C3B-49B5-800E-A32609903DB1}" srcId="{BF7084CC-9E38-42BC-967E-47BDAF1F21F1}" destId="{59FC292B-DE2F-4C5E-B404-0894AECEFCB9}" srcOrd="0" destOrd="0" parTransId="{C2D58DF1-B08F-4050-B521-92AE9F144F11}" sibTransId="{6F980F98-424F-4DBB-B733-B5D715588B41}"/>
    <dgm:cxn modelId="{79BF7D1E-E3A2-4B05-9C07-A2A77AF55CFF}" type="presOf" srcId="{EF838E32-1601-43DC-8E63-DA382C601ECB}" destId="{BC2B1763-47AB-448E-B21B-FC14D91F25D4}" srcOrd="0" destOrd="1" presId="urn:microsoft.com/office/officeart/2005/8/layout/hList1"/>
    <dgm:cxn modelId="{AB37722E-7BD4-4740-9200-516760FB5F57}" type="presOf" srcId="{68CDB515-419C-4E6A-AF7A-422B143CC794}" destId="{0A29848C-0FE4-45CF-BF58-F142104F52CF}" srcOrd="0" destOrd="0" presId="urn:microsoft.com/office/officeart/2005/8/layout/hList1"/>
    <dgm:cxn modelId="{A78D9C3B-4AC5-4518-A925-5D7E794DAFBE}" srcId="{1A549495-FF4C-48E3-8BD8-51505E5EC6D9}" destId="{36D07602-DBE8-44EF-8EC3-37070EF1303D}" srcOrd="0" destOrd="0" parTransId="{8BF3C7B6-8ADA-4A69-81C8-C24382E9E8E2}" sibTransId="{DAA54A3A-CA5C-4110-8C6B-6DC3206807BE}"/>
    <dgm:cxn modelId="{AD171F5B-077D-40B5-B8AF-8A8A57AF47C3}" srcId="{BF7084CC-9E38-42BC-967E-47BDAF1F21F1}" destId="{EF838E32-1601-43DC-8E63-DA382C601ECB}" srcOrd="1" destOrd="0" parTransId="{129A530B-C128-40A8-89FD-7023CB62D8CC}" sibTransId="{55D8F83E-0ACC-4ED9-B169-28B773BBBC48}"/>
    <dgm:cxn modelId="{B11F575D-789E-4DB3-B662-CD30E40E3789}" type="presOf" srcId="{861CF689-67A6-4D76-B5C0-C5E1EDBADD12}" destId="{8392BA67-4D88-4B5E-AE73-76EFC5D0D648}" srcOrd="0" destOrd="0" presId="urn:microsoft.com/office/officeart/2005/8/layout/hList1"/>
    <dgm:cxn modelId="{D191CE5D-D3C5-48AA-A4FA-DDAC2A8312E0}" type="presOf" srcId="{1A549495-FF4C-48E3-8BD8-51505E5EC6D9}" destId="{3AD8513A-B449-41EA-875E-725799799397}" srcOrd="0" destOrd="0" presId="urn:microsoft.com/office/officeart/2005/8/layout/hList1"/>
    <dgm:cxn modelId="{D8C7275E-50E9-488E-B1B2-918B1BDFD099}" srcId="{C44D307C-BBE8-48E9-A26E-5ACD64C98DF3}" destId="{861CF689-67A6-4D76-B5C0-C5E1EDBADD12}" srcOrd="0" destOrd="0" parTransId="{84FD8B1A-2219-46B7-89AD-E655135BFA3B}" sibTransId="{7E45287B-80A2-4786-BF4D-7B4C84B49723}"/>
    <dgm:cxn modelId="{566EA95F-F811-4091-BF66-32543EBCC87F}" type="presOf" srcId="{C44D307C-BBE8-48E9-A26E-5ACD64C98DF3}" destId="{93081D96-5EF9-4DEF-A35A-4D7DCC9AFCE9}" srcOrd="0" destOrd="0" presId="urn:microsoft.com/office/officeart/2005/8/layout/hList1"/>
    <dgm:cxn modelId="{7144F270-8937-423E-B852-1F35D359D2DA}" srcId="{68CDB515-419C-4E6A-AF7A-422B143CC794}" destId="{BF7084CC-9E38-42BC-967E-47BDAF1F21F1}" srcOrd="0" destOrd="0" parTransId="{A2A9D50D-E96B-4B04-8134-83E5F69152C2}" sibTransId="{CEF80E13-0D7F-4630-83B1-D5E17FD9498E}"/>
    <dgm:cxn modelId="{8B6A9F51-1DF5-48CF-AAE5-3C8395CD2957}" type="presOf" srcId="{59FC292B-DE2F-4C5E-B404-0894AECEFCB9}" destId="{BC2B1763-47AB-448E-B21B-FC14D91F25D4}" srcOrd="0" destOrd="0" presId="urn:microsoft.com/office/officeart/2005/8/layout/hList1"/>
    <dgm:cxn modelId="{75514E73-CC74-4674-99EF-04F958588CA9}" srcId="{C44D307C-BBE8-48E9-A26E-5ACD64C98DF3}" destId="{A3A8DFB3-384E-41D6-B56E-3AB4E5571C05}" srcOrd="1" destOrd="0" parTransId="{783790AA-A359-4561-8D17-AB44AB374E47}" sibTransId="{8A0E020B-94A1-4BD1-8014-507572921330}"/>
    <dgm:cxn modelId="{E59C0457-D7E5-4D85-9956-FE4D869E2735}" srcId="{68CDB515-419C-4E6A-AF7A-422B143CC794}" destId="{C44D307C-BBE8-48E9-A26E-5ACD64C98DF3}" srcOrd="2" destOrd="0" parTransId="{8A53EB77-E6DE-4111-B5D8-E24DD9A8DE68}" sibTransId="{100FC4CB-5799-404A-B22A-C991E3928DBA}"/>
    <dgm:cxn modelId="{BE899879-3DBC-41D8-803A-C76E3328FED7}" srcId="{C44D307C-BBE8-48E9-A26E-5ACD64C98DF3}" destId="{C68C6300-52DD-4B4A-AC52-54659F497E09}" srcOrd="2" destOrd="0" parTransId="{E85C0523-9869-48B9-AC43-62DD5AE1D0C8}" sibTransId="{045FF0B0-DCF0-4483-9D45-CF793027593C}"/>
    <dgm:cxn modelId="{6CB7988D-C035-485A-BB94-5240552E2119}" type="presOf" srcId="{C68C6300-52DD-4B4A-AC52-54659F497E09}" destId="{8392BA67-4D88-4B5E-AE73-76EFC5D0D648}" srcOrd="0" destOrd="2" presId="urn:microsoft.com/office/officeart/2005/8/layout/hList1"/>
    <dgm:cxn modelId="{23EA5B9C-F405-4A53-8608-1B6D8911520C}" type="presOf" srcId="{A3A8DFB3-384E-41D6-B56E-3AB4E5571C05}" destId="{8392BA67-4D88-4B5E-AE73-76EFC5D0D648}" srcOrd="0" destOrd="1" presId="urn:microsoft.com/office/officeart/2005/8/layout/hList1"/>
    <dgm:cxn modelId="{0F8204A4-BD1A-4E4B-B1D6-27A3A379D1D9}" type="presOf" srcId="{BF7084CC-9E38-42BC-967E-47BDAF1F21F1}" destId="{47C9169D-A9A8-4A32-A125-776AB0162930}" srcOrd="0" destOrd="0" presId="urn:microsoft.com/office/officeart/2005/8/layout/hList1"/>
    <dgm:cxn modelId="{71E9C0BC-07BC-45E8-94B1-6A58B67DEB64}" srcId="{68CDB515-419C-4E6A-AF7A-422B143CC794}" destId="{1A549495-FF4C-48E3-8BD8-51505E5EC6D9}" srcOrd="1" destOrd="0" parTransId="{7B54B963-DD9D-4D9A-9489-018EADFD61DC}" sibTransId="{7C1B6404-0280-4405-9CFE-84A3280EDD26}"/>
    <dgm:cxn modelId="{DFC71CED-76D4-41AC-8AEB-D80E2899BF5A}" type="presOf" srcId="{36D07602-DBE8-44EF-8EC3-37070EF1303D}" destId="{CAA0E9E9-BC00-476B-8374-BBDB2486393F}" srcOrd="0" destOrd="0" presId="urn:microsoft.com/office/officeart/2005/8/layout/hList1"/>
    <dgm:cxn modelId="{D8C4471D-83E6-4B97-A6EC-465050079F35}" type="presParOf" srcId="{0A29848C-0FE4-45CF-BF58-F142104F52CF}" destId="{0D55AB78-32B6-4369-AB14-65EA71DF866A}" srcOrd="0" destOrd="0" presId="urn:microsoft.com/office/officeart/2005/8/layout/hList1"/>
    <dgm:cxn modelId="{1A920323-4738-4EF4-8166-8FBF0AA1253E}" type="presParOf" srcId="{0D55AB78-32B6-4369-AB14-65EA71DF866A}" destId="{47C9169D-A9A8-4A32-A125-776AB0162930}" srcOrd="0" destOrd="0" presId="urn:microsoft.com/office/officeart/2005/8/layout/hList1"/>
    <dgm:cxn modelId="{D194C549-4419-4A8B-8EF6-8A1D1D0EE94E}" type="presParOf" srcId="{0D55AB78-32B6-4369-AB14-65EA71DF866A}" destId="{BC2B1763-47AB-448E-B21B-FC14D91F25D4}" srcOrd="1" destOrd="0" presId="urn:microsoft.com/office/officeart/2005/8/layout/hList1"/>
    <dgm:cxn modelId="{FD5EE9D5-30D0-4BE1-80EF-9CD186E62D0A}" type="presParOf" srcId="{0A29848C-0FE4-45CF-BF58-F142104F52CF}" destId="{702F4171-244B-4D36-9CC6-6EADD5BB9732}" srcOrd="1" destOrd="0" presId="urn:microsoft.com/office/officeart/2005/8/layout/hList1"/>
    <dgm:cxn modelId="{7D259D0A-DACC-4724-ADB4-7A6B6F242AC4}" type="presParOf" srcId="{0A29848C-0FE4-45CF-BF58-F142104F52CF}" destId="{D3872EA8-D4D7-4605-9717-A476B44518B9}" srcOrd="2" destOrd="0" presId="urn:microsoft.com/office/officeart/2005/8/layout/hList1"/>
    <dgm:cxn modelId="{EA882621-436E-49EB-ABF1-061DDD17987A}" type="presParOf" srcId="{D3872EA8-D4D7-4605-9717-A476B44518B9}" destId="{3AD8513A-B449-41EA-875E-725799799397}" srcOrd="0" destOrd="0" presId="urn:microsoft.com/office/officeart/2005/8/layout/hList1"/>
    <dgm:cxn modelId="{2CA111ED-37DE-4DF6-92D0-74586D759434}" type="presParOf" srcId="{D3872EA8-D4D7-4605-9717-A476B44518B9}" destId="{CAA0E9E9-BC00-476B-8374-BBDB2486393F}" srcOrd="1" destOrd="0" presId="urn:microsoft.com/office/officeart/2005/8/layout/hList1"/>
    <dgm:cxn modelId="{7AB011C8-FA0D-4402-8970-89381ECB4FEF}" type="presParOf" srcId="{0A29848C-0FE4-45CF-BF58-F142104F52CF}" destId="{C461049D-5C94-486B-A2E9-28A3D03021A9}" srcOrd="3" destOrd="0" presId="urn:microsoft.com/office/officeart/2005/8/layout/hList1"/>
    <dgm:cxn modelId="{42BFB7E3-D118-44CD-A65A-0FA84C3821A6}" type="presParOf" srcId="{0A29848C-0FE4-45CF-BF58-F142104F52CF}" destId="{7ABE4264-E19A-4187-A0BF-E2AC3CFBCECA}" srcOrd="4" destOrd="0" presId="urn:microsoft.com/office/officeart/2005/8/layout/hList1"/>
    <dgm:cxn modelId="{1B248681-BB12-4BA2-8816-F05319E0FFBF}" type="presParOf" srcId="{7ABE4264-E19A-4187-A0BF-E2AC3CFBCECA}" destId="{93081D96-5EF9-4DEF-A35A-4D7DCC9AFCE9}" srcOrd="0" destOrd="0" presId="urn:microsoft.com/office/officeart/2005/8/layout/hList1"/>
    <dgm:cxn modelId="{A25BD90F-A224-456C-810C-E63285975375}" type="presParOf" srcId="{7ABE4264-E19A-4187-A0BF-E2AC3CFBCECA}" destId="{8392BA67-4D88-4B5E-AE73-76EFC5D0D648}" srcOrd="1" destOrd="0" presId="urn:microsoft.com/office/officeart/2005/8/layout/hList1"/>
  </dgm:cxnLst>
  <dgm:bg/>
  <dgm:whole/>
  <dgm:extLst>
    <a:ext uri="http://schemas.microsoft.com/office/drawing/2008/diagram">
      <dsp:dataModelExt xmlns:dsp="http://schemas.microsoft.com/office/drawing/2008/diagram" relId="rId11"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FED716D0-DF92-4315-9EF0-8D5A66BB5F91}">
      <dsp:nvSpPr>
        <dsp:cNvPr id="0" name=""/>
        <dsp:cNvSpPr/>
      </dsp:nvSpPr>
      <dsp:spPr>
        <a:xfrm>
          <a:off x="3827" y="439417"/>
          <a:ext cx="2072435" cy="1243461"/>
        </a:xfrm>
        <a:prstGeom prst="rect">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ctr" defTabSz="1111250">
            <a:lnSpc>
              <a:spcPct val="90000"/>
            </a:lnSpc>
            <a:spcBef>
              <a:spcPct val="0"/>
            </a:spcBef>
            <a:spcAft>
              <a:spcPct val="35000"/>
            </a:spcAft>
            <a:buFont typeface="Arial" panose="020B0604020202020204" pitchFamily="34" charset="0"/>
            <a:buNone/>
          </a:pPr>
          <a:r>
            <a:rPr lang="en-US" sz="2500" kern="1200" dirty="0"/>
            <a:t>Texture</a:t>
          </a:r>
        </a:p>
      </dsp:txBody>
      <dsp:txXfrm>
        <a:off x="3827" y="439417"/>
        <a:ext cx="2072435" cy="1243461"/>
      </dsp:txXfrm>
    </dsp:sp>
    <dsp:sp modelId="{923CF40A-C435-4433-80CF-8BE881A35090}">
      <dsp:nvSpPr>
        <dsp:cNvPr id="0" name=""/>
        <dsp:cNvSpPr/>
      </dsp:nvSpPr>
      <dsp:spPr>
        <a:xfrm>
          <a:off x="2283506" y="439417"/>
          <a:ext cx="2072435" cy="1243461"/>
        </a:xfrm>
        <a:prstGeom prst="rect">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ctr" defTabSz="1111250">
            <a:lnSpc>
              <a:spcPct val="90000"/>
            </a:lnSpc>
            <a:spcBef>
              <a:spcPct val="0"/>
            </a:spcBef>
            <a:spcAft>
              <a:spcPct val="35000"/>
            </a:spcAft>
            <a:buNone/>
          </a:pPr>
          <a:r>
            <a:rPr lang="en-US" sz="2500" kern="1200" dirty="0"/>
            <a:t>Texture2D</a:t>
          </a:r>
        </a:p>
      </dsp:txBody>
      <dsp:txXfrm>
        <a:off x="2283506" y="439417"/>
        <a:ext cx="2072435" cy="1243461"/>
      </dsp:txXfrm>
    </dsp:sp>
    <dsp:sp modelId="{708DEA83-DB0D-4DF3-A2A8-920033793A54}">
      <dsp:nvSpPr>
        <dsp:cNvPr id="0" name=""/>
        <dsp:cNvSpPr/>
      </dsp:nvSpPr>
      <dsp:spPr>
        <a:xfrm>
          <a:off x="4563186" y="439417"/>
          <a:ext cx="2072435" cy="1243461"/>
        </a:xfrm>
        <a:prstGeom prst="rect">
          <a:avLst/>
        </a:prstGeom>
        <a:solidFill>
          <a:schemeClr val="accent5"/>
        </a:solidFill>
        <a:ln w="19050" cap="flat" cmpd="sng" algn="ctr">
          <a:solidFill>
            <a:schemeClr val="lt1"/>
          </a:solidFill>
          <a:prstDash val="solid"/>
          <a:miter lim="800000"/>
        </a:ln>
        <a:effectLst/>
      </dsp:spPr>
      <dsp:style>
        <a:lnRef idx="3">
          <a:schemeClr val="lt1"/>
        </a:lnRef>
        <a:fillRef idx="1">
          <a:schemeClr val="accent5"/>
        </a:fillRef>
        <a:effectRef idx="1">
          <a:schemeClr val="accent5"/>
        </a:effectRef>
        <a:fontRef idx="minor">
          <a:schemeClr val="lt1"/>
        </a:fontRef>
      </dsp:style>
      <dsp:txBody>
        <a:bodyPr spcFirstLastPara="0" vert="horz" wrap="square" lIns="95250" tIns="95250" rIns="95250" bIns="95250" numCol="1" spcCol="1270" anchor="ctr" anchorCtr="0">
          <a:noAutofit/>
        </a:bodyPr>
        <a:lstStyle/>
        <a:p>
          <a:pPr marL="0" lvl="0" indent="0" algn="ctr" defTabSz="1111250">
            <a:lnSpc>
              <a:spcPct val="90000"/>
            </a:lnSpc>
            <a:spcBef>
              <a:spcPct val="0"/>
            </a:spcBef>
            <a:spcAft>
              <a:spcPct val="35000"/>
            </a:spcAft>
            <a:buNone/>
          </a:pPr>
          <a:r>
            <a:rPr lang="en-US" sz="2500" kern="1200" dirty="0"/>
            <a:t>Shader</a:t>
          </a:r>
        </a:p>
      </dsp:txBody>
      <dsp:txXfrm>
        <a:off x="4563186" y="439417"/>
        <a:ext cx="2072435" cy="1243461"/>
      </dsp:txXfrm>
    </dsp:sp>
    <dsp:sp modelId="{1266B6B9-EC54-4DA6-81BD-BF3A78E72B89}">
      <dsp:nvSpPr>
        <dsp:cNvPr id="0" name=""/>
        <dsp:cNvSpPr/>
      </dsp:nvSpPr>
      <dsp:spPr>
        <a:xfrm>
          <a:off x="6842865" y="439417"/>
          <a:ext cx="2072435" cy="1243461"/>
        </a:xfrm>
        <a:prstGeom prst="rect">
          <a:avLst/>
        </a:prstGeom>
        <a:solidFill>
          <a:schemeClr val="accent5"/>
        </a:solidFill>
        <a:ln w="19050" cap="flat" cmpd="sng" algn="ctr">
          <a:solidFill>
            <a:schemeClr val="lt1"/>
          </a:solidFill>
          <a:prstDash val="solid"/>
          <a:miter lim="800000"/>
        </a:ln>
        <a:effectLst/>
      </dsp:spPr>
      <dsp:style>
        <a:lnRef idx="3">
          <a:schemeClr val="lt1"/>
        </a:lnRef>
        <a:fillRef idx="1">
          <a:schemeClr val="accent5"/>
        </a:fillRef>
        <a:effectRef idx="1">
          <a:schemeClr val="accent5"/>
        </a:effectRef>
        <a:fontRef idx="minor">
          <a:schemeClr val="lt1"/>
        </a:fontRef>
      </dsp:style>
      <dsp:txBody>
        <a:bodyPr spcFirstLastPara="0" vert="horz" wrap="square" lIns="95250" tIns="95250" rIns="95250" bIns="95250" numCol="1" spcCol="1270" anchor="ctr" anchorCtr="0">
          <a:noAutofit/>
        </a:bodyPr>
        <a:lstStyle/>
        <a:p>
          <a:pPr marL="0" lvl="0" indent="0" algn="ctr" defTabSz="1111250">
            <a:lnSpc>
              <a:spcPct val="90000"/>
            </a:lnSpc>
            <a:spcBef>
              <a:spcPct val="0"/>
            </a:spcBef>
            <a:spcAft>
              <a:spcPct val="35000"/>
            </a:spcAft>
            <a:buNone/>
          </a:pPr>
          <a:r>
            <a:rPr lang="en-US" sz="2500" kern="1200" dirty="0" err="1"/>
            <a:t>ShadingModel</a:t>
          </a:r>
          <a:endParaRPr lang="en-US" sz="2500" kern="1200" dirty="0"/>
        </a:p>
      </dsp:txBody>
      <dsp:txXfrm>
        <a:off x="6842865" y="439417"/>
        <a:ext cx="2072435" cy="1243461"/>
      </dsp:txXfrm>
    </dsp:sp>
    <dsp:sp modelId="{130DA566-9496-4EF6-BA82-6B4DE3790208}">
      <dsp:nvSpPr>
        <dsp:cNvPr id="0" name=""/>
        <dsp:cNvSpPr/>
      </dsp:nvSpPr>
      <dsp:spPr>
        <a:xfrm>
          <a:off x="9122544" y="439417"/>
          <a:ext cx="2072435" cy="1243461"/>
        </a:xfrm>
        <a:prstGeom prst="rect">
          <a:avLst/>
        </a:prstGeom>
        <a:solidFill>
          <a:schemeClr val="accent5"/>
        </a:solidFill>
        <a:ln w="19050" cap="flat" cmpd="sng" algn="ctr">
          <a:solidFill>
            <a:schemeClr val="lt1"/>
          </a:solidFill>
          <a:prstDash val="solid"/>
          <a:miter lim="800000"/>
        </a:ln>
        <a:effectLst/>
      </dsp:spPr>
      <dsp:style>
        <a:lnRef idx="3">
          <a:schemeClr val="lt1"/>
        </a:lnRef>
        <a:fillRef idx="1">
          <a:schemeClr val="accent5"/>
        </a:fillRef>
        <a:effectRef idx="1">
          <a:schemeClr val="accent5"/>
        </a:effectRef>
        <a:fontRef idx="minor">
          <a:schemeClr val="lt1"/>
        </a:fontRef>
      </dsp:style>
      <dsp:txBody>
        <a:bodyPr spcFirstLastPara="0" vert="horz" wrap="square" lIns="95250" tIns="95250" rIns="95250" bIns="95250" numCol="1" spcCol="1270" anchor="ctr" anchorCtr="0">
          <a:noAutofit/>
        </a:bodyPr>
        <a:lstStyle/>
        <a:p>
          <a:pPr marL="0" lvl="0" indent="0" algn="ctr" defTabSz="1111250">
            <a:lnSpc>
              <a:spcPct val="90000"/>
            </a:lnSpc>
            <a:spcBef>
              <a:spcPct val="0"/>
            </a:spcBef>
            <a:spcAft>
              <a:spcPct val="35000"/>
            </a:spcAft>
            <a:buNone/>
          </a:pPr>
          <a:r>
            <a:rPr lang="en-US" sz="2500" kern="1200" dirty="0"/>
            <a:t>Material</a:t>
          </a:r>
        </a:p>
      </dsp:txBody>
      <dsp:txXfrm>
        <a:off x="9122544" y="439417"/>
        <a:ext cx="2072435" cy="1243461"/>
      </dsp:txXfrm>
    </dsp:sp>
    <dsp:sp modelId="{8FAE18D3-B19F-4A3C-A432-6681B02B4FFF}">
      <dsp:nvSpPr>
        <dsp:cNvPr id="0" name=""/>
        <dsp:cNvSpPr/>
      </dsp:nvSpPr>
      <dsp:spPr>
        <a:xfrm>
          <a:off x="3827" y="1890122"/>
          <a:ext cx="2072435" cy="1243461"/>
        </a:xfrm>
        <a:prstGeom prst="rect">
          <a:avLst/>
        </a:prstGeom>
        <a:solidFill>
          <a:schemeClr val="accent3"/>
        </a:solidFill>
        <a:ln w="19050" cap="flat" cmpd="sng" algn="ctr">
          <a:solidFill>
            <a:schemeClr val="lt1"/>
          </a:solidFill>
          <a:prstDash val="solid"/>
          <a:miter lim="800000"/>
        </a:ln>
        <a:effectLst/>
      </dsp:spPr>
      <dsp:style>
        <a:lnRef idx="3">
          <a:schemeClr val="lt1"/>
        </a:lnRef>
        <a:fillRef idx="1">
          <a:schemeClr val="accent3"/>
        </a:fillRef>
        <a:effectRef idx="1">
          <a:schemeClr val="accent3"/>
        </a:effectRef>
        <a:fontRef idx="minor">
          <a:schemeClr val="lt1"/>
        </a:fontRef>
      </dsp:style>
      <dsp:txBody>
        <a:bodyPr spcFirstLastPara="0" vert="horz" wrap="square" lIns="95250" tIns="95250" rIns="95250" bIns="95250" numCol="1" spcCol="1270" anchor="ctr" anchorCtr="0">
          <a:noAutofit/>
        </a:bodyPr>
        <a:lstStyle/>
        <a:p>
          <a:pPr marL="0" lvl="0" indent="0" algn="ctr" defTabSz="1111250">
            <a:lnSpc>
              <a:spcPct val="90000"/>
            </a:lnSpc>
            <a:spcBef>
              <a:spcPct val="0"/>
            </a:spcBef>
            <a:spcAft>
              <a:spcPct val="35000"/>
            </a:spcAft>
            <a:buNone/>
          </a:pPr>
          <a:r>
            <a:rPr lang="en-US" sz="2500" kern="1200" dirty="0"/>
            <a:t>Mesh</a:t>
          </a:r>
        </a:p>
      </dsp:txBody>
      <dsp:txXfrm>
        <a:off x="3827" y="1890122"/>
        <a:ext cx="2072435" cy="1243461"/>
      </dsp:txXfrm>
    </dsp:sp>
    <dsp:sp modelId="{F7B381B3-4374-41CD-A896-404AB4283230}">
      <dsp:nvSpPr>
        <dsp:cNvPr id="0" name=""/>
        <dsp:cNvSpPr/>
      </dsp:nvSpPr>
      <dsp:spPr>
        <a:xfrm>
          <a:off x="2283506" y="1890122"/>
          <a:ext cx="2072435" cy="1243461"/>
        </a:xfrm>
        <a:prstGeom prst="rect">
          <a:avLst/>
        </a:prstGeom>
        <a:solidFill>
          <a:schemeClr val="accent3"/>
        </a:solidFill>
        <a:ln w="19050" cap="flat" cmpd="sng" algn="ctr">
          <a:solidFill>
            <a:schemeClr val="lt1"/>
          </a:solidFill>
          <a:prstDash val="solid"/>
          <a:miter lim="800000"/>
        </a:ln>
        <a:effectLst/>
      </dsp:spPr>
      <dsp:style>
        <a:lnRef idx="3">
          <a:schemeClr val="lt1"/>
        </a:lnRef>
        <a:fillRef idx="1">
          <a:schemeClr val="accent3"/>
        </a:fillRef>
        <a:effectRef idx="1">
          <a:schemeClr val="accent3"/>
        </a:effectRef>
        <a:fontRef idx="minor">
          <a:schemeClr val="lt1"/>
        </a:fontRef>
      </dsp:style>
      <dsp:txBody>
        <a:bodyPr spcFirstLastPara="0" vert="horz" wrap="square" lIns="95250" tIns="95250" rIns="95250" bIns="95250" numCol="1" spcCol="1270" anchor="ctr" anchorCtr="0">
          <a:noAutofit/>
        </a:bodyPr>
        <a:lstStyle/>
        <a:p>
          <a:pPr marL="0" lvl="0" indent="0" algn="ctr" defTabSz="1111250">
            <a:lnSpc>
              <a:spcPct val="90000"/>
            </a:lnSpc>
            <a:spcBef>
              <a:spcPct val="0"/>
            </a:spcBef>
            <a:spcAft>
              <a:spcPct val="35000"/>
            </a:spcAft>
            <a:buNone/>
          </a:pPr>
          <a:r>
            <a:rPr lang="en-US" sz="2500" kern="1200" dirty="0" err="1"/>
            <a:t>RenderMesh</a:t>
          </a:r>
          <a:endParaRPr lang="en-US" sz="2500" kern="1200" dirty="0"/>
        </a:p>
      </dsp:txBody>
      <dsp:txXfrm>
        <a:off x="2283506" y="1890122"/>
        <a:ext cx="2072435" cy="1243461"/>
      </dsp:txXfrm>
    </dsp:sp>
    <dsp:sp modelId="{EF923768-72E6-43F0-9520-5A73BA718FA6}">
      <dsp:nvSpPr>
        <dsp:cNvPr id="0" name=""/>
        <dsp:cNvSpPr/>
      </dsp:nvSpPr>
      <dsp:spPr>
        <a:xfrm>
          <a:off x="4563186" y="1890122"/>
          <a:ext cx="2072435" cy="1243461"/>
        </a:xfrm>
        <a:prstGeom prst="rect">
          <a:avLst/>
        </a:prstGeom>
        <a:solidFill>
          <a:schemeClr val="accent3"/>
        </a:solidFill>
        <a:ln w="19050" cap="flat" cmpd="sng" algn="ctr">
          <a:solidFill>
            <a:schemeClr val="lt1"/>
          </a:solidFill>
          <a:prstDash val="solid"/>
          <a:miter lim="800000"/>
        </a:ln>
        <a:effectLst/>
      </dsp:spPr>
      <dsp:style>
        <a:lnRef idx="3">
          <a:schemeClr val="lt1"/>
        </a:lnRef>
        <a:fillRef idx="1">
          <a:schemeClr val="accent3"/>
        </a:fillRef>
        <a:effectRef idx="1">
          <a:schemeClr val="accent3"/>
        </a:effectRef>
        <a:fontRef idx="minor">
          <a:schemeClr val="lt1"/>
        </a:fontRef>
      </dsp:style>
      <dsp:txBody>
        <a:bodyPr spcFirstLastPara="0" vert="horz" wrap="square" lIns="95250" tIns="95250" rIns="95250" bIns="95250" numCol="1" spcCol="1270" anchor="ctr" anchorCtr="0">
          <a:noAutofit/>
        </a:bodyPr>
        <a:lstStyle/>
        <a:p>
          <a:pPr marL="0" lvl="0" indent="0" algn="ctr" defTabSz="1111250">
            <a:lnSpc>
              <a:spcPct val="90000"/>
            </a:lnSpc>
            <a:spcBef>
              <a:spcPct val="0"/>
            </a:spcBef>
            <a:spcAft>
              <a:spcPct val="35000"/>
            </a:spcAft>
            <a:buNone/>
          </a:pPr>
          <a:r>
            <a:rPr lang="en-US" sz="2500" kern="1200" dirty="0"/>
            <a:t>Model</a:t>
          </a:r>
        </a:p>
      </dsp:txBody>
      <dsp:txXfrm>
        <a:off x="4563186" y="1890122"/>
        <a:ext cx="2072435" cy="1243461"/>
      </dsp:txXfrm>
    </dsp:sp>
    <dsp:sp modelId="{3C1C7C3E-2645-4EBE-9A99-79815706141B}">
      <dsp:nvSpPr>
        <dsp:cNvPr id="0" name=""/>
        <dsp:cNvSpPr/>
      </dsp:nvSpPr>
      <dsp:spPr>
        <a:xfrm>
          <a:off x="6842865" y="1890122"/>
          <a:ext cx="2072435" cy="1243461"/>
        </a:xfrm>
        <a:prstGeom prst="rect">
          <a:avLst/>
        </a:prstGeom>
        <a:solidFill>
          <a:schemeClr val="accent4"/>
        </a:solidFill>
        <a:ln w="19050" cap="flat" cmpd="sng" algn="ctr">
          <a:solidFill>
            <a:schemeClr val="lt1"/>
          </a:solidFill>
          <a:prstDash val="solid"/>
          <a:miter lim="800000"/>
        </a:ln>
        <a:effectLst/>
      </dsp:spPr>
      <dsp:style>
        <a:lnRef idx="3">
          <a:schemeClr val="lt1"/>
        </a:lnRef>
        <a:fillRef idx="1">
          <a:schemeClr val="accent4"/>
        </a:fillRef>
        <a:effectRef idx="1">
          <a:schemeClr val="accent4"/>
        </a:effectRef>
        <a:fontRef idx="minor">
          <a:schemeClr val="lt1"/>
        </a:fontRef>
      </dsp:style>
      <dsp:txBody>
        <a:bodyPr spcFirstLastPara="0" vert="horz" wrap="square" lIns="95250" tIns="95250" rIns="95250" bIns="95250" numCol="1" spcCol="1270" anchor="ctr" anchorCtr="0">
          <a:noAutofit/>
        </a:bodyPr>
        <a:lstStyle/>
        <a:p>
          <a:pPr marL="0" lvl="0" indent="0" algn="ctr" defTabSz="1111250">
            <a:lnSpc>
              <a:spcPct val="90000"/>
            </a:lnSpc>
            <a:spcBef>
              <a:spcPct val="0"/>
            </a:spcBef>
            <a:spcAft>
              <a:spcPct val="35000"/>
            </a:spcAft>
            <a:buNone/>
          </a:pPr>
          <a:r>
            <a:rPr lang="en-US" sz="2500" kern="1200" dirty="0"/>
            <a:t>Skeleton</a:t>
          </a:r>
        </a:p>
      </dsp:txBody>
      <dsp:txXfrm>
        <a:off x="6842865" y="1890122"/>
        <a:ext cx="2072435" cy="1243461"/>
      </dsp:txXfrm>
    </dsp:sp>
    <dsp:sp modelId="{7E1633A9-F56E-4A67-AFBA-C3220F330E07}">
      <dsp:nvSpPr>
        <dsp:cNvPr id="0" name=""/>
        <dsp:cNvSpPr/>
      </dsp:nvSpPr>
      <dsp:spPr>
        <a:xfrm>
          <a:off x="9122544" y="1890122"/>
          <a:ext cx="2072435" cy="1243461"/>
        </a:xfrm>
        <a:prstGeom prst="rect">
          <a:avLst/>
        </a:prstGeom>
        <a:solidFill>
          <a:schemeClr val="accent4"/>
        </a:solidFill>
        <a:ln w="19050" cap="flat" cmpd="sng" algn="ctr">
          <a:solidFill>
            <a:schemeClr val="lt1"/>
          </a:solidFill>
          <a:prstDash val="solid"/>
          <a:miter lim="800000"/>
        </a:ln>
        <a:effectLst/>
      </dsp:spPr>
      <dsp:style>
        <a:lnRef idx="3">
          <a:schemeClr val="lt1"/>
        </a:lnRef>
        <a:fillRef idx="1">
          <a:schemeClr val="accent4"/>
        </a:fillRef>
        <a:effectRef idx="1">
          <a:schemeClr val="accent4"/>
        </a:effectRef>
        <a:fontRef idx="minor">
          <a:schemeClr val="lt1"/>
        </a:fontRef>
      </dsp:style>
      <dsp:txBody>
        <a:bodyPr spcFirstLastPara="0" vert="horz" wrap="square" lIns="95250" tIns="95250" rIns="95250" bIns="95250" numCol="1" spcCol="1270" anchor="ctr" anchorCtr="0">
          <a:noAutofit/>
        </a:bodyPr>
        <a:lstStyle/>
        <a:p>
          <a:pPr marL="0" lvl="0" indent="0" algn="ctr" defTabSz="1111250">
            <a:lnSpc>
              <a:spcPct val="90000"/>
            </a:lnSpc>
            <a:spcBef>
              <a:spcPct val="0"/>
            </a:spcBef>
            <a:spcAft>
              <a:spcPct val="35000"/>
            </a:spcAft>
            <a:buNone/>
          </a:pPr>
          <a:r>
            <a:rPr lang="en-US" sz="2500" kern="1200" dirty="0" err="1"/>
            <a:t>SkinnedModel</a:t>
          </a:r>
          <a:endParaRPr lang="en-US" sz="2500" kern="1200" dirty="0"/>
        </a:p>
      </dsp:txBody>
      <dsp:txXfrm>
        <a:off x="9122544" y="1890122"/>
        <a:ext cx="2072435" cy="1243461"/>
      </dsp:txXfrm>
    </dsp:sp>
    <dsp:sp modelId="{0BCE54C5-0565-42B5-8FE3-9FE1E386C061}">
      <dsp:nvSpPr>
        <dsp:cNvPr id="0" name=""/>
        <dsp:cNvSpPr/>
      </dsp:nvSpPr>
      <dsp:spPr>
        <a:xfrm>
          <a:off x="1143667" y="3340827"/>
          <a:ext cx="2072435" cy="1243461"/>
        </a:xfrm>
        <a:prstGeom prst="rect">
          <a:avLst/>
        </a:prstGeom>
        <a:solidFill>
          <a:schemeClr val="accent4"/>
        </a:solidFill>
        <a:ln w="19050" cap="flat" cmpd="sng" algn="ctr">
          <a:solidFill>
            <a:schemeClr val="lt1"/>
          </a:solidFill>
          <a:prstDash val="solid"/>
          <a:miter lim="800000"/>
        </a:ln>
        <a:effectLst/>
      </dsp:spPr>
      <dsp:style>
        <a:lnRef idx="3">
          <a:schemeClr val="lt1"/>
        </a:lnRef>
        <a:fillRef idx="1">
          <a:schemeClr val="accent4"/>
        </a:fillRef>
        <a:effectRef idx="1">
          <a:schemeClr val="accent4"/>
        </a:effectRef>
        <a:fontRef idx="minor">
          <a:schemeClr val="lt1"/>
        </a:fontRef>
      </dsp:style>
      <dsp:txBody>
        <a:bodyPr spcFirstLastPara="0" vert="horz" wrap="square" lIns="95250" tIns="95250" rIns="95250" bIns="95250" numCol="1" spcCol="1270" anchor="ctr" anchorCtr="0">
          <a:noAutofit/>
        </a:bodyPr>
        <a:lstStyle/>
        <a:p>
          <a:pPr marL="0" lvl="0" indent="0" algn="ctr" defTabSz="1111250">
            <a:lnSpc>
              <a:spcPct val="90000"/>
            </a:lnSpc>
            <a:spcBef>
              <a:spcPct val="0"/>
            </a:spcBef>
            <a:spcAft>
              <a:spcPct val="35000"/>
            </a:spcAft>
            <a:buNone/>
          </a:pPr>
          <a:r>
            <a:rPr lang="en-US" sz="2500" kern="1200" dirty="0"/>
            <a:t>Animation</a:t>
          </a:r>
        </a:p>
      </dsp:txBody>
      <dsp:txXfrm>
        <a:off x="1143667" y="3340827"/>
        <a:ext cx="2072435" cy="1243461"/>
      </dsp:txXfrm>
    </dsp:sp>
    <dsp:sp modelId="{E78ED760-4319-4B49-864A-128C9B51A013}">
      <dsp:nvSpPr>
        <dsp:cNvPr id="0" name=""/>
        <dsp:cNvSpPr/>
      </dsp:nvSpPr>
      <dsp:spPr>
        <a:xfrm>
          <a:off x="3423346" y="3340827"/>
          <a:ext cx="2072435" cy="1243461"/>
        </a:xfrm>
        <a:prstGeom prst="rect">
          <a:avLst/>
        </a:prstGeom>
        <a:solidFill>
          <a:schemeClr val="accent6"/>
        </a:solidFill>
        <a:ln w="19050" cap="flat" cmpd="sng" algn="ctr">
          <a:solidFill>
            <a:schemeClr val="lt1"/>
          </a:solidFill>
          <a:prstDash val="solid"/>
          <a:miter lim="800000"/>
        </a:ln>
        <a:effectLst/>
      </dsp:spPr>
      <dsp:style>
        <a:lnRef idx="3">
          <a:schemeClr val="lt1"/>
        </a:lnRef>
        <a:fillRef idx="1">
          <a:schemeClr val="accent6"/>
        </a:fillRef>
        <a:effectRef idx="1">
          <a:schemeClr val="accent6"/>
        </a:effectRef>
        <a:fontRef idx="minor">
          <a:schemeClr val="lt1"/>
        </a:fontRef>
      </dsp:style>
      <dsp:txBody>
        <a:bodyPr spcFirstLastPara="0" vert="horz" wrap="square" lIns="95250" tIns="95250" rIns="95250" bIns="95250" numCol="1" spcCol="1270" anchor="ctr" anchorCtr="0">
          <a:noAutofit/>
        </a:bodyPr>
        <a:lstStyle/>
        <a:p>
          <a:pPr marL="0" lvl="0" indent="0" algn="ctr" defTabSz="1111250">
            <a:lnSpc>
              <a:spcPct val="90000"/>
            </a:lnSpc>
            <a:spcBef>
              <a:spcPct val="0"/>
            </a:spcBef>
            <a:spcAft>
              <a:spcPct val="35000"/>
            </a:spcAft>
            <a:buNone/>
          </a:pPr>
          <a:r>
            <a:rPr lang="en-US" sz="2500" kern="1200" dirty="0"/>
            <a:t>Scene</a:t>
          </a:r>
        </a:p>
      </dsp:txBody>
      <dsp:txXfrm>
        <a:off x="3423346" y="3340827"/>
        <a:ext cx="2072435" cy="1243461"/>
      </dsp:txXfrm>
    </dsp:sp>
    <dsp:sp modelId="{0B960553-4F0F-47B9-926A-3D5AF7D1C987}">
      <dsp:nvSpPr>
        <dsp:cNvPr id="0" name=""/>
        <dsp:cNvSpPr/>
      </dsp:nvSpPr>
      <dsp:spPr>
        <a:xfrm>
          <a:off x="5703025" y="3340827"/>
          <a:ext cx="2072435" cy="1243461"/>
        </a:xfrm>
        <a:prstGeom prst="rect">
          <a:avLst/>
        </a:prstGeom>
        <a:solidFill>
          <a:schemeClr val="accent6"/>
        </a:solidFill>
        <a:ln w="19050" cap="flat" cmpd="sng" algn="ctr">
          <a:solidFill>
            <a:schemeClr val="lt1"/>
          </a:solidFill>
          <a:prstDash val="solid"/>
          <a:miter lim="800000"/>
        </a:ln>
        <a:effectLst/>
      </dsp:spPr>
      <dsp:style>
        <a:lnRef idx="3">
          <a:schemeClr val="lt1"/>
        </a:lnRef>
        <a:fillRef idx="1">
          <a:schemeClr val="accent6"/>
        </a:fillRef>
        <a:effectRef idx="1">
          <a:schemeClr val="accent6"/>
        </a:effectRef>
        <a:fontRef idx="minor">
          <a:schemeClr val="lt1"/>
        </a:fontRef>
      </dsp:style>
      <dsp:txBody>
        <a:bodyPr spcFirstLastPara="0" vert="horz" wrap="square" lIns="95250" tIns="95250" rIns="95250" bIns="95250" numCol="1" spcCol="1270" anchor="ctr" anchorCtr="0">
          <a:noAutofit/>
        </a:bodyPr>
        <a:lstStyle/>
        <a:p>
          <a:pPr marL="0" lvl="0" indent="0" algn="ctr" defTabSz="1111250">
            <a:lnSpc>
              <a:spcPct val="90000"/>
            </a:lnSpc>
            <a:spcBef>
              <a:spcPct val="0"/>
            </a:spcBef>
            <a:spcAft>
              <a:spcPct val="35000"/>
            </a:spcAft>
            <a:buNone/>
          </a:pPr>
          <a:r>
            <a:rPr lang="en-US" sz="2500" kern="1200" dirty="0"/>
            <a:t>Prefab</a:t>
          </a:r>
        </a:p>
      </dsp:txBody>
      <dsp:txXfrm>
        <a:off x="5703025" y="3340827"/>
        <a:ext cx="2072435" cy="1243461"/>
      </dsp:txXfrm>
    </dsp:sp>
    <dsp:sp modelId="{FAB87702-AEFB-4C9A-9EC0-6E87360639EA}">
      <dsp:nvSpPr>
        <dsp:cNvPr id="0" name=""/>
        <dsp:cNvSpPr/>
      </dsp:nvSpPr>
      <dsp:spPr>
        <a:xfrm>
          <a:off x="7982705" y="3340827"/>
          <a:ext cx="2072435" cy="1243461"/>
        </a:xfrm>
        <a:prstGeom prst="rect">
          <a:avLst/>
        </a:prstGeom>
        <a:solidFill>
          <a:schemeClr val="accent2"/>
        </a:solidFill>
        <a:ln w="19050" cap="flat" cmpd="sng" algn="ctr">
          <a:solidFill>
            <a:schemeClr val="lt1"/>
          </a:solidFill>
          <a:prstDash val="solid"/>
          <a:miter lim="800000"/>
        </a:ln>
        <a:effectLst/>
      </dsp:spPr>
      <dsp:style>
        <a:lnRef idx="3">
          <a:schemeClr val="lt1"/>
        </a:lnRef>
        <a:fillRef idx="1">
          <a:schemeClr val="accent2"/>
        </a:fillRef>
        <a:effectRef idx="1">
          <a:schemeClr val="accent2"/>
        </a:effectRef>
        <a:fontRef idx="minor">
          <a:schemeClr val="lt1"/>
        </a:fontRef>
      </dsp:style>
      <dsp:txBody>
        <a:bodyPr spcFirstLastPara="0" vert="horz" wrap="square" lIns="95250" tIns="95250" rIns="95250" bIns="95250" numCol="1" spcCol="1270" anchor="ctr" anchorCtr="0">
          <a:noAutofit/>
        </a:bodyPr>
        <a:lstStyle/>
        <a:p>
          <a:pPr marL="0" lvl="0" indent="0" algn="ctr" defTabSz="1111250">
            <a:lnSpc>
              <a:spcPct val="90000"/>
            </a:lnSpc>
            <a:spcBef>
              <a:spcPct val="0"/>
            </a:spcBef>
            <a:spcAft>
              <a:spcPct val="35000"/>
            </a:spcAft>
            <a:buNone/>
          </a:pPr>
          <a:r>
            <a:rPr lang="en-US" sz="2500" kern="1200" dirty="0"/>
            <a:t>Audio</a:t>
          </a:r>
        </a:p>
      </dsp:txBody>
      <dsp:txXfrm>
        <a:off x="7982705" y="3340827"/>
        <a:ext cx="2072435" cy="1243461"/>
      </dsp:txXfrm>
    </dsp:sp>
  </dsp:spTree>
</dsp:drawing>
</file>

<file path=ppt/diagrams/drawing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0F7A185-5624-45A8-89B6-2DD3BEF2A364}">
      <dsp:nvSpPr>
        <dsp:cNvPr id="0" name=""/>
        <dsp:cNvSpPr/>
      </dsp:nvSpPr>
      <dsp:spPr>
        <a:xfrm>
          <a:off x="4282" y="269371"/>
          <a:ext cx="2575156" cy="489600"/>
        </a:xfrm>
        <a:prstGeom prst="rect">
          <a:avLst/>
        </a:prstGeom>
        <a:solidFill>
          <a:schemeClr val="accent1">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20904" tIns="69088" rIns="120904" bIns="69088" numCol="1" spcCol="1270" anchor="ctr" anchorCtr="0">
          <a:noAutofit/>
        </a:bodyPr>
        <a:lstStyle/>
        <a:p>
          <a:pPr marL="0" lvl="0" indent="0" algn="ctr" defTabSz="755650">
            <a:lnSpc>
              <a:spcPct val="90000"/>
            </a:lnSpc>
            <a:spcBef>
              <a:spcPct val="0"/>
            </a:spcBef>
            <a:spcAft>
              <a:spcPct val="35000"/>
            </a:spcAft>
            <a:buNone/>
          </a:pPr>
          <a:r>
            <a:rPr lang="en-US" sz="1700" kern="1200" dirty="0"/>
            <a:t>Project Asset</a:t>
          </a:r>
        </a:p>
      </dsp:txBody>
      <dsp:txXfrm>
        <a:off x="4282" y="269371"/>
        <a:ext cx="2575156" cy="489600"/>
      </dsp:txXfrm>
    </dsp:sp>
    <dsp:sp modelId="{3116BB5E-4752-4A55-AB69-BB802C942660}">
      <dsp:nvSpPr>
        <dsp:cNvPr id="0" name=""/>
        <dsp:cNvSpPr/>
      </dsp:nvSpPr>
      <dsp:spPr>
        <a:xfrm>
          <a:off x="4282" y="758971"/>
          <a:ext cx="2575156" cy="4287346"/>
        </a:xfrm>
        <a:prstGeom prst="rect">
          <a:avLst/>
        </a:prstGeom>
        <a:solidFill>
          <a:schemeClr val="accent1">
            <a:alpha val="90000"/>
            <a:tint val="40000"/>
            <a:hueOff val="0"/>
            <a:satOff val="0"/>
            <a:lumOff val="0"/>
            <a:alphaOff val="0"/>
          </a:schemeClr>
        </a:solidFill>
        <a:ln w="12700" cap="flat" cmpd="sng" algn="ctr">
          <a:solidFill>
            <a:schemeClr val="accent1">
              <a:alpha val="90000"/>
              <a:tint val="40000"/>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90678" tIns="90678" rIns="120904" bIns="136017" numCol="1" spcCol="1270" anchor="t" anchorCtr="0">
          <a:noAutofit/>
        </a:bodyPr>
        <a:lstStyle/>
        <a:p>
          <a:pPr marL="171450" lvl="1" indent="-171450" algn="l" defTabSz="755650">
            <a:lnSpc>
              <a:spcPct val="90000"/>
            </a:lnSpc>
            <a:spcBef>
              <a:spcPct val="0"/>
            </a:spcBef>
            <a:spcAft>
              <a:spcPct val="15000"/>
            </a:spcAft>
            <a:buChar char="•"/>
          </a:pPr>
          <a:r>
            <a:rPr lang="en-US" sz="1700" kern="1200" dirty="0"/>
            <a:t>Assets that the game developer operates on.</a:t>
          </a:r>
        </a:p>
        <a:p>
          <a:pPr marL="171450" lvl="1" indent="-171450" algn="l" defTabSz="755650">
            <a:lnSpc>
              <a:spcPct val="90000"/>
            </a:lnSpc>
            <a:spcBef>
              <a:spcPct val="0"/>
            </a:spcBef>
            <a:spcAft>
              <a:spcPct val="15000"/>
            </a:spcAft>
            <a:buChar char="•"/>
          </a:pPr>
          <a:r>
            <a:rPr lang="en-US" sz="1700" kern="1200" dirty="0"/>
            <a:t>Components:</a:t>
          </a:r>
        </a:p>
        <a:p>
          <a:pPr marL="342900" lvl="2" indent="-171450" algn="l" defTabSz="755650">
            <a:lnSpc>
              <a:spcPct val="90000"/>
            </a:lnSpc>
            <a:spcBef>
              <a:spcPct val="0"/>
            </a:spcBef>
            <a:spcAft>
              <a:spcPct val="15000"/>
            </a:spcAft>
            <a:buChar char="•"/>
          </a:pPr>
          <a:r>
            <a:rPr lang="en-US" sz="1700" kern="1200" dirty="0" err="1"/>
            <a:t>ACAssetType</a:t>
          </a:r>
          <a:endParaRPr lang="en-US" sz="1700" kern="1200" dirty="0"/>
        </a:p>
        <a:p>
          <a:pPr marL="342900" lvl="2" indent="-171450" algn="l" defTabSz="755650">
            <a:lnSpc>
              <a:spcPct val="90000"/>
            </a:lnSpc>
            <a:spcBef>
              <a:spcPct val="0"/>
            </a:spcBef>
            <a:spcAft>
              <a:spcPct val="15000"/>
            </a:spcAft>
            <a:buChar char="•"/>
          </a:pPr>
          <a:r>
            <a:rPr lang="en-US" sz="1700" kern="1200" dirty="0"/>
            <a:t>ACUUID</a:t>
          </a:r>
        </a:p>
        <a:p>
          <a:pPr marL="342900" lvl="2" indent="-171450" algn="l" defTabSz="755650">
            <a:lnSpc>
              <a:spcPct val="90000"/>
            </a:lnSpc>
            <a:spcBef>
              <a:spcPct val="0"/>
            </a:spcBef>
            <a:spcAft>
              <a:spcPct val="15000"/>
            </a:spcAft>
            <a:buChar char="•"/>
          </a:pPr>
          <a:r>
            <a:rPr lang="en-US" sz="1700" kern="1200" dirty="0" err="1"/>
            <a:t>ACFilepath</a:t>
          </a:r>
          <a:endParaRPr lang="en-US" sz="1700" kern="1200" dirty="0"/>
        </a:p>
        <a:p>
          <a:pPr marL="342900" lvl="2" indent="-171450" algn="l" defTabSz="755650">
            <a:lnSpc>
              <a:spcPct val="90000"/>
            </a:lnSpc>
            <a:spcBef>
              <a:spcPct val="0"/>
            </a:spcBef>
            <a:spcAft>
              <a:spcPct val="15000"/>
            </a:spcAft>
            <a:buChar char="•"/>
          </a:pPr>
          <a:r>
            <a:rPr lang="en-US" sz="1700" kern="1200" dirty="0" err="1"/>
            <a:t>ACSourceFilepath</a:t>
          </a:r>
          <a:br>
            <a:rPr lang="pl-PL" sz="1700" kern="1200" dirty="0"/>
          </a:br>
          <a:r>
            <a:rPr lang="pl-PL" sz="1700" kern="1200" dirty="0"/>
            <a:t>(</a:t>
          </a:r>
          <a:r>
            <a:rPr lang="pl-PL" sz="1700" kern="1200" dirty="0" err="1"/>
            <a:t>if</a:t>
          </a:r>
          <a:r>
            <a:rPr lang="pl-PL" sz="1700" kern="1200" dirty="0"/>
            <a:t> </a:t>
          </a:r>
          <a:r>
            <a:rPr lang="pl-PL" sz="1700" kern="1200" dirty="0" err="1"/>
            <a:t>needed</a:t>
          </a:r>
          <a:r>
            <a:rPr lang="pl-PL" sz="1700" kern="1200" dirty="0"/>
            <a:t>)</a:t>
          </a:r>
          <a:endParaRPr lang="en-US" sz="1700" kern="1200" dirty="0"/>
        </a:p>
        <a:p>
          <a:pPr marL="342900" lvl="2" indent="-171450" algn="l" defTabSz="755650">
            <a:lnSpc>
              <a:spcPct val="90000"/>
            </a:lnSpc>
            <a:spcBef>
              <a:spcPct val="0"/>
            </a:spcBef>
            <a:spcAft>
              <a:spcPct val="15000"/>
            </a:spcAft>
            <a:buChar char="•"/>
          </a:pPr>
          <a:r>
            <a:rPr lang="en-US" sz="1700" kern="1200" dirty="0" err="1"/>
            <a:t>ACRefsCounters</a:t>
          </a:r>
          <a:endParaRPr lang="en-US" sz="1700" kern="1200" dirty="0"/>
        </a:p>
        <a:p>
          <a:pPr marL="342900" lvl="2" indent="-171450" algn="l" defTabSz="755650">
            <a:lnSpc>
              <a:spcPct val="90000"/>
            </a:lnSpc>
            <a:spcBef>
              <a:spcPct val="0"/>
            </a:spcBef>
            <a:spcAft>
              <a:spcPct val="15000"/>
            </a:spcAft>
            <a:buChar char="•"/>
          </a:pPr>
          <a:r>
            <a:rPr lang="en-US" sz="1700" kern="1200" dirty="0" err="1"/>
            <a:t>CoreComponent</a:t>
          </a:r>
          <a:br>
            <a:rPr lang="en-US" sz="1700" kern="1200" dirty="0"/>
          </a:br>
          <a:r>
            <a:rPr lang="en-US" sz="1700" kern="1200" dirty="0"/>
            <a:t>(asset’s meta data and </a:t>
          </a:r>
          <a:r>
            <a:rPr lang="en-US" sz="1700" kern="1200" dirty="0" err="1"/>
            <a:t>ptrs</a:t>
          </a:r>
          <a:r>
            <a:rPr lang="en-US" sz="1700" kern="1200" dirty="0"/>
            <a:t> to data)</a:t>
          </a:r>
        </a:p>
        <a:p>
          <a:pPr marL="342900" lvl="2" indent="-171450" algn="l" defTabSz="755650">
            <a:lnSpc>
              <a:spcPct val="90000"/>
            </a:lnSpc>
            <a:spcBef>
              <a:spcPct val="0"/>
            </a:spcBef>
            <a:spcAft>
              <a:spcPct val="15000"/>
            </a:spcAft>
            <a:buChar char="•"/>
          </a:pPr>
          <a:r>
            <a:rPr lang="en-US" sz="1700" kern="1200" dirty="0"/>
            <a:t>other, asset type specific components</a:t>
          </a:r>
        </a:p>
      </dsp:txBody>
      <dsp:txXfrm>
        <a:off x="4282" y="758971"/>
        <a:ext cx="2575156" cy="4287346"/>
      </dsp:txXfrm>
    </dsp:sp>
    <dsp:sp modelId="{E09129F2-95E6-4C8B-BC91-BBC3BDA85498}">
      <dsp:nvSpPr>
        <dsp:cNvPr id="0" name=""/>
        <dsp:cNvSpPr/>
      </dsp:nvSpPr>
      <dsp:spPr>
        <a:xfrm>
          <a:off x="2939961" y="269371"/>
          <a:ext cx="2575156" cy="489600"/>
        </a:xfrm>
        <a:prstGeom prst="rect">
          <a:avLst/>
        </a:prstGeom>
        <a:solidFill>
          <a:schemeClr val="accent1">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20904" tIns="69088" rIns="120904" bIns="69088" numCol="1" spcCol="1270" anchor="ctr" anchorCtr="0">
          <a:noAutofit/>
        </a:bodyPr>
        <a:lstStyle/>
        <a:p>
          <a:pPr marL="0" lvl="0" indent="0" algn="ctr" defTabSz="755650">
            <a:lnSpc>
              <a:spcPct val="90000"/>
            </a:lnSpc>
            <a:spcBef>
              <a:spcPct val="0"/>
            </a:spcBef>
            <a:spcAft>
              <a:spcPct val="35000"/>
            </a:spcAft>
            <a:buNone/>
          </a:pPr>
          <a:r>
            <a:rPr lang="en-US" sz="1700" kern="1200" dirty="0"/>
            <a:t>Internal Asset</a:t>
          </a:r>
        </a:p>
      </dsp:txBody>
      <dsp:txXfrm>
        <a:off x="2939961" y="269371"/>
        <a:ext cx="2575156" cy="489600"/>
      </dsp:txXfrm>
    </dsp:sp>
    <dsp:sp modelId="{6418F341-AB79-40AC-B83F-0228C41F0524}">
      <dsp:nvSpPr>
        <dsp:cNvPr id="0" name=""/>
        <dsp:cNvSpPr/>
      </dsp:nvSpPr>
      <dsp:spPr>
        <a:xfrm>
          <a:off x="2939961" y="758971"/>
          <a:ext cx="2575156" cy="4287346"/>
        </a:xfrm>
        <a:prstGeom prst="rect">
          <a:avLst/>
        </a:prstGeom>
        <a:solidFill>
          <a:schemeClr val="accent1">
            <a:alpha val="90000"/>
            <a:tint val="40000"/>
            <a:hueOff val="0"/>
            <a:satOff val="0"/>
            <a:lumOff val="0"/>
            <a:alphaOff val="0"/>
          </a:schemeClr>
        </a:solidFill>
        <a:ln w="12700" cap="flat" cmpd="sng" algn="ctr">
          <a:solidFill>
            <a:schemeClr val="accent1">
              <a:alpha val="90000"/>
              <a:tint val="40000"/>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90678" tIns="90678" rIns="120904" bIns="136017" numCol="1" spcCol="1270" anchor="t" anchorCtr="0">
          <a:noAutofit/>
        </a:bodyPr>
        <a:lstStyle/>
        <a:p>
          <a:pPr marL="171450" lvl="1" indent="-171450" algn="l" defTabSz="755650">
            <a:lnSpc>
              <a:spcPct val="90000"/>
            </a:lnSpc>
            <a:spcBef>
              <a:spcPct val="0"/>
            </a:spcBef>
            <a:spcAft>
              <a:spcPct val="15000"/>
            </a:spcAft>
            <a:buChar char="•"/>
          </a:pPr>
          <a:r>
            <a:rPr lang="en-US" sz="1700" kern="1200" dirty="0"/>
            <a:t>Internal Assets are only ever referenced by other asset</a:t>
          </a:r>
          <a:r>
            <a:rPr lang="en-US" sz="1700" kern="1200" noProof="0" dirty="0"/>
            <a:t>s. They are conceptually parts of Project Assets and they get imported and loaded together. They are fully</a:t>
          </a:r>
          <a:r>
            <a:rPr lang="en-US" sz="1700" kern="1200" dirty="0"/>
            <a:t> hidden from the user.</a:t>
          </a:r>
          <a:endParaRPr lang="en-US" sz="1700" kern="1200" noProof="0" dirty="0"/>
        </a:p>
        <a:p>
          <a:pPr marL="171450" lvl="1" indent="-171450" algn="l" defTabSz="755650">
            <a:lnSpc>
              <a:spcPct val="90000"/>
            </a:lnSpc>
            <a:spcBef>
              <a:spcPct val="0"/>
            </a:spcBef>
            <a:spcAft>
              <a:spcPct val="15000"/>
            </a:spcAft>
            <a:buChar char="•"/>
          </a:pPr>
          <a:r>
            <a:rPr lang="en-US" sz="1700" kern="1200" dirty="0"/>
            <a:t>Components:</a:t>
          </a:r>
        </a:p>
        <a:p>
          <a:pPr marL="342900" lvl="2" indent="-171450" algn="l" defTabSz="755650">
            <a:lnSpc>
              <a:spcPct val="90000"/>
            </a:lnSpc>
            <a:spcBef>
              <a:spcPct val="0"/>
            </a:spcBef>
            <a:spcAft>
              <a:spcPct val="15000"/>
            </a:spcAft>
            <a:buChar char="•"/>
          </a:pPr>
          <a:r>
            <a:rPr lang="en-US" sz="1700" kern="1200" dirty="0" err="1"/>
            <a:t>ACAssetType</a:t>
          </a:r>
          <a:endParaRPr lang="en-US" sz="1700" kern="1200" dirty="0"/>
        </a:p>
        <a:p>
          <a:pPr marL="342900" lvl="2" indent="-171450" algn="l" defTabSz="755650">
            <a:lnSpc>
              <a:spcPct val="90000"/>
            </a:lnSpc>
            <a:spcBef>
              <a:spcPct val="0"/>
            </a:spcBef>
            <a:spcAft>
              <a:spcPct val="15000"/>
            </a:spcAft>
            <a:buChar char="•"/>
          </a:pPr>
          <a:r>
            <a:rPr lang="en-US" sz="1700" kern="1200" dirty="0"/>
            <a:t>ACUUID</a:t>
          </a:r>
        </a:p>
        <a:p>
          <a:pPr marL="342900" lvl="2" indent="-171450" algn="l" defTabSz="755650">
            <a:lnSpc>
              <a:spcPct val="90000"/>
            </a:lnSpc>
            <a:spcBef>
              <a:spcPct val="0"/>
            </a:spcBef>
            <a:spcAft>
              <a:spcPct val="15000"/>
            </a:spcAft>
            <a:buChar char="•"/>
          </a:pPr>
          <a:r>
            <a:rPr lang="en-US" sz="1700" kern="1200" dirty="0" err="1"/>
            <a:t>ACMasterAsset</a:t>
          </a:r>
          <a:r>
            <a:rPr lang="en-US" sz="1700" kern="1200" dirty="0"/>
            <a:t> (ref back to Project Asset)</a:t>
          </a:r>
        </a:p>
        <a:p>
          <a:pPr marL="342900" lvl="2" indent="-171450" algn="l" defTabSz="755650">
            <a:lnSpc>
              <a:spcPct val="90000"/>
            </a:lnSpc>
            <a:spcBef>
              <a:spcPct val="0"/>
            </a:spcBef>
            <a:spcAft>
              <a:spcPct val="15000"/>
            </a:spcAft>
            <a:buChar char="•"/>
          </a:pPr>
          <a:r>
            <a:rPr lang="en-US" sz="1700" kern="1200" dirty="0" err="1"/>
            <a:t>CoreComponent</a:t>
          </a:r>
          <a:endParaRPr lang="en-US" sz="1700" kern="1200" dirty="0"/>
        </a:p>
        <a:p>
          <a:pPr marL="342900" lvl="2" indent="-171450" algn="l" defTabSz="755650">
            <a:lnSpc>
              <a:spcPct val="90000"/>
            </a:lnSpc>
            <a:spcBef>
              <a:spcPct val="0"/>
            </a:spcBef>
            <a:spcAft>
              <a:spcPct val="15000"/>
            </a:spcAft>
            <a:buChar char="•"/>
          </a:pPr>
          <a:r>
            <a:rPr lang="en-US" sz="1700" kern="1200" dirty="0"/>
            <a:t>other, asset type specific components</a:t>
          </a:r>
        </a:p>
      </dsp:txBody>
      <dsp:txXfrm>
        <a:off x="2939961" y="758971"/>
        <a:ext cx="2575156" cy="4287346"/>
      </dsp:txXfrm>
    </dsp:sp>
    <dsp:sp modelId="{A97189DC-B62A-4226-BE84-683C8D0EEFD3}">
      <dsp:nvSpPr>
        <dsp:cNvPr id="0" name=""/>
        <dsp:cNvSpPr/>
      </dsp:nvSpPr>
      <dsp:spPr>
        <a:xfrm>
          <a:off x="5875640" y="269371"/>
          <a:ext cx="2575156" cy="489600"/>
        </a:xfrm>
        <a:prstGeom prst="rect">
          <a:avLst/>
        </a:prstGeom>
        <a:solidFill>
          <a:schemeClr val="accent1">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20904" tIns="69088" rIns="120904" bIns="69088" numCol="1" spcCol="1270" anchor="ctr" anchorCtr="0">
          <a:noAutofit/>
        </a:bodyPr>
        <a:lstStyle/>
        <a:p>
          <a:pPr marL="0" lvl="0" indent="0" algn="ctr" defTabSz="755650">
            <a:lnSpc>
              <a:spcPct val="90000"/>
            </a:lnSpc>
            <a:spcBef>
              <a:spcPct val="0"/>
            </a:spcBef>
            <a:spcAft>
              <a:spcPct val="35000"/>
            </a:spcAft>
            <a:buNone/>
          </a:pPr>
          <a:r>
            <a:rPr lang="en-US" sz="1700" kern="1200" dirty="0"/>
            <a:t>Editor Asset</a:t>
          </a:r>
        </a:p>
      </dsp:txBody>
      <dsp:txXfrm>
        <a:off x="5875640" y="269371"/>
        <a:ext cx="2575156" cy="489600"/>
      </dsp:txXfrm>
    </dsp:sp>
    <dsp:sp modelId="{2B7C4BE8-A646-4433-9446-B88A77065CA4}">
      <dsp:nvSpPr>
        <dsp:cNvPr id="0" name=""/>
        <dsp:cNvSpPr/>
      </dsp:nvSpPr>
      <dsp:spPr>
        <a:xfrm>
          <a:off x="5875640" y="758971"/>
          <a:ext cx="2575156" cy="4287346"/>
        </a:xfrm>
        <a:prstGeom prst="rect">
          <a:avLst/>
        </a:prstGeom>
        <a:solidFill>
          <a:schemeClr val="accent1">
            <a:alpha val="90000"/>
            <a:tint val="40000"/>
            <a:hueOff val="0"/>
            <a:satOff val="0"/>
            <a:lumOff val="0"/>
            <a:alphaOff val="0"/>
          </a:schemeClr>
        </a:solidFill>
        <a:ln w="12700" cap="flat" cmpd="sng" algn="ctr">
          <a:solidFill>
            <a:schemeClr val="accent1">
              <a:alpha val="90000"/>
              <a:tint val="40000"/>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90678" tIns="90678" rIns="120904" bIns="136017" numCol="1" spcCol="1270" anchor="t" anchorCtr="0">
          <a:noAutofit/>
        </a:bodyPr>
        <a:lstStyle/>
        <a:p>
          <a:pPr marL="171450" lvl="1" indent="-171450" algn="l" defTabSz="755650">
            <a:lnSpc>
              <a:spcPct val="90000"/>
            </a:lnSpc>
            <a:spcBef>
              <a:spcPct val="0"/>
            </a:spcBef>
            <a:spcAft>
              <a:spcPct val="15000"/>
            </a:spcAft>
            <a:buChar char="•"/>
          </a:pPr>
          <a:r>
            <a:rPr lang="en-US" sz="1700" kern="1200" dirty="0"/>
            <a:t>Assets used by only by editor (e.g. icons).</a:t>
          </a:r>
        </a:p>
        <a:p>
          <a:pPr marL="171450" lvl="1" indent="-171450" algn="l" defTabSz="755650">
            <a:lnSpc>
              <a:spcPct val="90000"/>
            </a:lnSpc>
            <a:spcBef>
              <a:spcPct val="0"/>
            </a:spcBef>
            <a:spcAft>
              <a:spcPct val="15000"/>
            </a:spcAft>
            <a:buChar char="•"/>
          </a:pPr>
          <a:r>
            <a:rPr lang="en-US" sz="1700" kern="1200" dirty="0"/>
            <a:t>Components</a:t>
          </a:r>
        </a:p>
        <a:p>
          <a:pPr marL="342900" lvl="2" indent="-171450" algn="l" defTabSz="755650">
            <a:lnSpc>
              <a:spcPct val="90000"/>
            </a:lnSpc>
            <a:spcBef>
              <a:spcPct val="0"/>
            </a:spcBef>
            <a:spcAft>
              <a:spcPct val="15000"/>
            </a:spcAft>
            <a:buChar char="•"/>
          </a:pPr>
          <a:r>
            <a:rPr lang="en-US" sz="1700" kern="1200" dirty="0" err="1"/>
            <a:t>ACAssetType</a:t>
          </a:r>
          <a:endParaRPr lang="en-US" sz="1700" kern="1200" dirty="0"/>
        </a:p>
        <a:p>
          <a:pPr marL="342900" lvl="2" indent="-171450" algn="l" defTabSz="755650">
            <a:lnSpc>
              <a:spcPct val="90000"/>
            </a:lnSpc>
            <a:spcBef>
              <a:spcPct val="0"/>
            </a:spcBef>
            <a:spcAft>
              <a:spcPct val="15000"/>
            </a:spcAft>
            <a:buChar char="•"/>
          </a:pPr>
          <a:r>
            <a:rPr lang="en-US" sz="1700" kern="1200" dirty="0" err="1"/>
            <a:t>CoreComponent</a:t>
          </a:r>
          <a:endParaRPr lang="en-US" sz="1700" kern="1200" dirty="0"/>
        </a:p>
        <a:p>
          <a:pPr marL="342900" lvl="2" indent="-171450" algn="l" defTabSz="755650">
            <a:lnSpc>
              <a:spcPct val="90000"/>
            </a:lnSpc>
            <a:spcBef>
              <a:spcPct val="0"/>
            </a:spcBef>
            <a:spcAft>
              <a:spcPct val="15000"/>
            </a:spcAft>
            <a:buChar char="•"/>
          </a:pPr>
          <a:r>
            <a:rPr lang="en-US" sz="1700" kern="1200" dirty="0"/>
            <a:t>other, asset type specific components</a:t>
          </a:r>
        </a:p>
      </dsp:txBody>
      <dsp:txXfrm>
        <a:off x="5875640" y="758971"/>
        <a:ext cx="2575156" cy="4287346"/>
      </dsp:txXfrm>
    </dsp:sp>
    <dsp:sp modelId="{18D4A536-73DC-492C-A34F-711BC80D73A7}">
      <dsp:nvSpPr>
        <dsp:cNvPr id="0" name=""/>
        <dsp:cNvSpPr/>
      </dsp:nvSpPr>
      <dsp:spPr>
        <a:xfrm>
          <a:off x="8811319" y="269371"/>
          <a:ext cx="2575156" cy="489600"/>
        </a:xfrm>
        <a:prstGeom prst="rect">
          <a:avLst/>
        </a:prstGeom>
        <a:solidFill>
          <a:schemeClr val="accent1">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20904" tIns="69088" rIns="120904" bIns="69088" numCol="1" spcCol="1270" anchor="ctr" anchorCtr="0">
          <a:noAutofit/>
        </a:bodyPr>
        <a:lstStyle/>
        <a:p>
          <a:pPr marL="0" lvl="0" indent="0" algn="ctr" defTabSz="755650">
            <a:lnSpc>
              <a:spcPct val="90000"/>
            </a:lnSpc>
            <a:spcBef>
              <a:spcPct val="0"/>
            </a:spcBef>
            <a:spcAft>
              <a:spcPct val="35000"/>
            </a:spcAft>
            <a:buNone/>
          </a:pPr>
          <a:r>
            <a:rPr lang="en-US" sz="1700" kern="1200" dirty="0"/>
            <a:t>Base Asset</a:t>
          </a:r>
        </a:p>
      </dsp:txBody>
      <dsp:txXfrm>
        <a:off x="8811319" y="269371"/>
        <a:ext cx="2575156" cy="489600"/>
      </dsp:txXfrm>
    </dsp:sp>
    <dsp:sp modelId="{7FD399BC-E510-491B-A043-67ACAEEF2E3C}">
      <dsp:nvSpPr>
        <dsp:cNvPr id="0" name=""/>
        <dsp:cNvSpPr/>
      </dsp:nvSpPr>
      <dsp:spPr>
        <a:xfrm>
          <a:off x="8811319" y="758971"/>
          <a:ext cx="2575156" cy="4287346"/>
        </a:xfrm>
        <a:prstGeom prst="rect">
          <a:avLst/>
        </a:prstGeom>
        <a:solidFill>
          <a:schemeClr val="accent1">
            <a:alpha val="90000"/>
            <a:tint val="40000"/>
            <a:hueOff val="0"/>
            <a:satOff val="0"/>
            <a:lumOff val="0"/>
            <a:alphaOff val="0"/>
          </a:schemeClr>
        </a:solidFill>
        <a:ln w="12700" cap="flat" cmpd="sng" algn="ctr">
          <a:solidFill>
            <a:schemeClr val="accent1">
              <a:alpha val="90000"/>
              <a:tint val="40000"/>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90678" tIns="90678" rIns="120904" bIns="136017" numCol="1" spcCol="1270" anchor="t" anchorCtr="0">
          <a:noAutofit/>
        </a:bodyPr>
        <a:lstStyle/>
        <a:p>
          <a:pPr marL="171450" lvl="1" indent="-171450" algn="l" defTabSz="755650">
            <a:lnSpc>
              <a:spcPct val="90000"/>
            </a:lnSpc>
            <a:spcBef>
              <a:spcPct val="0"/>
            </a:spcBef>
            <a:spcAft>
              <a:spcPct val="15000"/>
            </a:spcAft>
            <a:buChar char="•"/>
          </a:pPr>
          <a:r>
            <a:rPr lang="en-US" sz="1700" kern="1200" dirty="0"/>
            <a:t>Assets build-in to the engine used by default.</a:t>
          </a:r>
        </a:p>
        <a:p>
          <a:pPr marL="171450" lvl="1" indent="-171450" algn="l" defTabSz="755650">
            <a:lnSpc>
              <a:spcPct val="90000"/>
            </a:lnSpc>
            <a:spcBef>
              <a:spcPct val="0"/>
            </a:spcBef>
            <a:spcAft>
              <a:spcPct val="15000"/>
            </a:spcAft>
            <a:buChar char="•"/>
          </a:pPr>
          <a:r>
            <a:rPr lang="en-US" sz="1700" kern="1200" dirty="0"/>
            <a:t>Components</a:t>
          </a:r>
        </a:p>
        <a:p>
          <a:pPr marL="342900" lvl="2" indent="-171450" algn="l" defTabSz="755650">
            <a:lnSpc>
              <a:spcPct val="90000"/>
            </a:lnSpc>
            <a:spcBef>
              <a:spcPct val="0"/>
            </a:spcBef>
            <a:spcAft>
              <a:spcPct val="15000"/>
            </a:spcAft>
            <a:buChar char="•"/>
          </a:pPr>
          <a:r>
            <a:rPr lang="en-US" sz="1700" kern="1200" dirty="0" err="1"/>
            <a:t>ACAssetType</a:t>
          </a:r>
          <a:endParaRPr lang="en-US" sz="1700" kern="1200" dirty="0"/>
        </a:p>
        <a:p>
          <a:pPr marL="342900" lvl="2" indent="-171450" algn="l" defTabSz="755650">
            <a:lnSpc>
              <a:spcPct val="90000"/>
            </a:lnSpc>
            <a:spcBef>
              <a:spcPct val="0"/>
            </a:spcBef>
            <a:spcAft>
              <a:spcPct val="15000"/>
            </a:spcAft>
            <a:buChar char="•"/>
          </a:pPr>
          <a:r>
            <a:rPr lang="en-US" sz="1700" kern="1200" dirty="0"/>
            <a:t>ACUUID</a:t>
          </a:r>
        </a:p>
        <a:p>
          <a:pPr marL="342900" lvl="2" indent="-171450" algn="l" defTabSz="755650">
            <a:lnSpc>
              <a:spcPct val="90000"/>
            </a:lnSpc>
            <a:spcBef>
              <a:spcPct val="0"/>
            </a:spcBef>
            <a:spcAft>
              <a:spcPct val="15000"/>
            </a:spcAft>
            <a:buChar char="•"/>
          </a:pPr>
          <a:r>
            <a:rPr lang="en-US" sz="1700" kern="1200" dirty="0" err="1"/>
            <a:t>ACFilepath</a:t>
          </a:r>
          <a:endParaRPr lang="en-US" sz="1700" kern="1200" dirty="0"/>
        </a:p>
        <a:p>
          <a:pPr marL="342900" lvl="2" indent="-171450" algn="l" defTabSz="755650">
            <a:lnSpc>
              <a:spcPct val="90000"/>
            </a:lnSpc>
            <a:spcBef>
              <a:spcPct val="0"/>
            </a:spcBef>
            <a:spcAft>
              <a:spcPct val="15000"/>
            </a:spcAft>
            <a:buChar char="•"/>
          </a:pPr>
          <a:r>
            <a:rPr lang="en-US" sz="1700" kern="1200" dirty="0" err="1"/>
            <a:t>CoreComponent</a:t>
          </a:r>
          <a:endParaRPr lang="en-US" sz="1700" kern="1200" dirty="0"/>
        </a:p>
        <a:p>
          <a:pPr marL="342900" lvl="2" indent="-171450" algn="l" defTabSz="755650">
            <a:lnSpc>
              <a:spcPct val="90000"/>
            </a:lnSpc>
            <a:spcBef>
              <a:spcPct val="0"/>
            </a:spcBef>
            <a:spcAft>
              <a:spcPct val="15000"/>
            </a:spcAft>
            <a:buChar char="•"/>
          </a:pPr>
          <a:r>
            <a:rPr lang="en-US" sz="1700" kern="1200" dirty="0"/>
            <a:t>other, asset type specific components</a:t>
          </a:r>
        </a:p>
      </dsp:txBody>
      <dsp:txXfrm>
        <a:off x="8811319" y="758971"/>
        <a:ext cx="2575156" cy="4287346"/>
      </dsp:txXfrm>
    </dsp:sp>
  </dsp:spTree>
</dsp:drawing>
</file>

<file path=ppt/diagrams/drawing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78D8DD3D-ADD8-4E3D-B872-05B0CCE0AB6E}">
      <dsp:nvSpPr>
        <dsp:cNvPr id="0" name=""/>
        <dsp:cNvSpPr/>
      </dsp:nvSpPr>
      <dsp:spPr>
        <a:xfrm>
          <a:off x="2491161" y="656814"/>
          <a:ext cx="631961" cy="300756"/>
        </a:xfrm>
        <a:custGeom>
          <a:avLst/>
          <a:gdLst/>
          <a:ahLst/>
          <a:cxnLst/>
          <a:rect l="0" t="0" r="0" b="0"/>
          <a:pathLst>
            <a:path>
              <a:moveTo>
                <a:pt x="0" y="0"/>
              </a:moveTo>
              <a:lnTo>
                <a:pt x="0" y="204956"/>
              </a:lnTo>
              <a:lnTo>
                <a:pt x="631961" y="204956"/>
              </a:lnTo>
              <a:lnTo>
                <a:pt x="631961" y="300756"/>
              </a:lnTo>
            </a:path>
          </a:pathLst>
        </a:custGeom>
        <a:noFill/>
        <a:ln w="12700" cap="flat" cmpd="sng" algn="ctr">
          <a:solidFill>
            <a:schemeClr val="accent1">
              <a:shade val="6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E3EF5CBE-FD94-4D2E-9524-1741B5A9E06B}">
      <dsp:nvSpPr>
        <dsp:cNvPr id="0" name=""/>
        <dsp:cNvSpPr/>
      </dsp:nvSpPr>
      <dsp:spPr>
        <a:xfrm>
          <a:off x="3077402" y="4486500"/>
          <a:ext cx="91440" cy="300756"/>
        </a:xfrm>
        <a:custGeom>
          <a:avLst/>
          <a:gdLst/>
          <a:ahLst/>
          <a:cxnLst/>
          <a:rect l="0" t="0" r="0" b="0"/>
          <a:pathLst>
            <a:path>
              <a:moveTo>
                <a:pt x="45720" y="0"/>
              </a:moveTo>
              <a:lnTo>
                <a:pt x="45720" y="300756"/>
              </a:lnTo>
            </a:path>
          </a:pathLst>
        </a:custGeom>
        <a:noFill/>
        <a:ln w="12700" cap="flat" cmpd="sng" algn="ctr">
          <a:solidFill>
            <a:schemeClr val="accent1">
              <a:shade val="8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3C73CB02-17D3-4A94-8D89-66572F73E3D0}">
      <dsp:nvSpPr>
        <dsp:cNvPr id="0" name=""/>
        <dsp:cNvSpPr/>
      </dsp:nvSpPr>
      <dsp:spPr>
        <a:xfrm>
          <a:off x="2491161" y="3529078"/>
          <a:ext cx="631961" cy="300756"/>
        </a:xfrm>
        <a:custGeom>
          <a:avLst/>
          <a:gdLst/>
          <a:ahLst/>
          <a:cxnLst/>
          <a:rect l="0" t="0" r="0" b="0"/>
          <a:pathLst>
            <a:path>
              <a:moveTo>
                <a:pt x="0" y="0"/>
              </a:moveTo>
              <a:lnTo>
                <a:pt x="0" y="204956"/>
              </a:lnTo>
              <a:lnTo>
                <a:pt x="631961" y="204956"/>
              </a:lnTo>
              <a:lnTo>
                <a:pt x="631961" y="300756"/>
              </a:lnTo>
            </a:path>
          </a:pathLst>
        </a:custGeom>
        <a:noFill/>
        <a:ln w="12700" cap="flat" cmpd="sng" algn="ctr">
          <a:solidFill>
            <a:schemeClr val="accent1">
              <a:shade val="8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7A25AE30-CEF8-4A6E-9F61-5530D6655BB9}">
      <dsp:nvSpPr>
        <dsp:cNvPr id="0" name=""/>
        <dsp:cNvSpPr/>
      </dsp:nvSpPr>
      <dsp:spPr>
        <a:xfrm>
          <a:off x="1859200" y="3529078"/>
          <a:ext cx="631961" cy="300756"/>
        </a:xfrm>
        <a:custGeom>
          <a:avLst/>
          <a:gdLst/>
          <a:ahLst/>
          <a:cxnLst/>
          <a:rect l="0" t="0" r="0" b="0"/>
          <a:pathLst>
            <a:path>
              <a:moveTo>
                <a:pt x="631961" y="0"/>
              </a:moveTo>
              <a:lnTo>
                <a:pt x="631961" y="204956"/>
              </a:lnTo>
              <a:lnTo>
                <a:pt x="0" y="204956"/>
              </a:lnTo>
              <a:lnTo>
                <a:pt x="0" y="300756"/>
              </a:lnTo>
            </a:path>
          </a:pathLst>
        </a:custGeom>
        <a:noFill/>
        <a:ln w="12700" cap="flat" cmpd="sng" algn="ctr">
          <a:solidFill>
            <a:schemeClr val="accent1">
              <a:shade val="8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784D795A-8ECF-4468-8E1A-E9E5F397036B}">
      <dsp:nvSpPr>
        <dsp:cNvPr id="0" name=""/>
        <dsp:cNvSpPr/>
      </dsp:nvSpPr>
      <dsp:spPr>
        <a:xfrm>
          <a:off x="1859200" y="2571657"/>
          <a:ext cx="631961" cy="300756"/>
        </a:xfrm>
        <a:custGeom>
          <a:avLst/>
          <a:gdLst/>
          <a:ahLst/>
          <a:cxnLst/>
          <a:rect l="0" t="0" r="0" b="0"/>
          <a:pathLst>
            <a:path>
              <a:moveTo>
                <a:pt x="0" y="0"/>
              </a:moveTo>
              <a:lnTo>
                <a:pt x="0" y="204956"/>
              </a:lnTo>
              <a:lnTo>
                <a:pt x="631961" y="204956"/>
              </a:lnTo>
              <a:lnTo>
                <a:pt x="631961" y="300756"/>
              </a:lnTo>
            </a:path>
          </a:pathLst>
        </a:custGeom>
        <a:noFill/>
        <a:ln w="12700" cap="flat" cmpd="sng" algn="ctr">
          <a:solidFill>
            <a:schemeClr val="accent1">
              <a:shade val="8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2694D634-37FD-4EBA-BCD4-ACC7F597DEF3}">
      <dsp:nvSpPr>
        <dsp:cNvPr id="0" name=""/>
        <dsp:cNvSpPr/>
      </dsp:nvSpPr>
      <dsp:spPr>
        <a:xfrm>
          <a:off x="1227239" y="2571657"/>
          <a:ext cx="631961" cy="300756"/>
        </a:xfrm>
        <a:custGeom>
          <a:avLst/>
          <a:gdLst/>
          <a:ahLst/>
          <a:cxnLst/>
          <a:rect l="0" t="0" r="0" b="0"/>
          <a:pathLst>
            <a:path>
              <a:moveTo>
                <a:pt x="631961" y="0"/>
              </a:moveTo>
              <a:lnTo>
                <a:pt x="631961" y="204956"/>
              </a:lnTo>
              <a:lnTo>
                <a:pt x="0" y="204956"/>
              </a:lnTo>
              <a:lnTo>
                <a:pt x="0" y="300756"/>
              </a:lnTo>
            </a:path>
          </a:pathLst>
        </a:custGeom>
        <a:noFill/>
        <a:ln w="12700" cap="flat" cmpd="sng" algn="ctr">
          <a:solidFill>
            <a:schemeClr val="accent1">
              <a:shade val="8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DCFA54B5-716F-4E7B-B65B-0A4862F4271F}">
      <dsp:nvSpPr>
        <dsp:cNvPr id="0" name=""/>
        <dsp:cNvSpPr/>
      </dsp:nvSpPr>
      <dsp:spPr>
        <a:xfrm>
          <a:off x="1813480" y="1614236"/>
          <a:ext cx="91440" cy="300756"/>
        </a:xfrm>
        <a:custGeom>
          <a:avLst/>
          <a:gdLst/>
          <a:ahLst/>
          <a:cxnLst/>
          <a:rect l="0" t="0" r="0" b="0"/>
          <a:pathLst>
            <a:path>
              <a:moveTo>
                <a:pt x="45720" y="0"/>
              </a:moveTo>
              <a:lnTo>
                <a:pt x="45720" y="300756"/>
              </a:lnTo>
            </a:path>
          </a:pathLst>
        </a:custGeom>
        <a:noFill/>
        <a:ln w="12700" cap="flat" cmpd="sng" algn="ctr">
          <a:solidFill>
            <a:schemeClr val="accent1">
              <a:shade val="8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1435CB25-F52C-4064-B83F-C6B04272BBB8}">
      <dsp:nvSpPr>
        <dsp:cNvPr id="0" name=""/>
        <dsp:cNvSpPr/>
      </dsp:nvSpPr>
      <dsp:spPr>
        <a:xfrm>
          <a:off x="1859200" y="656814"/>
          <a:ext cx="631961" cy="300756"/>
        </a:xfrm>
        <a:custGeom>
          <a:avLst/>
          <a:gdLst/>
          <a:ahLst/>
          <a:cxnLst/>
          <a:rect l="0" t="0" r="0" b="0"/>
          <a:pathLst>
            <a:path>
              <a:moveTo>
                <a:pt x="631961" y="0"/>
              </a:moveTo>
              <a:lnTo>
                <a:pt x="631961" y="204956"/>
              </a:lnTo>
              <a:lnTo>
                <a:pt x="0" y="204956"/>
              </a:lnTo>
              <a:lnTo>
                <a:pt x="0" y="300756"/>
              </a:lnTo>
            </a:path>
          </a:pathLst>
        </a:custGeom>
        <a:noFill/>
        <a:ln w="12700" cap="flat" cmpd="sng" algn="ctr">
          <a:solidFill>
            <a:schemeClr val="accent1">
              <a:shade val="6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17822D73-C9FF-4119-81A3-D0A29AA0054B}">
      <dsp:nvSpPr>
        <dsp:cNvPr id="0" name=""/>
        <dsp:cNvSpPr/>
      </dsp:nvSpPr>
      <dsp:spPr>
        <a:xfrm>
          <a:off x="1974102" y="149"/>
          <a:ext cx="1034118" cy="656665"/>
        </a:xfrm>
        <a:prstGeom prst="roundRect">
          <a:avLst>
            <a:gd name="adj" fmla="val 10000"/>
          </a:avLst>
        </a:prstGeom>
        <a:solidFill>
          <a:schemeClr val="accent4"/>
        </a:solidFill>
        <a:ln w="19050" cap="flat" cmpd="sng" algn="ctr">
          <a:solidFill>
            <a:schemeClr val="lt1"/>
          </a:solidFill>
          <a:prstDash val="solid"/>
          <a:miter lim="800000"/>
        </a:ln>
        <a:effectLst/>
      </dsp:spPr>
      <dsp:style>
        <a:lnRef idx="3">
          <a:schemeClr val="lt1"/>
        </a:lnRef>
        <a:fillRef idx="1">
          <a:schemeClr val="accent4"/>
        </a:fillRef>
        <a:effectRef idx="1">
          <a:schemeClr val="accent4"/>
        </a:effectRef>
        <a:fontRef idx="minor">
          <a:schemeClr val="lt1"/>
        </a:fontRef>
      </dsp:style>
    </dsp:sp>
    <dsp:sp modelId="{C4E8A223-6C98-4339-8B58-B5E1472AA11D}">
      <dsp:nvSpPr>
        <dsp:cNvPr id="0" name=""/>
        <dsp:cNvSpPr/>
      </dsp:nvSpPr>
      <dsp:spPr>
        <a:xfrm>
          <a:off x="2089004" y="109306"/>
          <a:ext cx="1034118" cy="656665"/>
        </a:xfrm>
        <a:prstGeom prst="roundRect">
          <a:avLst>
            <a:gd name="adj" fmla="val 10000"/>
          </a:avLst>
        </a:prstGeom>
        <a:solidFill>
          <a:schemeClr val="lt1"/>
        </a:solidFill>
        <a:ln w="12700" cap="flat" cmpd="sng" algn="ctr">
          <a:solidFill>
            <a:schemeClr val="accent4"/>
          </a:solidFill>
          <a:prstDash val="solid"/>
          <a:miter lim="800000"/>
        </a:ln>
        <a:effectLst/>
      </dsp:spPr>
      <dsp:style>
        <a:lnRef idx="2">
          <a:schemeClr val="accent4"/>
        </a:lnRef>
        <a:fillRef idx="1">
          <a:schemeClr val="lt1"/>
        </a:fillRef>
        <a:effectRef idx="0">
          <a:schemeClr val="accent4"/>
        </a:effectRef>
        <a:fontRef idx="minor">
          <a:schemeClr val="dk1"/>
        </a:fontRef>
      </dsp:style>
      <dsp:txBody>
        <a:bodyPr spcFirstLastPara="0" vert="horz" wrap="square" lIns="45720" tIns="45720" rIns="45720" bIns="45720" numCol="1" spcCol="1270" anchor="ctr" anchorCtr="0">
          <a:noAutofit/>
        </a:bodyPr>
        <a:lstStyle/>
        <a:p>
          <a:pPr marL="0" lvl="0" indent="0" algn="ctr" defTabSz="533400">
            <a:lnSpc>
              <a:spcPct val="90000"/>
            </a:lnSpc>
            <a:spcBef>
              <a:spcPct val="0"/>
            </a:spcBef>
            <a:spcAft>
              <a:spcPct val="35000"/>
            </a:spcAft>
            <a:buNone/>
          </a:pPr>
          <a:r>
            <a:rPr lang="en-US" sz="1200" kern="1200" dirty="0" err="1"/>
            <a:t>SkinnedModel</a:t>
          </a:r>
          <a:endParaRPr lang="en-US" sz="1200" kern="1200" dirty="0"/>
        </a:p>
      </dsp:txBody>
      <dsp:txXfrm>
        <a:off x="2108237" y="128539"/>
        <a:ext cx="995652" cy="618199"/>
      </dsp:txXfrm>
    </dsp:sp>
    <dsp:sp modelId="{1B49E916-50D0-48A7-890E-EAC9FEB64BD0}">
      <dsp:nvSpPr>
        <dsp:cNvPr id="0" name=""/>
        <dsp:cNvSpPr/>
      </dsp:nvSpPr>
      <dsp:spPr>
        <a:xfrm>
          <a:off x="1342141" y="957570"/>
          <a:ext cx="1034118" cy="656665"/>
        </a:xfrm>
        <a:prstGeom prst="roundRect">
          <a:avLst>
            <a:gd name="adj" fmla="val 10000"/>
          </a:avLst>
        </a:prstGeom>
        <a:solidFill>
          <a:schemeClr val="accent3"/>
        </a:solidFill>
        <a:ln w="19050" cap="flat" cmpd="sng" algn="ctr">
          <a:solidFill>
            <a:schemeClr val="lt1"/>
          </a:solidFill>
          <a:prstDash val="solid"/>
          <a:miter lim="800000"/>
        </a:ln>
        <a:effectLst/>
      </dsp:spPr>
      <dsp:style>
        <a:lnRef idx="3">
          <a:schemeClr val="lt1"/>
        </a:lnRef>
        <a:fillRef idx="1">
          <a:schemeClr val="accent3"/>
        </a:fillRef>
        <a:effectRef idx="1">
          <a:schemeClr val="accent3"/>
        </a:effectRef>
        <a:fontRef idx="minor">
          <a:schemeClr val="lt1"/>
        </a:fontRef>
      </dsp:style>
    </dsp:sp>
    <dsp:sp modelId="{324F3F61-EC5B-4952-A774-8E2BDC530060}">
      <dsp:nvSpPr>
        <dsp:cNvPr id="0" name=""/>
        <dsp:cNvSpPr/>
      </dsp:nvSpPr>
      <dsp:spPr>
        <a:xfrm>
          <a:off x="1457043" y="1066727"/>
          <a:ext cx="1034118" cy="656665"/>
        </a:xfrm>
        <a:prstGeom prst="roundRect">
          <a:avLst>
            <a:gd name="adj" fmla="val 10000"/>
          </a:avLst>
        </a:prstGeom>
        <a:solidFill>
          <a:schemeClr val="lt1"/>
        </a:solidFill>
        <a:ln w="12700" cap="flat" cmpd="sng" algn="ctr">
          <a:solidFill>
            <a:schemeClr val="accent3"/>
          </a:solidFill>
          <a:prstDash val="solid"/>
          <a:miter lim="800000"/>
        </a:ln>
        <a:effectLst/>
      </dsp:spPr>
      <dsp:style>
        <a:lnRef idx="2">
          <a:schemeClr val="accent3"/>
        </a:lnRef>
        <a:fillRef idx="1">
          <a:schemeClr val="lt1"/>
        </a:fillRef>
        <a:effectRef idx="0">
          <a:schemeClr val="accent3"/>
        </a:effectRef>
        <a:fontRef idx="minor">
          <a:schemeClr val="dk1"/>
        </a:fontRef>
      </dsp:style>
      <dsp:txBody>
        <a:bodyPr spcFirstLastPara="0" vert="horz" wrap="square" lIns="45720" tIns="45720" rIns="45720" bIns="45720" numCol="1" spcCol="1270" anchor="ctr" anchorCtr="0">
          <a:noAutofit/>
        </a:bodyPr>
        <a:lstStyle/>
        <a:p>
          <a:pPr marL="0" lvl="0" indent="0" algn="ctr" defTabSz="533400">
            <a:lnSpc>
              <a:spcPct val="90000"/>
            </a:lnSpc>
            <a:spcBef>
              <a:spcPct val="0"/>
            </a:spcBef>
            <a:spcAft>
              <a:spcPct val="35000"/>
            </a:spcAft>
            <a:buNone/>
          </a:pPr>
          <a:r>
            <a:rPr lang="en-US" sz="1200" kern="1200" dirty="0"/>
            <a:t>Model</a:t>
          </a:r>
        </a:p>
      </dsp:txBody>
      <dsp:txXfrm>
        <a:off x="1476276" y="1085960"/>
        <a:ext cx="995652" cy="618199"/>
      </dsp:txXfrm>
    </dsp:sp>
    <dsp:sp modelId="{5CBD9D35-9BCF-47DD-A607-6B2D13F5E630}">
      <dsp:nvSpPr>
        <dsp:cNvPr id="0" name=""/>
        <dsp:cNvSpPr/>
      </dsp:nvSpPr>
      <dsp:spPr>
        <a:xfrm>
          <a:off x="1342141" y="1914992"/>
          <a:ext cx="1034118" cy="656665"/>
        </a:xfrm>
        <a:prstGeom prst="roundRect">
          <a:avLst>
            <a:gd name="adj" fmla="val 10000"/>
          </a:avLst>
        </a:prstGeom>
        <a:solidFill>
          <a:schemeClr val="accent3"/>
        </a:solidFill>
        <a:ln w="19050" cap="flat" cmpd="sng" algn="ctr">
          <a:solidFill>
            <a:schemeClr val="lt1"/>
          </a:solidFill>
          <a:prstDash val="solid"/>
          <a:miter lim="800000"/>
        </a:ln>
        <a:effectLst/>
      </dsp:spPr>
      <dsp:style>
        <a:lnRef idx="3">
          <a:schemeClr val="lt1"/>
        </a:lnRef>
        <a:fillRef idx="1">
          <a:schemeClr val="accent3"/>
        </a:fillRef>
        <a:effectRef idx="1">
          <a:schemeClr val="accent3"/>
        </a:effectRef>
        <a:fontRef idx="minor">
          <a:schemeClr val="lt1"/>
        </a:fontRef>
      </dsp:style>
    </dsp:sp>
    <dsp:sp modelId="{45F8DB15-F618-4358-8FF9-3A98F8B86781}">
      <dsp:nvSpPr>
        <dsp:cNvPr id="0" name=""/>
        <dsp:cNvSpPr/>
      </dsp:nvSpPr>
      <dsp:spPr>
        <a:xfrm>
          <a:off x="1457043" y="2024149"/>
          <a:ext cx="1034118" cy="656665"/>
        </a:xfrm>
        <a:prstGeom prst="roundRect">
          <a:avLst>
            <a:gd name="adj" fmla="val 10000"/>
          </a:avLst>
        </a:prstGeom>
        <a:solidFill>
          <a:schemeClr val="lt1"/>
        </a:solidFill>
        <a:ln w="12700" cap="flat" cmpd="sng" algn="ctr">
          <a:solidFill>
            <a:schemeClr val="accent3"/>
          </a:solidFill>
          <a:prstDash val="solid"/>
          <a:miter lim="800000"/>
        </a:ln>
        <a:effectLst/>
      </dsp:spPr>
      <dsp:style>
        <a:lnRef idx="2">
          <a:schemeClr val="accent3"/>
        </a:lnRef>
        <a:fillRef idx="1">
          <a:schemeClr val="lt1"/>
        </a:fillRef>
        <a:effectRef idx="0">
          <a:schemeClr val="accent3"/>
        </a:effectRef>
        <a:fontRef idx="minor">
          <a:schemeClr val="dk1"/>
        </a:fontRef>
      </dsp:style>
      <dsp:txBody>
        <a:bodyPr spcFirstLastPara="0" vert="horz" wrap="square" lIns="45720" tIns="45720" rIns="45720" bIns="45720" numCol="1" spcCol="1270" anchor="ctr" anchorCtr="0">
          <a:noAutofit/>
        </a:bodyPr>
        <a:lstStyle/>
        <a:p>
          <a:pPr marL="0" lvl="0" indent="0" algn="ctr" defTabSz="533400">
            <a:lnSpc>
              <a:spcPct val="90000"/>
            </a:lnSpc>
            <a:spcBef>
              <a:spcPct val="0"/>
            </a:spcBef>
            <a:spcAft>
              <a:spcPct val="35000"/>
            </a:spcAft>
            <a:buNone/>
          </a:pPr>
          <a:r>
            <a:rPr lang="en-US" sz="1200" kern="1200" dirty="0" err="1"/>
            <a:t>RenderMesh</a:t>
          </a:r>
          <a:endParaRPr lang="en-US" sz="1200" kern="1200" dirty="0"/>
        </a:p>
      </dsp:txBody>
      <dsp:txXfrm>
        <a:off x="1476276" y="2043382"/>
        <a:ext cx="995652" cy="618199"/>
      </dsp:txXfrm>
    </dsp:sp>
    <dsp:sp modelId="{3D0FEE1D-A420-46CB-9EB0-1846143CA599}">
      <dsp:nvSpPr>
        <dsp:cNvPr id="0" name=""/>
        <dsp:cNvSpPr/>
      </dsp:nvSpPr>
      <dsp:spPr>
        <a:xfrm>
          <a:off x="710179" y="2872413"/>
          <a:ext cx="1034118" cy="656665"/>
        </a:xfrm>
        <a:prstGeom prst="roundRect">
          <a:avLst>
            <a:gd name="adj" fmla="val 10000"/>
          </a:avLst>
        </a:prstGeom>
        <a:solidFill>
          <a:schemeClr val="accent3"/>
        </a:solidFill>
        <a:ln w="19050" cap="flat" cmpd="sng" algn="ctr">
          <a:solidFill>
            <a:schemeClr val="lt1"/>
          </a:solidFill>
          <a:prstDash val="solid"/>
          <a:miter lim="800000"/>
        </a:ln>
        <a:effectLst/>
      </dsp:spPr>
      <dsp:style>
        <a:lnRef idx="3">
          <a:schemeClr val="lt1"/>
        </a:lnRef>
        <a:fillRef idx="1">
          <a:schemeClr val="accent3"/>
        </a:fillRef>
        <a:effectRef idx="1">
          <a:schemeClr val="accent3"/>
        </a:effectRef>
        <a:fontRef idx="minor">
          <a:schemeClr val="lt1"/>
        </a:fontRef>
      </dsp:style>
    </dsp:sp>
    <dsp:sp modelId="{292B6775-2C39-458B-98CB-E37104955106}">
      <dsp:nvSpPr>
        <dsp:cNvPr id="0" name=""/>
        <dsp:cNvSpPr/>
      </dsp:nvSpPr>
      <dsp:spPr>
        <a:xfrm>
          <a:off x="825081" y="2981570"/>
          <a:ext cx="1034118" cy="656665"/>
        </a:xfrm>
        <a:prstGeom prst="roundRect">
          <a:avLst>
            <a:gd name="adj" fmla="val 10000"/>
          </a:avLst>
        </a:prstGeom>
        <a:solidFill>
          <a:schemeClr val="lt1"/>
        </a:solidFill>
        <a:ln w="12700" cap="flat" cmpd="sng" algn="ctr">
          <a:solidFill>
            <a:schemeClr val="accent3"/>
          </a:solidFill>
          <a:prstDash val="solid"/>
          <a:miter lim="800000"/>
        </a:ln>
        <a:effectLst/>
      </dsp:spPr>
      <dsp:style>
        <a:lnRef idx="2">
          <a:schemeClr val="accent3"/>
        </a:lnRef>
        <a:fillRef idx="1">
          <a:schemeClr val="lt1"/>
        </a:fillRef>
        <a:effectRef idx="0">
          <a:schemeClr val="accent3"/>
        </a:effectRef>
        <a:fontRef idx="minor">
          <a:schemeClr val="dk1"/>
        </a:fontRef>
      </dsp:style>
      <dsp:txBody>
        <a:bodyPr spcFirstLastPara="0" vert="horz" wrap="square" lIns="45720" tIns="45720" rIns="45720" bIns="45720" numCol="1" spcCol="1270" anchor="ctr" anchorCtr="0">
          <a:noAutofit/>
        </a:bodyPr>
        <a:lstStyle/>
        <a:p>
          <a:pPr marL="0" lvl="0" indent="0" algn="ctr" defTabSz="533400">
            <a:lnSpc>
              <a:spcPct val="90000"/>
            </a:lnSpc>
            <a:spcBef>
              <a:spcPct val="0"/>
            </a:spcBef>
            <a:spcAft>
              <a:spcPct val="35000"/>
            </a:spcAft>
            <a:buNone/>
          </a:pPr>
          <a:r>
            <a:rPr lang="en-US" sz="1200" kern="1200" dirty="0"/>
            <a:t>Mesh</a:t>
          </a:r>
        </a:p>
      </dsp:txBody>
      <dsp:txXfrm>
        <a:off x="844314" y="3000803"/>
        <a:ext cx="995652" cy="618199"/>
      </dsp:txXfrm>
    </dsp:sp>
    <dsp:sp modelId="{D4513493-536C-463E-87B7-34FE6B922009}">
      <dsp:nvSpPr>
        <dsp:cNvPr id="0" name=""/>
        <dsp:cNvSpPr/>
      </dsp:nvSpPr>
      <dsp:spPr>
        <a:xfrm>
          <a:off x="1974102" y="2872413"/>
          <a:ext cx="1034118" cy="656665"/>
        </a:xfrm>
        <a:prstGeom prst="roundRect">
          <a:avLst>
            <a:gd name="adj" fmla="val 10000"/>
          </a:avLst>
        </a:prstGeom>
        <a:solidFill>
          <a:schemeClr val="accent5"/>
        </a:solidFill>
        <a:ln w="19050" cap="flat" cmpd="sng" algn="ctr">
          <a:solidFill>
            <a:schemeClr val="lt1"/>
          </a:solidFill>
          <a:prstDash val="solid"/>
          <a:miter lim="800000"/>
        </a:ln>
        <a:effectLst/>
      </dsp:spPr>
      <dsp:style>
        <a:lnRef idx="3">
          <a:schemeClr val="lt1"/>
        </a:lnRef>
        <a:fillRef idx="1">
          <a:schemeClr val="accent5"/>
        </a:fillRef>
        <a:effectRef idx="1">
          <a:schemeClr val="accent5"/>
        </a:effectRef>
        <a:fontRef idx="minor">
          <a:schemeClr val="lt1"/>
        </a:fontRef>
      </dsp:style>
    </dsp:sp>
    <dsp:sp modelId="{A97954B1-47C6-433F-B755-BD20FD1CC57A}">
      <dsp:nvSpPr>
        <dsp:cNvPr id="0" name=""/>
        <dsp:cNvSpPr/>
      </dsp:nvSpPr>
      <dsp:spPr>
        <a:xfrm>
          <a:off x="2089004" y="2981570"/>
          <a:ext cx="1034118" cy="656665"/>
        </a:xfrm>
        <a:prstGeom prst="roundRect">
          <a:avLst>
            <a:gd name="adj" fmla="val 10000"/>
          </a:avLst>
        </a:prstGeom>
        <a:solidFill>
          <a:schemeClr val="lt1"/>
        </a:solidFill>
        <a:ln w="12700" cap="flat" cmpd="sng" algn="ctr">
          <a:solidFill>
            <a:schemeClr val="accent5"/>
          </a:solidFill>
          <a:prstDash val="solid"/>
          <a:miter lim="800000"/>
        </a:ln>
        <a:effectLst/>
      </dsp:spPr>
      <dsp:style>
        <a:lnRef idx="2">
          <a:schemeClr val="accent5"/>
        </a:lnRef>
        <a:fillRef idx="1">
          <a:schemeClr val="lt1"/>
        </a:fillRef>
        <a:effectRef idx="0">
          <a:schemeClr val="accent5"/>
        </a:effectRef>
        <a:fontRef idx="minor">
          <a:schemeClr val="dk1"/>
        </a:fontRef>
      </dsp:style>
      <dsp:txBody>
        <a:bodyPr spcFirstLastPara="0" vert="horz" wrap="square" lIns="45720" tIns="45720" rIns="45720" bIns="45720" numCol="1" spcCol="1270" anchor="ctr" anchorCtr="0">
          <a:noAutofit/>
        </a:bodyPr>
        <a:lstStyle/>
        <a:p>
          <a:pPr marL="0" lvl="0" indent="0" algn="ctr" defTabSz="533400">
            <a:lnSpc>
              <a:spcPct val="90000"/>
            </a:lnSpc>
            <a:spcBef>
              <a:spcPct val="0"/>
            </a:spcBef>
            <a:spcAft>
              <a:spcPct val="35000"/>
            </a:spcAft>
            <a:buNone/>
          </a:pPr>
          <a:r>
            <a:rPr lang="en-US" sz="1200" kern="1200" dirty="0"/>
            <a:t>Material</a:t>
          </a:r>
        </a:p>
      </dsp:txBody>
      <dsp:txXfrm>
        <a:off x="2108237" y="3000803"/>
        <a:ext cx="995652" cy="618199"/>
      </dsp:txXfrm>
    </dsp:sp>
    <dsp:sp modelId="{B9031D0B-D28F-45D1-9815-772D82FD4CC9}">
      <dsp:nvSpPr>
        <dsp:cNvPr id="0" name=""/>
        <dsp:cNvSpPr/>
      </dsp:nvSpPr>
      <dsp:spPr>
        <a:xfrm>
          <a:off x="1342141" y="3829834"/>
          <a:ext cx="1034118" cy="656665"/>
        </a:xfrm>
        <a:prstGeom prst="roundRect">
          <a:avLst>
            <a:gd name="adj" fmla="val 1000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31456D40-80C8-448D-BB17-5655D9499C60}">
      <dsp:nvSpPr>
        <dsp:cNvPr id="0" name=""/>
        <dsp:cNvSpPr/>
      </dsp:nvSpPr>
      <dsp:spPr>
        <a:xfrm>
          <a:off x="1457043" y="3938991"/>
          <a:ext cx="1034118" cy="656665"/>
        </a:xfrm>
        <a:prstGeom prst="roundRect">
          <a:avLst>
            <a:gd name="adj" fmla="val 10000"/>
          </a:avLst>
        </a:prstGeom>
        <a:solidFill>
          <a:schemeClr val="lt1"/>
        </a:solidFill>
        <a:ln w="12700" cap="flat" cmpd="sng" algn="ctr">
          <a:solidFill>
            <a:schemeClr val="accent1"/>
          </a:solidFill>
          <a:prstDash val="solid"/>
          <a:miter lim="800000"/>
        </a:ln>
        <a:effectLst/>
      </dsp:spPr>
      <dsp:style>
        <a:lnRef idx="2">
          <a:schemeClr val="accent1"/>
        </a:lnRef>
        <a:fillRef idx="1">
          <a:schemeClr val="lt1"/>
        </a:fillRef>
        <a:effectRef idx="0">
          <a:schemeClr val="accent1"/>
        </a:effectRef>
        <a:fontRef idx="minor">
          <a:schemeClr val="dk1"/>
        </a:fontRef>
      </dsp:style>
      <dsp:txBody>
        <a:bodyPr spcFirstLastPara="0" vert="horz" wrap="square" lIns="45720" tIns="45720" rIns="45720" bIns="45720" numCol="1" spcCol="1270" anchor="ctr" anchorCtr="0">
          <a:noAutofit/>
        </a:bodyPr>
        <a:lstStyle/>
        <a:p>
          <a:pPr marL="0" lvl="0" indent="0" algn="ctr" defTabSz="533400">
            <a:lnSpc>
              <a:spcPct val="90000"/>
            </a:lnSpc>
            <a:spcBef>
              <a:spcPct val="0"/>
            </a:spcBef>
            <a:spcAft>
              <a:spcPct val="35000"/>
            </a:spcAft>
            <a:buNone/>
          </a:pPr>
          <a:r>
            <a:rPr lang="en-US" sz="1200" kern="1200" dirty="0"/>
            <a:t>Texture</a:t>
          </a:r>
        </a:p>
      </dsp:txBody>
      <dsp:txXfrm>
        <a:off x="1476276" y="3958224"/>
        <a:ext cx="995652" cy="618199"/>
      </dsp:txXfrm>
    </dsp:sp>
    <dsp:sp modelId="{430DECF3-0A65-47F2-A09B-55ABFC9A2952}">
      <dsp:nvSpPr>
        <dsp:cNvPr id="0" name=""/>
        <dsp:cNvSpPr/>
      </dsp:nvSpPr>
      <dsp:spPr>
        <a:xfrm>
          <a:off x="2606063" y="3829834"/>
          <a:ext cx="1034118" cy="656665"/>
        </a:xfrm>
        <a:prstGeom prst="roundRect">
          <a:avLst>
            <a:gd name="adj" fmla="val 10000"/>
          </a:avLst>
        </a:prstGeom>
        <a:solidFill>
          <a:schemeClr val="accent5"/>
        </a:solidFill>
        <a:ln w="19050" cap="flat" cmpd="sng" algn="ctr">
          <a:solidFill>
            <a:schemeClr val="lt1"/>
          </a:solidFill>
          <a:prstDash val="solid"/>
          <a:miter lim="800000"/>
        </a:ln>
        <a:effectLst/>
      </dsp:spPr>
      <dsp:style>
        <a:lnRef idx="3">
          <a:schemeClr val="lt1"/>
        </a:lnRef>
        <a:fillRef idx="1">
          <a:schemeClr val="accent5"/>
        </a:fillRef>
        <a:effectRef idx="1">
          <a:schemeClr val="accent5"/>
        </a:effectRef>
        <a:fontRef idx="minor">
          <a:schemeClr val="lt1"/>
        </a:fontRef>
      </dsp:style>
    </dsp:sp>
    <dsp:sp modelId="{6C9986BB-AE5C-4F2A-9F51-388B14E89025}">
      <dsp:nvSpPr>
        <dsp:cNvPr id="0" name=""/>
        <dsp:cNvSpPr/>
      </dsp:nvSpPr>
      <dsp:spPr>
        <a:xfrm>
          <a:off x="2720965" y="3938991"/>
          <a:ext cx="1034118" cy="656665"/>
        </a:xfrm>
        <a:prstGeom prst="roundRect">
          <a:avLst>
            <a:gd name="adj" fmla="val 10000"/>
          </a:avLst>
        </a:prstGeom>
        <a:solidFill>
          <a:schemeClr val="lt1"/>
        </a:solidFill>
        <a:ln w="12700" cap="flat" cmpd="sng" algn="ctr">
          <a:solidFill>
            <a:schemeClr val="accent5"/>
          </a:solidFill>
          <a:prstDash val="solid"/>
          <a:miter lim="800000"/>
        </a:ln>
        <a:effectLst/>
      </dsp:spPr>
      <dsp:style>
        <a:lnRef idx="2">
          <a:schemeClr val="accent5"/>
        </a:lnRef>
        <a:fillRef idx="1">
          <a:schemeClr val="lt1"/>
        </a:fillRef>
        <a:effectRef idx="0">
          <a:schemeClr val="accent5"/>
        </a:effectRef>
        <a:fontRef idx="minor">
          <a:schemeClr val="dk1"/>
        </a:fontRef>
      </dsp:style>
      <dsp:txBody>
        <a:bodyPr spcFirstLastPara="0" vert="horz" wrap="square" lIns="45720" tIns="45720" rIns="45720" bIns="45720" numCol="1" spcCol="1270" anchor="ctr" anchorCtr="0">
          <a:noAutofit/>
        </a:bodyPr>
        <a:lstStyle/>
        <a:p>
          <a:pPr marL="0" lvl="0" indent="0" algn="ctr" defTabSz="533400">
            <a:lnSpc>
              <a:spcPct val="90000"/>
            </a:lnSpc>
            <a:spcBef>
              <a:spcPct val="0"/>
            </a:spcBef>
            <a:spcAft>
              <a:spcPct val="35000"/>
            </a:spcAft>
            <a:buNone/>
          </a:pPr>
          <a:r>
            <a:rPr lang="en-US" sz="1200" kern="1200" dirty="0" err="1"/>
            <a:t>ShadingModel</a:t>
          </a:r>
          <a:endParaRPr lang="en-US" sz="1200" kern="1200" dirty="0"/>
        </a:p>
      </dsp:txBody>
      <dsp:txXfrm>
        <a:off x="2740198" y="3958224"/>
        <a:ext cx="995652" cy="618199"/>
      </dsp:txXfrm>
    </dsp:sp>
    <dsp:sp modelId="{A271C599-578B-4C61-B23A-6420F35B225F}">
      <dsp:nvSpPr>
        <dsp:cNvPr id="0" name=""/>
        <dsp:cNvSpPr/>
      </dsp:nvSpPr>
      <dsp:spPr>
        <a:xfrm>
          <a:off x="2606063" y="4787256"/>
          <a:ext cx="1034118" cy="656665"/>
        </a:xfrm>
        <a:prstGeom prst="roundRect">
          <a:avLst>
            <a:gd name="adj" fmla="val 10000"/>
          </a:avLst>
        </a:prstGeom>
        <a:solidFill>
          <a:schemeClr val="accent5"/>
        </a:solidFill>
        <a:ln w="19050" cap="flat" cmpd="sng" algn="ctr">
          <a:solidFill>
            <a:schemeClr val="lt1"/>
          </a:solidFill>
          <a:prstDash val="solid"/>
          <a:miter lim="800000"/>
        </a:ln>
        <a:effectLst/>
      </dsp:spPr>
      <dsp:style>
        <a:lnRef idx="3">
          <a:schemeClr val="lt1"/>
        </a:lnRef>
        <a:fillRef idx="1">
          <a:schemeClr val="accent5"/>
        </a:fillRef>
        <a:effectRef idx="1">
          <a:schemeClr val="accent5"/>
        </a:effectRef>
        <a:fontRef idx="minor">
          <a:schemeClr val="lt1"/>
        </a:fontRef>
      </dsp:style>
    </dsp:sp>
    <dsp:sp modelId="{5911D055-A952-4026-9CD2-9CABC50DC275}">
      <dsp:nvSpPr>
        <dsp:cNvPr id="0" name=""/>
        <dsp:cNvSpPr/>
      </dsp:nvSpPr>
      <dsp:spPr>
        <a:xfrm>
          <a:off x="2720965" y="4896413"/>
          <a:ext cx="1034118" cy="656665"/>
        </a:xfrm>
        <a:prstGeom prst="roundRect">
          <a:avLst>
            <a:gd name="adj" fmla="val 10000"/>
          </a:avLst>
        </a:prstGeom>
        <a:solidFill>
          <a:schemeClr val="lt1"/>
        </a:solidFill>
        <a:ln w="12700" cap="flat" cmpd="sng" algn="ctr">
          <a:solidFill>
            <a:schemeClr val="accent5"/>
          </a:solidFill>
          <a:prstDash val="solid"/>
          <a:miter lim="800000"/>
        </a:ln>
        <a:effectLst/>
      </dsp:spPr>
      <dsp:style>
        <a:lnRef idx="2">
          <a:schemeClr val="accent5"/>
        </a:lnRef>
        <a:fillRef idx="1">
          <a:schemeClr val="lt1"/>
        </a:fillRef>
        <a:effectRef idx="0">
          <a:schemeClr val="accent5"/>
        </a:effectRef>
        <a:fontRef idx="minor">
          <a:schemeClr val="dk1"/>
        </a:fontRef>
      </dsp:style>
      <dsp:txBody>
        <a:bodyPr spcFirstLastPara="0" vert="horz" wrap="square" lIns="45720" tIns="45720" rIns="45720" bIns="45720" numCol="1" spcCol="1270" anchor="ctr" anchorCtr="0">
          <a:noAutofit/>
        </a:bodyPr>
        <a:lstStyle/>
        <a:p>
          <a:pPr marL="0" lvl="0" indent="0" algn="ctr" defTabSz="533400">
            <a:lnSpc>
              <a:spcPct val="90000"/>
            </a:lnSpc>
            <a:spcBef>
              <a:spcPct val="0"/>
            </a:spcBef>
            <a:spcAft>
              <a:spcPct val="35000"/>
            </a:spcAft>
            <a:buNone/>
          </a:pPr>
          <a:r>
            <a:rPr lang="en-US" sz="1200" kern="1200" dirty="0"/>
            <a:t>Shader</a:t>
          </a:r>
        </a:p>
      </dsp:txBody>
      <dsp:txXfrm>
        <a:off x="2740198" y="4915646"/>
        <a:ext cx="995652" cy="618199"/>
      </dsp:txXfrm>
    </dsp:sp>
    <dsp:sp modelId="{4DEEBC8C-5F99-437A-8ACA-DB2FE352BE77}">
      <dsp:nvSpPr>
        <dsp:cNvPr id="0" name=""/>
        <dsp:cNvSpPr/>
      </dsp:nvSpPr>
      <dsp:spPr>
        <a:xfrm>
          <a:off x="2606063" y="957570"/>
          <a:ext cx="1034118" cy="656665"/>
        </a:xfrm>
        <a:prstGeom prst="roundRect">
          <a:avLst>
            <a:gd name="adj" fmla="val 10000"/>
          </a:avLst>
        </a:prstGeom>
        <a:solidFill>
          <a:schemeClr val="accent4"/>
        </a:solidFill>
        <a:ln w="19050" cap="flat" cmpd="sng" algn="ctr">
          <a:solidFill>
            <a:schemeClr val="lt1"/>
          </a:solidFill>
          <a:prstDash val="solid"/>
          <a:miter lim="800000"/>
        </a:ln>
        <a:effectLst/>
      </dsp:spPr>
      <dsp:style>
        <a:lnRef idx="3">
          <a:schemeClr val="lt1"/>
        </a:lnRef>
        <a:fillRef idx="1">
          <a:schemeClr val="accent4"/>
        </a:fillRef>
        <a:effectRef idx="1">
          <a:schemeClr val="accent4"/>
        </a:effectRef>
        <a:fontRef idx="minor">
          <a:schemeClr val="lt1"/>
        </a:fontRef>
      </dsp:style>
    </dsp:sp>
    <dsp:sp modelId="{528C557C-FBDA-4D4C-9233-8886AFC9A87A}">
      <dsp:nvSpPr>
        <dsp:cNvPr id="0" name=""/>
        <dsp:cNvSpPr/>
      </dsp:nvSpPr>
      <dsp:spPr>
        <a:xfrm>
          <a:off x="2720965" y="1066727"/>
          <a:ext cx="1034118" cy="656665"/>
        </a:xfrm>
        <a:prstGeom prst="roundRect">
          <a:avLst>
            <a:gd name="adj" fmla="val 10000"/>
          </a:avLst>
        </a:prstGeom>
        <a:solidFill>
          <a:schemeClr val="lt1"/>
        </a:solidFill>
        <a:ln w="12700" cap="flat" cmpd="sng" algn="ctr">
          <a:solidFill>
            <a:schemeClr val="accent4"/>
          </a:solidFill>
          <a:prstDash val="solid"/>
          <a:miter lim="800000"/>
        </a:ln>
        <a:effectLst/>
      </dsp:spPr>
      <dsp:style>
        <a:lnRef idx="2">
          <a:schemeClr val="accent4"/>
        </a:lnRef>
        <a:fillRef idx="1">
          <a:schemeClr val="lt1"/>
        </a:fillRef>
        <a:effectRef idx="0">
          <a:schemeClr val="accent4"/>
        </a:effectRef>
        <a:fontRef idx="minor">
          <a:schemeClr val="dk1"/>
        </a:fontRef>
      </dsp:style>
      <dsp:txBody>
        <a:bodyPr spcFirstLastPara="0" vert="horz" wrap="square" lIns="45720" tIns="45720" rIns="45720" bIns="45720" numCol="1" spcCol="1270" anchor="ctr" anchorCtr="0">
          <a:noAutofit/>
        </a:bodyPr>
        <a:lstStyle/>
        <a:p>
          <a:pPr marL="0" lvl="0" indent="0" algn="ctr" defTabSz="533400">
            <a:lnSpc>
              <a:spcPct val="90000"/>
            </a:lnSpc>
            <a:spcBef>
              <a:spcPct val="0"/>
            </a:spcBef>
            <a:spcAft>
              <a:spcPct val="35000"/>
            </a:spcAft>
            <a:buNone/>
          </a:pPr>
          <a:r>
            <a:rPr lang="en-US" sz="1200" kern="1200" dirty="0"/>
            <a:t>Skeleton</a:t>
          </a:r>
        </a:p>
      </dsp:txBody>
      <dsp:txXfrm>
        <a:off x="2740198" y="1085960"/>
        <a:ext cx="995652" cy="618199"/>
      </dsp:txXfrm>
    </dsp:sp>
  </dsp:spTree>
</dsp:drawing>
</file>

<file path=ppt/diagrams/drawing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5B2A1BDB-1F93-4297-807B-E3AD82E879C7}">
      <dsp:nvSpPr>
        <dsp:cNvPr id="0" name=""/>
        <dsp:cNvSpPr/>
      </dsp:nvSpPr>
      <dsp:spPr>
        <a:xfrm>
          <a:off x="3544" y="177590"/>
          <a:ext cx="3455729" cy="547200"/>
        </a:xfrm>
        <a:prstGeom prst="rect">
          <a:avLst/>
        </a:prstGeom>
        <a:solidFill>
          <a:schemeClr val="accent1">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35128" tIns="77216" rIns="135128" bIns="77216" numCol="1" spcCol="1270" anchor="ctr" anchorCtr="0">
          <a:noAutofit/>
        </a:bodyPr>
        <a:lstStyle/>
        <a:p>
          <a:pPr marL="0" lvl="0" indent="0" algn="ctr" defTabSz="844550">
            <a:lnSpc>
              <a:spcPct val="90000"/>
            </a:lnSpc>
            <a:spcBef>
              <a:spcPct val="0"/>
            </a:spcBef>
            <a:spcAft>
              <a:spcPct val="35000"/>
            </a:spcAft>
            <a:buNone/>
          </a:pPr>
          <a:r>
            <a:rPr lang="en-US" sz="1900" kern="1200" dirty="0" err="1"/>
            <a:t>CRenderMesh</a:t>
          </a:r>
          <a:endParaRPr lang="en-US" sz="1900" kern="1200" dirty="0"/>
        </a:p>
      </dsp:txBody>
      <dsp:txXfrm>
        <a:off x="3544" y="177590"/>
        <a:ext cx="3455729" cy="547200"/>
      </dsp:txXfrm>
    </dsp:sp>
    <dsp:sp modelId="{105281E0-608F-4CFF-BCC9-C81ED6ED8105}">
      <dsp:nvSpPr>
        <dsp:cNvPr id="0" name=""/>
        <dsp:cNvSpPr/>
      </dsp:nvSpPr>
      <dsp:spPr>
        <a:xfrm>
          <a:off x="3544" y="724790"/>
          <a:ext cx="3455729" cy="834480"/>
        </a:xfrm>
        <a:prstGeom prst="rect">
          <a:avLst/>
        </a:prstGeom>
        <a:solidFill>
          <a:schemeClr val="accent1">
            <a:alpha val="90000"/>
            <a:tint val="40000"/>
            <a:hueOff val="0"/>
            <a:satOff val="0"/>
            <a:lumOff val="0"/>
            <a:alphaOff val="0"/>
          </a:schemeClr>
        </a:solidFill>
        <a:ln w="12700" cap="flat" cmpd="sng" algn="ctr">
          <a:solidFill>
            <a:schemeClr val="accent1">
              <a:alpha val="90000"/>
              <a:tint val="40000"/>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101346" tIns="101346" rIns="135128" bIns="152019" numCol="1" spcCol="1270" anchor="t" anchorCtr="0">
          <a:noAutofit/>
        </a:bodyPr>
        <a:lstStyle/>
        <a:p>
          <a:pPr marL="171450" lvl="1" indent="-171450" algn="l" defTabSz="844550">
            <a:lnSpc>
              <a:spcPct val="90000"/>
            </a:lnSpc>
            <a:spcBef>
              <a:spcPct val="0"/>
            </a:spcBef>
            <a:spcAft>
              <a:spcPct val="15000"/>
            </a:spcAft>
            <a:buChar char="•"/>
          </a:pPr>
          <a:r>
            <a:rPr lang="en-US" sz="1900" kern="1200" dirty="0" err="1"/>
            <a:t>AssetHandle</a:t>
          </a:r>
          <a:r>
            <a:rPr lang="en-US" sz="1900" kern="1200" dirty="0"/>
            <a:t>&lt;</a:t>
          </a:r>
          <a:r>
            <a:rPr lang="en-US" sz="1900" kern="1200" dirty="0" err="1"/>
            <a:t>RenderMesh</a:t>
          </a:r>
          <a:r>
            <a:rPr lang="en-US" sz="1900" kern="1200" dirty="0"/>
            <a:t>&gt;</a:t>
          </a:r>
        </a:p>
      </dsp:txBody>
      <dsp:txXfrm>
        <a:off x="3544" y="724790"/>
        <a:ext cx="3455729" cy="834480"/>
      </dsp:txXfrm>
    </dsp:sp>
    <dsp:sp modelId="{851B840E-74B1-44D9-BCE5-45B43C953CAB}">
      <dsp:nvSpPr>
        <dsp:cNvPr id="0" name=""/>
        <dsp:cNvSpPr/>
      </dsp:nvSpPr>
      <dsp:spPr>
        <a:xfrm>
          <a:off x="3943076" y="177590"/>
          <a:ext cx="3455729" cy="547200"/>
        </a:xfrm>
        <a:prstGeom prst="rect">
          <a:avLst/>
        </a:prstGeom>
        <a:solidFill>
          <a:schemeClr val="accent1">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35128" tIns="77216" rIns="135128" bIns="77216" numCol="1" spcCol="1270" anchor="ctr" anchorCtr="0">
          <a:noAutofit/>
        </a:bodyPr>
        <a:lstStyle/>
        <a:p>
          <a:pPr marL="0" lvl="0" indent="0" algn="ctr" defTabSz="844550">
            <a:lnSpc>
              <a:spcPct val="90000"/>
            </a:lnSpc>
            <a:spcBef>
              <a:spcPct val="0"/>
            </a:spcBef>
            <a:spcAft>
              <a:spcPct val="35000"/>
            </a:spcAft>
            <a:buNone/>
          </a:pPr>
          <a:r>
            <a:rPr lang="en-US" sz="1900" kern="1200" dirty="0" err="1"/>
            <a:t>CModel</a:t>
          </a:r>
          <a:endParaRPr lang="en-US" sz="1900" kern="1200" dirty="0"/>
        </a:p>
      </dsp:txBody>
      <dsp:txXfrm>
        <a:off x="3943076" y="177590"/>
        <a:ext cx="3455729" cy="547200"/>
      </dsp:txXfrm>
    </dsp:sp>
    <dsp:sp modelId="{B1952844-0174-4FED-B8FA-C0478402D493}">
      <dsp:nvSpPr>
        <dsp:cNvPr id="0" name=""/>
        <dsp:cNvSpPr/>
      </dsp:nvSpPr>
      <dsp:spPr>
        <a:xfrm>
          <a:off x="3943076" y="724790"/>
          <a:ext cx="3455729" cy="834480"/>
        </a:xfrm>
        <a:prstGeom prst="rect">
          <a:avLst/>
        </a:prstGeom>
        <a:solidFill>
          <a:schemeClr val="accent1">
            <a:alpha val="90000"/>
            <a:tint val="40000"/>
            <a:hueOff val="0"/>
            <a:satOff val="0"/>
            <a:lumOff val="0"/>
            <a:alphaOff val="0"/>
          </a:schemeClr>
        </a:solidFill>
        <a:ln w="12700" cap="flat" cmpd="sng" algn="ctr">
          <a:solidFill>
            <a:schemeClr val="accent1">
              <a:alpha val="90000"/>
              <a:tint val="40000"/>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101346" tIns="101346" rIns="135128" bIns="152019" numCol="1" spcCol="1270" anchor="t" anchorCtr="0">
          <a:noAutofit/>
        </a:bodyPr>
        <a:lstStyle/>
        <a:p>
          <a:pPr marL="171450" lvl="1" indent="-171450" algn="l" defTabSz="844550">
            <a:lnSpc>
              <a:spcPct val="90000"/>
            </a:lnSpc>
            <a:spcBef>
              <a:spcPct val="0"/>
            </a:spcBef>
            <a:spcAft>
              <a:spcPct val="15000"/>
            </a:spcAft>
            <a:buChar char="•"/>
          </a:pPr>
          <a:r>
            <a:rPr lang="en-US" sz="1900" kern="1200" dirty="0" err="1"/>
            <a:t>AssetHandle</a:t>
          </a:r>
          <a:r>
            <a:rPr lang="en-US" sz="1900" kern="1200" dirty="0"/>
            <a:t>&lt;Model&gt;</a:t>
          </a:r>
        </a:p>
      </dsp:txBody>
      <dsp:txXfrm>
        <a:off x="3943076" y="724790"/>
        <a:ext cx="3455729" cy="834480"/>
      </dsp:txXfrm>
    </dsp:sp>
    <dsp:sp modelId="{32EBC9EA-EED7-4251-A143-C0D318FA1165}">
      <dsp:nvSpPr>
        <dsp:cNvPr id="0" name=""/>
        <dsp:cNvSpPr/>
      </dsp:nvSpPr>
      <dsp:spPr>
        <a:xfrm>
          <a:off x="7882607" y="177590"/>
          <a:ext cx="3455729" cy="547200"/>
        </a:xfrm>
        <a:prstGeom prst="rect">
          <a:avLst/>
        </a:prstGeom>
        <a:solidFill>
          <a:schemeClr val="accent1">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35128" tIns="77216" rIns="135128" bIns="77216" numCol="1" spcCol="1270" anchor="ctr" anchorCtr="0">
          <a:noAutofit/>
        </a:bodyPr>
        <a:lstStyle/>
        <a:p>
          <a:pPr marL="0" lvl="0" indent="0" algn="ctr" defTabSz="844550">
            <a:lnSpc>
              <a:spcPct val="90000"/>
            </a:lnSpc>
            <a:spcBef>
              <a:spcPct val="0"/>
            </a:spcBef>
            <a:spcAft>
              <a:spcPct val="35000"/>
            </a:spcAft>
            <a:buNone/>
          </a:pPr>
          <a:r>
            <a:rPr lang="en-US" sz="1900" kern="1200" dirty="0" err="1"/>
            <a:t>CSkinnedModel</a:t>
          </a:r>
          <a:endParaRPr lang="en-US" sz="1900" kern="1200" dirty="0"/>
        </a:p>
      </dsp:txBody>
      <dsp:txXfrm>
        <a:off x="7882607" y="177590"/>
        <a:ext cx="3455729" cy="547200"/>
      </dsp:txXfrm>
    </dsp:sp>
    <dsp:sp modelId="{04631109-CC23-4536-96D6-7712E7A0786B}">
      <dsp:nvSpPr>
        <dsp:cNvPr id="0" name=""/>
        <dsp:cNvSpPr/>
      </dsp:nvSpPr>
      <dsp:spPr>
        <a:xfrm>
          <a:off x="7882607" y="724790"/>
          <a:ext cx="3455729" cy="834480"/>
        </a:xfrm>
        <a:prstGeom prst="rect">
          <a:avLst/>
        </a:prstGeom>
        <a:solidFill>
          <a:schemeClr val="accent1">
            <a:alpha val="90000"/>
            <a:tint val="40000"/>
            <a:hueOff val="0"/>
            <a:satOff val="0"/>
            <a:lumOff val="0"/>
            <a:alphaOff val="0"/>
          </a:schemeClr>
        </a:solidFill>
        <a:ln w="12700" cap="flat" cmpd="sng" algn="ctr">
          <a:solidFill>
            <a:schemeClr val="accent1">
              <a:alpha val="90000"/>
              <a:tint val="40000"/>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101346" tIns="101346" rIns="135128" bIns="152019" numCol="1" spcCol="1270" anchor="t" anchorCtr="0">
          <a:noAutofit/>
        </a:bodyPr>
        <a:lstStyle/>
        <a:p>
          <a:pPr marL="171450" lvl="1" indent="-171450" algn="l" defTabSz="844550">
            <a:lnSpc>
              <a:spcPct val="90000"/>
            </a:lnSpc>
            <a:spcBef>
              <a:spcPct val="0"/>
            </a:spcBef>
            <a:spcAft>
              <a:spcPct val="15000"/>
            </a:spcAft>
            <a:buChar char="•"/>
          </a:pPr>
          <a:r>
            <a:rPr lang="en-US" sz="1900" kern="1200" dirty="0" err="1"/>
            <a:t>AssetHandle</a:t>
          </a:r>
          <a:r>
            <a:rPr lang="en-US" sz="1900" kern="1200" dirty="0"/>
            <a:t>&lt;</a:t>
          </a:r>
          <a:r>
            <a:rPr lang="en-US" sz="1900" kern="1200" dirty="0" err="1"/>
            <a:t>SkinnedModel</a:t>
          </a:r>
          <a:r>
            <a:rPr lang="en-US" sz="1900" kern="1200" dirty="0"/>
            <a:t>&gt;</a:t>
          </a:r>
        </a:p>
      </dsp:txBody>
      <dsp:txXfrm>
        <a:off x="7882607" y="724790"/>
        <a:ext cx="3455729" cy="834480"/>
      </dsp:txXfrm>
    </dsp:sp>
  </dsp:spTree>
</dsp:drawing>
</file>

<file path=ppt/diagrams/drawing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47C9169D-A9A8-4A32-A125-776AB0162930}">
      <dsp:nvSpPr>
        <dsp:cNvPr id="0" name=""/>
        <dsp:cNvSpPr/>
      </dsp:nvSpPr>
      <dsp:spPr>
        <a:xfrm>
          <a:off x="3544" y="180957"/>
          <a:ext cx="3455729" cy="460800"/>
        </a:xfrm>
        <a:prstGeom prst="rect">
          <a:avLst/>
        </a:prstGeom>
        <a:solidFill>
          <a:schemeClr val="accent1">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13792" tIns="65024" rIns="113792" bIns="65024" numCol="1" spcCol="1270" anchor="ctr" anchorCtr="0">
          <a:noAutofit/>
        </a:bodyPr>
        <a:lstStyle/>
        <a:p>
          <a:pPr marL="0" lvl="0" indent="0" algn="ctr" defTabSz="711200">
            <a:lnSpc>
              <a:spcPct val="90000"/>
            </a:lnSpc>
            <a:spcBef>
              <a:spcPct val="0"/>
            </a:spcBef>
            <a:spcAft>
              <a:spcPct val="35000"/>
            </a:spcAft>
            <a:buNone/>
          </a:pPr>
          <a:r>
            <a:rPr lang="en-US" sz="1600" kern="1200" dirty="0" err="1"/>
            <a:t>CRenderMeshView</a:t>
          </a:r>
          <a:endParaRPr lang="en-US" sz="1600" kern="1200" dirty="0"/>
        </a:p>
      </dsp:txBody>
      <dsp:txXfrm>
        <a:off x="3544" y="180957"/>
        <a:ext cx="3455729" cy="460800"/>
      </dsp:txXfrm>
    </dsp:sp>
    <dsp:sp modelId="{BC2B1763-47AB-448E-B21B-FC14D91F25D4}">
      <dsp:nvSpPr>
        <dsp:cNvPr id="0" name=""/>
        <dsp:cNvSpPr/>
      </dsp:nvSpPr>
      <dsp:spPr>
        <a:xfrm>
          <a:off x="3544" y="641757"/>
          <a:ext cx="3455729" cy="966240"/>
        </a:xfrm>
        <a:prstGeom prst="rect">
          <a:avLst/>
        </a:prstGeom>
        <a:solidFill>
          <a:schemeClr val="accent1">
            <a:alpha val="90000"/>
            <a:tint val="40000"/>
            <a:hueOff val="0"/>
            <a:satOff val="0"/>
            <a:lumOff val="0"/>
            <a:alphaOff val="0"/>
          </a:schemeClr>
        </a:solidFill>
        <a:ln w="12700" cap="flat" cmpd="sng" algn="ctr">
          <a:solidFill>
            <a:schemeClr val="accent1">
              <a:alpha val="90000"/>
              <a:tint val="40000"/>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85344" tIns="85344" rIns="113792" bIns="128016" numCol="1" spcCol="1270" anchor="t" anchorCtr="0">
          <a:noAutofit/>
        </a:bodyPr>
        <a:lstStyle/>
        <a:p>
          <a:pPr marL="171450" lvl="1" indent="-171450" algn="l" defTabSz="711200">
            <a:lnSpc>
              <a:spcPct val="90000"/>
            </a:lnSpc>
            <a:spcBef>
              <a:spcPct val="0"/>
            </a:spcBef>
            <a:spcAft>
              <a:spcPct val="15000"/>
            </a:spcAft>
            <a:buChar char="•"/>
          </a:pPr>
          <a:r>
            <a:rPr lang="en-US" sz="1600" kern="1200" dirty="0" err="1"/>
            <a:t>AssetHandle</a:t>
          </a:r>
          <a:r>
            <a:rPr lang="en-US" sz="1600" kern="1200" dirty="0"/>
            <a:t>&lt;Mesh&gt;</a:t>
          </a:r>
        </a:p>
        <a:p>
          <a:pPr marL="171450" lvl="1" indent="-171450" algn="l" defTabSz="711200">
            <a:lnSpc>
              <a:spcPct val="90000"/>
            </a:lnSpc>
            <a:spcBef>
              <a:spcPct val="0"/>
            </a:spcBef>
            <a:spcAft>
              <a:spcPct val="15000"/>
            </a:spcAft>
            <a:buChar char="•"/>
          </a:pPr>
          <a:r>
            <a:rPr lang="en-US" sz="1600" kern="1200" dirty="0" err="1"/>
            <a:t>AssetHandle</a:t>
          </a:r>
          <a:r>
            <a:rPr lang="en-US" sz="1600" kern="1200" dirty="0"/>
            <a:t>&lt;Material&gt;</a:t>
          </a:r>
        </a:p>
      </dsp:txBody>
      <dsp:txXfrm>
        <a:off x="3544" y="641757"/>
        <a:ext cx="3455729" cy="966240"/>
      </dsp:txXfrm>
    </dsp:sp>
    <dsp:sp modelId="{3AD8513A-B449-41EA-875E-725799799397}">
      <dsp:nvSpPr>
        <dsp:cNvPr id="0" name=""/>
        <dsp:cNvSpPr/>
      </dsp:nvSpPr>
      <dsp:spPr>
        <a:xfrm>
          <a:off x="3943076" y="180957"/>
          <a:ext cx="3455729" cy="460800"/>
        </a:xfrm>
        <a:prstGeom prst="rect">
          <a:avLst/>
        </a:prstGeom>
        <a:solidFill>
          <a:schemeClr val="accent1">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13792" tIns="65024" rIns="113792" bIns="65024" numCol="1" spcCol="1270" anchor="ctr" anchorCtr="0">
          <a:noAutofit/>
        </a:bodyPr>
        <a:lstStyle/>
        <a:p>
          <a:pPr marL="0" lvl="0" indent="0" algn="ctr" defTabSz="711200">
            <a:lnSpc>
              <a:spcPct val="90000"/>
            </a:lnSpc>
            <a:spcBef>
              <a:spcPct val="0"/>
            </a:spcBef>
            <a:spcAft>
              <a:spcPct val="35000"/>
            </a:spcAft>
            <a:buNone/>
          </a:pPr>
          <a:r>
            <a:rPr lang="en-US" sz="1600" kern="1200" dirty="0" err="1"/>
            <a:t>CModelView</a:t>
          </a:r>
          <a:endParaRPr lang="en-US" sz="1600" kern="1200" dirty="0"/>
        </a:p>
      </dsp:txBody>
      <dsp:txXfrm>
        <a:off x="3943076" y="180957"/>
        <a:ext cx="3455729" cy="460800"/>
      </dsp:txXfrm>
    </dsp:sp>
    <dsp:sp modelId="{CAA0E9E9-BC00-476B-8374-BBDB2486393F}">
      <dsp:nvSpPr>
        <dsp:cNvPr id="0" name=""/>
        <dsp:cNvSpPr/>
      </dsp:nvSpPr>
      <dsp:spPr>
        <a:xfrm>
          <a:off x="3943076" y="641757"/>
          <a:ext cx="3455729" cy="966240"/>
        </a:xfrm>
        <a:prstGeom prst="rect">
          <a:avLst/>
        </a:prstGeom>
        <a:solidFill>
          <a:schemeClr val="accent1">
            <a:alpha val="90000"/>
            <a:tint val="40000"/>
            <a:hueOff val="0"/>
            <a:satOff val="0"/>
            <a:lumOff val="0"/>
            <a:alphaOff val="0"/>
          </a:schemeClr>
        </a:solidFill>
        <a:ln w="12700" cap="flat" cmpd="sng" algn="ctr">
          <a:solidFill>
            <a:schemeClr val="accent1">
              <a:alpha val="90000"/>
              <a:tint val="40000"/>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85344" tIns="85344" rIns="113792" bIns="128016" numCol="1" spcCol="1270" anchor="t" anchorCtr="0">
          <a:noAutofit/>
        </a:bodyPr>
        <a:lstStyle/>
        <a:p>
          <a:pPr marL="171450" lvl="1" indent="-171450" algn="l" defTabSz="711200">
            <a:lnSpc>
              <a:spcPct val="90000"/>
            </a:lnSpc>
            <a:spcBef>
              <a:spcPct val="0"/>
            </a:spcBef>
            <a:spcAft>
              <a:spcPct val="15000"/>
            </a:spcAft>
            <a:buChar char="•"/>
          </a:pPr>
          <a:r>
            <a:rPr lang="en-US" sz="1600" kern="1200" dirty="0"/>
            <a:t>Vector&lt;</a:t>
          </a:r>
          <a:r>
            <a:rPr lang="en-US" sz="1600" kern="1200" dirty="0" err="1"/>
            <a:t>AssetHandle</a:t>
          </a:r>
          <a:r>
            <a:rPr lang="en-US" sz="1600" kern="1200" dirty="0"/>
            <a:t>&lt;</a:t>
          </a:r>
          <a:r>
            <a:rPr lang="en-US" sz="1600" kern="1200" dirty="0" err="1"/>
            <a:t>RenderMesh</a:t>
          </a:r>
          <a:r>
            <a:rPr lang="en-US" sz="1600" kern="1200" dirty="0"/>
            <a:t>&gt;&gt;</a:t>
          </a:r>
        </a:p>
      </dsp:txBody>
      <dsp:txXfrm>
        <a:off x="3943076" y="641757"/>
        <a:ext cx="3455729" cy="966240"/>
      </dsp:txXfrm>
    </dsp:sp>
    <dsp:sp modelId="{93081D96-5EF9-4DEF-A35A-4D7DCC9AFCE9}">
      <dsp:nvSpPr>
        <dsp:cNvPr id="0" name=""/>
        <dsp:cNvSpPr/>
      </dsp:nvSpPr>
      <dsp:spPr>
        <a:xfrm>
          <a:off x="7882607" y="180957"/>
          <a:ext cx="3455729" cy="460800"/>
        </a:xfrm>
        <a:prstGeom prst="rect">
          <a:avLst/>
        </a:prstGeom>
        <a:solidFill>
          <a:schemeClr val="accent1">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13792" tIns="65024" rIns="113792" bIns="65024" numCol="1" spcCol="1270" anchor="ctr" anchorCtr="0">
          <a:noAutofit/>
        </a:bodyPr>
        <a:lstStyle/>
        <a:p>
          <a:pPr marL="0" lvl="0" indent="0" algn="ctr" defTabSz="711200">
            <a:lnSpc>
              <a:spcPct val="90000"/>
            </a:lnSpc>
            <a:spcBef>
              <a:spcPct val="0"/>
            </a:spcBef>
            <a:spcAft>
              <a:spcPct val="35000"/>
            </a:spcAft>
            <a:buNone/>
          </a:pPr>
          <a:r>
            <a:rPr lang="en-US" sz="1600" kern="1200" dirty="0" err="1"/>
            <a:t>CSkinnedModel</a:t>
          </a:r>
          <a:endParaRPr lang="en-US" sz="1600" kern="1200" dirty="0"/>
        </a:p>
      </dsp:txBody>
      <dsp:txXfrm>
        <a:off x="7882607" y="180957"/>
        <a:ext cx="3455729" cy="460800"/>
      </dsp:txXfrm>
    </dsp:sp>
    <dsp:sp modelId="{8392BA67-4D88-4B5E-AE73-76EFC5D0D648}">
      <dsp:nvSpPr>
        <dsp:cNvPr id="0" name=""/>
        <dsp:cNvSpPr/>
      </dsp:nvSpPr>
      <dsp:spPr>
        <a:xfrm>
          <a:off x="7882607" y="641757"/>
          <a:ext cx="3455729" cy="966240"/>
        </a:xfrm>
        <a:prstGeom prst="rect">
          <a:avLst/>
        </a:prstGeom>
        <a:solidFill>
          <a:schemeClr val="accent1">
            <a:alpha val="90000"/>
            <a:tint val="40000"/>
            <a:hueOff val="0"/>
            <a:satOff val="0"/>
            <a:lumOff val="0"/>
            <a:alphaOff val="0"/>
          </a:schemeClr>
        </a:solidFill>
        <a:ln w="12700" cap="flat" cmpd="sng" algn="ctr">
          <a:solidFill>
            <a:schemeClr val="accent1">
              <a:alpha val="90000"/>
              <a:tint val="40000"/>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85344" tIns="85344" rIns="113792" bIns="128016" numCol="1" spcCol="1270" anchor="t" anchorCtr="0">
          <a:noAutofit/>
        </a:bodyPr>
        <a:lstStyle/>
        <a:p>
          <a:pPr marL="171450" lvl="1" indent="-171450" algn="l" defTabSz="711200">
            <a:lnSpc>
              <a:spcPct val="90000"/>
            </a:lnSpc>
            <a:spcBef>
              <a:spcPct val="0"/>
            </a:spcBef>
            <a:spcAft>
              <a:spcPct val="15000"/>
            </a:spcAft>
            <a:buChar char="•"/>
          </a:pPr>
          <a:r>
            <a:rPr lang="en-US" sz="1600" kern="1200" dirty="0" err="1"/>
            <a:t>AssetHandle</a:t>
          </a:r>
          <a:r>
            <a:rPr lang="en-US" sz="1600" kern="1200" dirty="0"/>
            <a:t>&lt;Skeleton&gt;</a:t>
          </a:r>
        </a:p>
        <a:p>
          <a:pPr marL="171450" lvl="1" indent="-171450" algn="l" defTabSz="711200">
            <a:lnSpc>
              <a:spcPct val="90000"/>
            </a:lnSpc>
            <a:spcBef>
              <a:spcPct val="0"/>
            </a:spcBef>
            <a:spcAft>
              <a:spcPct val="15000"/>
            </a:spcAft>
            <a:buChar char="•"/>
          </a:pPr>
          <a:r>
            <a:rPr lang="en-US" sz="1600" kern="1200" dirty="0"/>
            <a:t>Vector&lt;</a:t>
          </a:r>
          <a:r>
            <a:rPr lang="en-US" sz="1600" kern="1200" dirty="0" err="1"/>
            <a:t>AssetHandle</a:t>
          </a:r>
          <a:r>
            <a:rPr lang="en-US" sz="1600" kern="1200" dirty="0"/>
            <a:t>&lt;</a:t>
          </a:r>
          <a:r>
            <a:rPr lang="en-US" sz="1600" kern="1200" dirty="0" err="1"/>
            <a:t>RenderMesh</a:t>
          </a:r>
          <a:r>
            <a:rPr lang="en-US" sz="1600" kern="1200" dirty="0"/>
            <a:t>&gt;&gt;</a:t>
          </a:r>
        </a:p>
        <a:p>
          <a:pPr marL="171450" lvl="1" indent="-171450" algn="l" defTabSz="711200">
            <a:lnSpc>
              <a:spcPct val="90000"/>
            </a:lnSpc>
            <a:spcBef>
              <a:spcPct val="0"/>
            </a:spcBef>
            <a:spcAft>
              <a:spcPct val="15000"/>
            </a:spcAft>
            <a:buChar char="•"/>
          </a:pPr>
          <a:r>
            <a:rPr lang="en-US" sz="1600" kern="1200" dirty="0"/>
            <a:t>Skinning</a:t>
          </a:r>
        </a:p>
      </dsp:txBody>
      <dsp:txXfrm>
        <a:off x="7882607" y="641757"/>
        <a:ext cx="3455729" cy="966240"/>
      </dsp:txXfrm>
    </dsp:sp>
  </dsp:spTree>
</dsp:drawing>
</file>

<file path=ppt/diagrams/layout1.xml><?xml version="1.0" encoding="utf-8"?>
<dgm:layoutDef xmlns:dgm="http://schemas.openxmlformats.org/drawingml/2006/diagram" xmlns:a="http://schemas.openxmlformats.org/drawingml/2006/main" uniqueId="urn:microsoft.com/office/officeart/2005/8/layout/default">
  <dgm:title val=""/>
  <dgm:desc val=""/>
  <dgm:catLst>
    <dgm:cat type="list" pri="400"/>
  </dgm:catLst>
  <dgm:sampData>
    <dgm:dataModel>
      <dgm:ptLst>
        <dgm:pt modelId="0" type="doc"/>
        <dgm:pt modelId="1">
          <dgm:prSet phldr="1"/>
        </dgm:pt>
        <dgm:pt modelId="2">
          <dgm:prSet phldr="1"/>
        </dgm:pt>
        <dgm:pt modelId="3">
          <dgm:prSet phldr="1"/>
        </dgm:pt>
        <dgm:pt modelId="4">
          <dgm:prSet phldr="1"/>
        </dgm:pt>
        <dgm:pt modelId="5">
          <dgm:prSet phldr="1"/>
        </dgm:pt>
      </dgm:ptLst>
      <dgm:cxnLst>
        <dgm:cxn modelId="6" srcId="0" destId="1" srcOrd="0" destOrd="0"/>
        <dgm:cxn modelId="7" srcId="0" destId="2" srcOrd="1" destOrd="0"/>
        <dgm:cxn modelId="8" srcId="0" destId="3" srcOrd="2" destOrd="0"/>
        <dgm:cxn modelId="9" srcId="0" destId="4" srcOrd="3" destOrd="0"/>
        <dgm:cxn modelId="10" srcId="0" destId="5" srcOrd="4"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 modelId="5"/>
        <dgm:pt modelId="6"/>
      </dgm:ptLst>
      <dgm:cxnLst>
        <dgm:cxn modelId="7" srcId="0" destId="1" srcOrd="0" destOrd="0"/>
        <dgm:cxn modelId="8" srcId="0" destId="2" srcOrd="1" destOrd="0"/>
        <dgm:cxn modelId="9" srcId="0" destId="3" srcOrd="2" destOrd="0"/>
        <dgm:cxn modelId="10" srcId="0" destId="4" srcOrd="3" destOrd="0"/>
        <dgm:cxn modelId="11" srcId="0" destId="5" srcOrd="4" destOrd="0"/>
        <dgm:cxn modelId="12" srcId="0" destId="6" srcOrd="5" destOrd="0"/>
      </dgm:cxnLst>
      <dgm:bg/>
      <dgm:whole/>
    </dgm:dataModel>
  </dgm:clrData>
  <dgm:layoutNode name="diagram">
    <dgm:varLst>
      <dgm:dir/>
      <dgm:resizeHandles val="exact"/>
    </dgm:varLst>
    <dgm:choose name="Name0">
      <dgm:if name="Name1" func="var" arg="dir" op="equ" val="norm">
        <dgm:alg type="snake">
          <dgm:param type="grDir" val="tL"/>
          <dgm:param type="flowDir" val="row"/>
          <dgm:param type="contDir" val="sameDir"/>
          <dgm:param type="off" val="ctr"/>
        </dgm:alg>
      </dgm:if>
      <dgm:else name="Name2">
        <dgm:alg type="snake">
          <dgm:param type="grDir" val="tR"/>
          <dgm:param type="flowDir" val="row"/>
          <dgm:param type="contDir" val="sameDir"/>
          <dgm:param type="off" val="ctr"/>
        </dgm:alg>
      </dgm:else>
    </dgm:choose>
    <dgm:shape xmlns:r="http://schemas.openxmlformats.org/officeDocument/2006/relationships" r:blip="">
      <dgm:adjLst/>
    </dgm:shape>
    <dgm:presOf/>
    <dgm:constrLst>
      <dgm:constr type="w" for="ch" forName="node" refType="w"/>
      <dgm:constr type="h" for="ch" forName="node" refType="w" refFor="ch" refForName="node" fact="0.6"/>
      <dgm:constr type="w" for="ch" forName="sibTrans" refType="w" refFor="ch" refForName="node" fact="0.1"/>
      <dgm:constr type="sp" refType="w" refFor="ch" refForName="sibTrans"/>
      <dgm:constr type="primFontSz" for="ch" forName="node" op="equ" val="65"/>
    </dgm:constrLst>
    <dgm:ruleLst/>
    <dgm:forEach name="Name3" axis="ch" ptType="node">
      <dgm:layoutNode name="node">
        <dgm:varLst>
          <dgm:bulletEnabled val="1"/>
        </dgm:varLst>
        <dgm:alg type="tx"/>
        <dgm:shape xmlns:r="http://schemas.openxmlformats.org/officeDocument/2006/relationships" type="rect" r:blip="">
          <dgm:adjLst/>
        </dgm:shape>
        <dgm:presOf axis="desOrSelf"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forEach name="Name4" axis="followSib" ptType="sibTrans" cnt="1">
        <dgm:layoutNode name="sibTrans">
          <dgm:alg type="sp"/>
          <dgm:shape xmlns:r="http://schemas.openxmlformats.org/officeDocument/2006/relationships" r:blip="">
            <dgm:adjLst/>
          </dgm:shape>
          <dgm:presOf/>
          <dgm:constrLst/>
          <dgm:ruleLst/>
        </dgm:layoutNode>
      </dgm:forEach>
    </dgm:forEach>
  </dgm:layoutNode>
</dgm:layoutDef>
</file>

<file path=ppt/diagrams/layout2.xml><?xml version="1.0" encoding="utf-8"?>
<dgm:layoutDef xmlns:dgm="http://schemas.openxmlformats.org/drawingml/2006/diagram" xmlns:a="http://schemas.openxmlformats.org/drawingml/2006/main" uniqueId="urn:microsoft.com/office/officeart/2005/8/layout/hList1">
  <dgm:title val=""/>
  <dgm:desc val=""/>
  <dgm:catLst>
    <dgm:cat type="list" pri="5000"/>
    <dgm:cat type="convert" pri="5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 modelId="3">
          <dgm:prSet phldr="1"/>
        </dgm:pt>
        <dgm:pt modelId="31">
          <dgm:prSet phldr="1"/>
        </dgm:pt>
        <dgm:pt modelId="32">
          <dgm:prSet phldr="1"/>
        </dgm:pt>
      </dgm:ptLst>
      <dgm:cxnLst>
        <dgm:cxn modelId="4" srcId="0" destId="1" srcOrd="0" destOrd="0"/>
        <dgm:cxn modelId="5" srcId="0" destId="2" srcOrd="1" destOrd="0"/>
        <dgm:cxn modelId="6" srcId="0" destId="3" srcOrd="2" destOrd="0"/>
        <dgm:cxn modelId="13" srcId="1" destId="11" srcOrd="0" destOrd="0"/>
        <dgm:cxn modelId="14" srcId="1" destId="12" srcOrd="1" destOrd="0"/>
        <dgm:cxn modelId="23" srcId="2" destId="21" srcOrd="0" destOrd="0"/>
        <dgm:cxn modelId="24" srcId="2" destId="22" srcOrd="1" destOrd="0"/>
        <dgm:cxn modelId="33" srcId="3" destId="31" srcOrd="0" destOrd="0"/>
        <dgm:cxn modelId="34" srcId="3" destId="32" srcOrd="1" destOrd="0"/>
      </dgm:cxnLst>
      <dgm:bg/>
      <dgm:whole/>
    </dgm:dataModel>
  </dgm:sampData>
  <dgm:styleData>
    <dgm:dataModel>
      <dgm:ptLst>
        <dgm:pt modelId="0" type="doc"/>
        <dgm:pt modelId="1">
          <dgm:prSet phldr="1"/>
        </dgm:pt>
        <dgm:pt modelId="2">
          <dgm:prSet phldr="1"/>
        </dgm:pt>
      </dgm:ptLst>
      <dgm:cxnLst>
        <dgm:cxn modelId="3" srcId="0" destId="1" srcOrd="0" destOrd="0"/>
        <dgm:cxn modelId="4" srcId="0" destId="2" srcOrd="1" destOrd="0"/>
      </dgm:cxnLst>
      <dgm:bg/>
      <dgm:whole/>
    </dgm:dataModel>
  </dgm:styleData>
  <dgm:clrData>
    <dgm:dataModel>
      <dgm:ptLst>
        <dgm:pt modelId="0" type="doc"/>
        <dgm:pt modelId="1">
          <dgm:prSet phldr="1"/>
        </dgm:pt>
        <dgm:pt modelId="2">
          <dgm:prSet phldr="1"/>
        </dgm:pt>
        <dgm:pt modelId="3">
          <dgm:prSet phldr="1"/>
        </dgm:pt>
        <dgm:pt modelId="4">
          <dgm:prSet phldr="1"/>
        </dgm:pt>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dir/>
      <dgm:animLvl val="lvl"/>
      <dgm:resizeHandles val="exact"/>
    </dgm:varLst>
    <dgm:choose name="Name1">
      <dgm:if name="Name2" func="var" arg="dir" op="equ" val="norm">
        <dgm:alg type="lin"/>
      </dgm:if>
      <dgm:else name="Name3">
        <dgm:alg type="lin">
          <dgm:param type="linDir" val="fromR"/>
        </dgm:alg>
      </dgm:else>
    </dgm:choose>
    <dgm:shape xmlns:r="http://schemas.openxmlformats.org/officeDocument/2006/relationships" r:blip="">
      <dgm:adjLst/>
    </dgm:shape>
    <dgm:presOf/>
    <dgm:constrLst>
      <dgm:constr type="h" for="ch" forName="composite" refType="h"/>
      <dgm:constr type="w" for="ch" forName="composite" refType="w"/>
      <dgm:constr type="w" for="des" forName="parTx"/>
      <dgm:constr type="h" for="des" forName="parTx" op="equ"/>
      <dgm:constr type="w" for="des" forName="desTx"/>
      <dgm:constr type="h" for="des" forName="desTx" op="equ"/>
      <dgm:constr type="primFontSz" for="des" forName="parTx" val="65"/>
      <dgm:constr type="secFontSz" for="des" forName="desTx" refType="primFontSz" refFor="des" refForName="parTx" op="equ"/>
      <dgm:constr type="h" for="des" forName="parTx" refType="primFontSz" refFor="des" refForName="parTx" fact="0.8"/>
      <dgm:constr type="h" for="des" forName="desTx" refType="primFontSz" refFor="des" refForName="parTx" fact="1.22"/>
      <dgm:constr type="w" for="ch" forName="space" refType="w" refFor="ch" refForName="composite" op="equ" fact="0.14"/>
    </dgm:constrLst>
    <dgm:ruleLst>
      <dgm:rule type="w" for="ch" forName="composite" val="0" fact="NaN" max="NaN"/>
      <dgm:rule type="primFontSz" for="des" forName="parTx" val="5" fact="NaN" max="NaN"/>
    </dgm:ruleLst>
    <dgm:forEach name="Name4" axis="ch" ptType="node">
      <dgm:layoutNode name="composite">
        <dgm:alg type="composite"/>
        <dgm:shape xmlns:r="http://schemas.openxmlformats.org/officeDocument/2006/relationships" r:blip="">
          <dgm:adjLst/>
        </dgm:shape>
        <dgm:presOf/>
        <dgm:constrLst>
          <dgm:constr type="l" for="ch" forName="parTx"/>
          <dgm:constr type="w" for="ch" forName="parTx" refType="w"/>
          <dgm:constr type="t" for="ch" forName="parTx"/>
          <dgm:constr type="l" for="ch" forName="desTx"/>
          <dgm:constr type="w" for="ch" forName="desTx" refType="w" refFor="ch" refForName="parTx"/>
          <dgm:constr type="t" for="ch" forName="desTx" refType="h" refFor="ch" refForName="parTx"/>
        </dgm:constrLst>
        <dgm:ruleLst>
          <dgm:rule type="h" val="INF" fact="NaN" max="NaN"/>
        </dgm:ruleLst>
        <dgm:layoutNode name="parTx" styleLbl="alignNode1">
          <dgm:varLst>
            <dgm:chMax val="0"/>
            <dgm:chPref val="0"/>
            <dgm:bulletEnabled val="1"/>
          </dgm:varLst>
          <dgm:alg type="tx"/>
          <dgm:shape xmlns:r="http://schemas.openxmlformats.org/officeDocument/2006/relationships" type="rect" r:blip="">
            <dgm:adjLst/>
          </dgm:shape>
          <dgm:presOf axis="self" ptType="node"/>
          <dgm:constrLst>
            <dgm:constr type="h" refType="w" op="lte" fact="0.4"/>
            <dgm:constr type="h"/>
            <dgm:constr type="tMarg" refType="primFontSz" fact="0.32"/>
            <dgm:constr type="bMarg" refType="primFontSz" fact="0.32"/>
          </dgm:constrLst>
          <dgm:ruleLst>
            <dgm:rule type="h" val="INF" fact="NaN" max="NaN"/>
          </dgm:ruleLst>
        </dgm:layoutNode>
        <dgm:layoutNode name="desTx" styleLbl="alignAccFollowNode1">
          <dgm:varLst>
            <dgm:bulletEnabled val="1"/>
          </dgm:varLst>
          <dgm:alg type="tx">
            <dgm:param type="stBulletLvl" val="1"/>
          </dgm:alg>
          <dgm:shape xmlns:r="http://schemas.openxmlformats.org/officeDocument/2006/relationships" type="rect" r:blip="">
            <dgm:adjLst/>
          </dgm:shape>
          <dgm:presOf axis="des" ptType="node"/>
          <dgm:constrLst>
            <dgm:constr type="secFontSz" val="65"/>
            <dgm:constr type="primFontSz" refType="secFontSz"/>
            <dgm:constr type="h"/>
            <dgm:constr type="lMarg" refType="primFontSz" fact="0.42"/>
            <dgm:constr type="tMarg" refType="primFontSz" fact="0.42"/>
            <dgm:constr type="bMarg" refType="primFontSz" fact="0.63"/>
          </dgm:constrLst>
          <dgm:ruleLst>
            <dgm:rule type="h" val="INF" fact="NaN" max="NaN"/>
          </dgm:ruleLst>
        </dgm:layoutNode>
      </dgm:layoutNode>
      <dgm:forEach name="Name5" axis="followSib" ptType="sibTrans" cnt="1">
        <dgm:layoutNode name="space">
          <dgm:alg type="sp"/>
          <dgm:shape xmlns:r="http://schemas.openxmlformats.org/officeDocument/2006/relationships" r:blip="">
            <dgm:adjLst/>
          </dgm:shape>
          <dgm:presOf/>
          <dgm:constrLst/>
          <dgm:ruleLst/>
        </dgm:layoutNode>
      </dgm:forEach>
    </dgm:forEach>
  </dgm:layoutNode>
</dgm:layoutDef>
</file>

<file path=ppt/diagrams/layout3.xml><?xml version="1.0" encoding="utf-8"?>
<dgm:layoutDef xmlns:dgm="http://schemas.openxmlformats.org/drawingml/2006/diagram" xmlns:a="http://schemas.openxmlformats.org/drawingml/2006/main" uniqueId="urn:microsoft.com/office/officeart/2005/8/layout/hierarchy1">
  <dgm:title val=""/>
  <dgm:desc val=""/>
  <dgm:catLst>
    <dgm:cat type="hierarchy" pri="2000"/>
  </dgm:catLst>
  <dgm:sampData>
    <dgm:dataModel>
      <dgm:ptLst>
        <dgm:pt modelId="0" type="doc"/>
        <dgm:pt modelId="1">
          <dgm:prSet phldr="1"/>
        </dgm:pt>
        <dgm:pt modelId="2">
          <dgm:prSet phldr="1"/>
        </dgm:pt>
        <dgm:pt modelId="21">
          <dgm:prSet phldr="1"/>
        </dgm:pt>
        <dgm:pt modelId="22">
          <dgm:prSet phldr="1"/>
        </dgm:pt>
        <dgm:pt modelId="3">
          <dgm:prSet phldr="1"/>
        </dgm:pt>
        <dgm:pt modelId="31">
          <dgm:prSet phldr="1"/>
        </dgm:pt>
      </dgm:ptLst>
      <dgm:cxnLst>
        <dgm:cxn modelId="4" srcId="0" destId="1" srcOrd="0" destOrd="0"/>
        <dgm:cxn modelId="5" srcId="1" destId="2" srcOrd="0" destOrd="0"/>
        <dgm:cxn modelId="6" srcId="1" destId="3" srcOrd="1" destOrd="0"/>
        <dgm:cxn modelId="23" srcId="2" destId="21" srcOrd="0" destOrd="0"/>
        <dgm:cxn modelId="24" srcId="2" destId="22" srcOrd="1" destOrd="0"/>
        <dgm:cxn modelId="33" srcId="3" destId="31" srcOrd="0" destOrd="0"/>
      </dgm:cxnLst>
      <dgm:bg/>
      <dgm:whole/>
    </dgm:dataModel>
  </dgm:sampData>
  <dgm:styleData>
    <dgm:dataModel>
      <dgm:ptLst>
        <dgm:pt modelId="0" type="doc"/>
        <dgm:pt modelId="1"/>
        <dgm:pt modelId="11"/>
        <dgm:pt modelId="12"/>
      </dgm:ptLst>
      <dgm:cxnLst>
        <dgm:cxn modelId="2" srcId="0" destId="1" srcOrd="0" destOrd="0"/>
        <dgm:cxn modelId="13" srcId="1" destId="11" srcOrd="0" destOrd="0"/>
        <dgm:cxn modelId="14" srcId="1" destId="12" srcOrd="1" destOrd="0"/>
      </dgm:cxnLst>
      <dgm:bg/>
      <dgm:whole/>
    </dgm:dataModel>
  </dgm:styleData>
  <dgm:clrData>
    <dgm:dataModel>
      <dgm:ptLst>
        <dgm:pt modelId="0" type="doc"/>
        <dgm:pt modelId="1"/>
        <dgm:pt modelId="2"/>
        <dgm:pt modelId="21"/>
        <dgm:pt modelId="211"/>
        <dgm:pt modelId="3"/>
        <dgm:pt modelId="31"/>
        <dgm:pt modelId="311"/>
      </dgm:ptLst>
      <dgm:cxnLst>
        <dgm:cxn modelId="4" srcId="0" destId="1" srcOrd="0" destOrd="0"/>
        <dgm:cxn modelId="5" srcId="1" destId="2" srcOrd="0" destOrd="0"/>
        <dgm:cxn modelId="6" srcId="1" destId="3" srcOrd="1" destOrd="0"/>
        <dgm:cxn modelId="23" srcId="2" destId="21" srcOrd="0" destOrd="0"/>
        <dgm:cxn modelId="24" srcId="21" destId="211" srcOrd="0" destOrd="0"/>
        <dgm:cxn modelId="33" srcId="3" destId="31" srcOrd="0" destOrd="0"/>
        <dgm:cxn modelId="34" srcId="31" destId="311" srcOrd="0" destOrd="0"/>
      </dgm:cxnLst>
      <dgm:bg/>
      <dgm:whole/>
    </dgm:dataModel>
  </dgm:clrData>
  <dgm:layoutNode name="hierChild1">
    <dgm:varLst>
      <dgm:chPref val="1"/>
      <dgm:dir/>
      <dgm:animOne val="branch"/>
      <dgm:animLvl val="lvl"/>
      <dgm:resizeHandles/>
    </dgm:varLst>
    <dgm:choose name="Name0">
      <dgm:if name="Name1" func="var" arg="dir" op="equ" val="norm">
        <dgm:alg type="hierChild">
          <dgm:param type="linDir" val="fromL"/>
        </dgm:alg>
      </dgm:if>
      <dgm:else name="Name2">
        <dgm:alg type="hierChild">
          <dgm:param type="linDir" val="fromR"/>
        </dgm:alg>
      </dgm:else>
    </dgm:choose>
    <dgm:shape xmlns:r="http://schemas.openxmlformats.org/officeDocument/2006/relationships" r:blip="">
      <dgm:adjLst/>
    </dgm:shape>
    <dgm:presOf/>
    <dgm:constrLst>
      <dgm:constr type="primFontSz" for="des" ptType="node" op="equ" val="65"/>
      <dgm:constr type="w" for="des" forName="composite" refType="w"/>
      <dgm:constr type="h" for="des" forName="composite" refType="w" refFor="des" refForName="composite" fact="0.667"/>
      <dgm:constr type="w" for="des" forName="composite2" refType="w" refFor="des" refForName="composite"/>
      <dgm:constr type="h" for="des" forName="composite2" refType="h" refFor="des" refForName="composite"/>
      <dgm:constr type="w" for="des" forName="composite3" refType="w" refFor="des" refForName="composite"/>
      <dgm:constr type="h" for="des" forName="composite3" refType="h" refFor="des" refForName="composite"/>
      <dgm:constr type="w" for="des" forName="composite4" refType="w" refFor="des" refForName="composite"/>
      <dgm:constr type="h" for="des" forName="composite4" refType="h" refFor="des" refForName="composite"/>
      <dgm:constr type="w" for="des" forName="composite5" refType="w" refFor="des" refForName="composite"/>
      <dgm:constr type="h" for="des" forName="composite5" refType="h" refFor="des" refForName="composite"/>
      <dgm:constr type="sibSp" refType="w" refFor="des" refForName="composite" fact="0.1"/>
      <dgm:constr type="sibSp" for="des" forName="hierChild2" refType="sibSp"/>
      <dgm:constr type="sibSp" for="des" forName="hierChild3" refType="sibSp"/>
      <dgm:constr type="sibSp" for="des" forName="hierChild4" refType="sibSp"/>
      <dgm:constr type="sibSp" for="des" forName="hierChild5" refType="sibSp"/>
      <dgm:constr type="sibSp" for="des" forName="hierChild6" refType="sibSp"/>
      <dgm:constr type="sp" for="des" forName="hierRoot1" refType="h" refFor="des" refForName="composite" fact="0.25"/>
      <dgm:constr type="sp" for="des" forName="hierRoot2" refType="sp" refFor="des" refForName="hierRoot1"/>
      <dgm:constr type="sp" for="des" forName="hierRoot3" refType="sp" refFor="des" refForName="hierRoot1"/>
      <dgm:constr type="sp" for="des" forName="hierRoot4" refType="sp" refFor="des" refForName="hierRoot1"/>
      <dgm:constr type="sp" for="des" forName="hierRoot5" refType="sp" refFor="des" refForName="hierRoot1"/>
    </dgm:constrLst>
    <dgm:ruleLst/>
    <dgm:forEach name="Name3" axis="ch">
      <dgm:forEach name="Name4" axis="self" ptType="node">
        <dgm:layoutNode name="hierRoot1">
          <dgm:alg type="hierRoot"/>
          <dgm:shape xmlns:r="http://schemas.openxmlformats.org/officeDocument/2006/relationships" r:blip="">
            <dgm:adjLst/>
          </dgm:shape>
          <dgm:presOf/>
          <dgm:constrLst>
            <dgm:constr type="bendDist" for="des" ptType="parTrans" refType="sp" fact="0.5"/>
          </dgm:constrLst>
          <dgm:ruleLst/>
          <dgm:layoutNode name="composite">
            <dgm:alg type="composite"/>
            <dgm:shape xmlns:r="http://schemas.openxmlformats.org/officeDocument/2006/relationships" r:blip="">
              <dgm:adjLst/>
            </dgm:shape>
            <dgm:presOf/>
            <dgm:constrLst>
              <dgm:constr type="w" for="ch" forName="background" refType="w" fact="0.9"/>
              <dgm:constr type="h" for="ch" forName="background" refType="w" refFor="ch" refForName="background" fact="0.635"/>
              <dgm:constr type="t" for="ch" forName="background"/>
              <dgm:constr type="l" for="ch" forName="background"/>
              <dgm:constr type="w" for="ch" forName="text" refType="w" fact="0.9"/>
              <dgm:constr type="h" for="ch" forName="text" refType="w" refFor="ch" refForName="text" fact="0.635"/>
              <dgm:constr type="t" for="ch" forName="text" refType="w" fact="0.095"/>
              <dgm:constr type="l" for="ch" forName="text" refType="w" fact="0.1"/>
            </dgm:constrLst>
            <dgm:ruleLst/>
            <dgm:layoutNode name="background" styleLbl="node0" moveWith="text">
              <dgm:alg type="sp"/>
              <dgm:shape xmlns:r="http://schemas.openxmlformats.org/officeDocument/2006/relationships" type="roundRect" r:blip="">
                <dgm:adjLst>
                  <dgm:adj idx="1" val="0.1"/>
                </dgm:adjLst>
              </dgm:shape>
              <dgm:presOf/>
              <dgm:constrLst/>
              <dgm:ruleLst/>
            </dgm:layoutNode>
            <dgm:layoutNode name="text" styleLbl="fgAcc0">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2">
            <dgm:choose name="Name5">
              <dgm:if name="Name6" func="var" arg="dir" op="equ" val="norm">
                <dgm:alg type="hierChild">
                  <dgm:param type="linDir" val="fromL"/>
                </dgm:alg>
              </dgm:if>
              <dgm:else name="Name7">
                <dgm:alg type="hierChild">
                  <dgm:param type="linDir" val="fromR"/>
                </dgm:alg>
              </dgm:else>
            </dgm:choose>
            <dgm:shape xmlns:r="http://schemas.openxmlformats.org/officeDocument/2006/relationships" r:blip="">
              <dgm:adjLst/>
            </dgm:shape>
            <dgm:presOf/>
            <dgm:constrLst/>
            <dgm:ruleLst/>
            <dgm:forEach name="Name8" axis="ch">
              <dgm:forEach name="Name9" axis="self" ptType="parTrans" cnt="1">
                <dgm:layoutNode name="Name10">
                  <dgm:alg type="conn">
                    <dgm:param type="dim" val="1D"/>
                    <dgm:param type="endSty" val="noArr"/>
                    <dgm:param type="connRout" val="bend"/>
                    <dgm:param type="bendPt" val="end"/>
                    <dgm:param type="begPts" val="bCtr"/>
                    <dgm:param type="endPts" val="tCtr"/>
                    <dgm:param type="srcNode" val="background"/>
                    <dgm:param type="dstNode" val="background2"/>
                  </dgm:alg>
                  <dgm:shape xmlns:r="http://schemas.openxmlformats.org/officeDocument/2006/relationships" type="conn" r:blip="" zOrderOff="-999">
                    <dgm:adjLst/>
                  </dgm:shape>
                  <dgm:presOf axis="self"/>
                  <dgm:constrLst>
                    <dgm:constr type="begPad"/>
                    <dgm:constr type="endPad"/>
                  </dgm:constrLst>
                  <dgm:ruleLst/>
                </dgm:layoutNode>
              </dgm:forEach>
              <dgm:forEach name="Name11" axis="self" ptType="node">
                <dgm:layoutNode name="hierRoot2">
                  <dgm:alg type="hierRoot"/>
                  <dgm:shape xmlns:r="http://schemas.openxmlformats.org/officeDocument/2006/relationships" r:blip="">
                    <dgm:adjLst/>
                  </dgm:shape>
                  <dgm:presOf/>
                  <dgm:constrLst>
                    <dgm:constr type="bendDist" for="des" ptType="parTrans" refType="sp" fact="0.5"/>
                  </dgm:constrLst>
                  <dgm:ruleLst/>
                  <dgm:layoutNode name="composite2">
                    <dgm:alg type="composite"/>
                    <dgm:shape xmlns:r="http://schemas.openxmlformats.org/officeDocument/2006/relationships" r:blip="">
                      <dgm:adjLst/>
                    </dgm:shape>
                    <dgm:presOf/>
                    <dgm:constrLst>
                      <dgm:constr type="w" for="ch" forName="background2" refType="w" fact="0.9"/>
                      <dgm:constr type="h" for="ch" forName="background2" refType="w" refFor="ch" refForName="background2" fact="0.635"/>
                      <dgm:constr type="t" for="ch" forName="background2"/>
                      <dgm:constr type="l" for="ch" forName="background2"/>
                      <dgm:constr type="w" for="ch" forName="text2" refType="w" fact="0.9"/>
                      <dgm:constr type="h" for="ch" forName="text2" refType="w" refFor="ch" refForName="text2" fact="0.635"/>
                      <dgm:constr type="t" for="ch" forName="text2" refType="w" fact="0.095"/>
                      <dgm:constr type="l" for="ch" forName="text2" refType="w" fact="0.1"/>
                    </dgm:constrLst>
                    <dgm:ruleLst/>
                    <dgm:layoutNode name="background2" moveWith="text2">
                      <dgm:alg type="sp"/>
                      <dgm:shape xmlns:r="http://schemas.openxmlformats.org/officeDocument/2006/relationships" type="roundRect" r:blip="">
                        <dgm:adjLst>
                          <dgm:adj idx="1" val="0.1"/>
                        </dgm:adjLst>
                      </dgm:shape>
                      <dgm:presOf/>
                      <dgm:constrLst/>
                      <dgm:ruleLst/>
                    </dgm:layoutNode>
                    <dgm:layoutNode name="text2" styleLbl="fgAcc2">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3">
                    <dgm:choose name="Name12">
                      <dgm:if name="Name13" func="var" arg="dir" op="equ" val="norm">
                        <dgm:alg type="hierChild">
                          <dgm:param type="linDir" val="fromL"/>
                        </dgm:alg>
                      </dgm:if>
                      <dgm:else name="Name14">
                        <dgm:alg type="hierChild">
                          <dgm:param type="linDir" val="fromR"/>
                        </dgm:alg>
                      </dgm:else>
                    </dgm:choose>
                    <dgm:shape xmlns:r="http://schemas.openxmlformats.org/officeDocument/2006/relationships" r:blip="">
                      <dgm:adjLst/>
                    </dgm:shape>
                    <dgm:presOf/>
                    <dgm:constrLst/>
                    <dgm:ruleLst/>
                    <dgm:forEach name="Name15" axis="ch">
                      <dgm:forEach name="Name16" axis="self" ptType="parTrans" cnt="1">
                        <dgm:layoutNode name="Name17">
                          <dgm:alg type="conn">
                            <dgm:param type="dim" val="1D"/>
                            <dgm:param type="endSty" val="noArr"/>
                            <dgm:param type="connRout" val="bend"/>
                            <dgm:param type="bendPt" val="end"/>
                            <dgm:param type="begPts" val="bCtr"/>
                            <dgm:param type="endPts" val="tCtr"/>
                            <dgm:param type="srcNode" val="background2"/>
                            <dgm:param type="dstNode" val="background3"/>
                          </dgm:alg>
                          <dgm:shape xmlns:r="http://schemas.openxmlformats.org/officeDocument/2006/relationships" type="conn" r:blip="" zOrderOff="-999">
                            <dgm:adjLst/>
                          </dgm:shape>
                          <dgm:presOf axis="self"/>
                          <dgm:constrLst>
                            <dgm:constr type="begPad"/>
                            <dgm:constr type="endPad"/>
                          </dgm:constrLst>
                          <dgm:ruleLst/>
                        </dgm:layoutNode>
                      </dgm:forEach>
                      <dgm:forEach name="Name18" axis="self" ptType="node">
                        <dgm:layoutNode name="hierRoot3">
                          <dgm:alg type="hierRoot"/>
                          <dgm:shape xmlns:r="http://schemas.openxmlformats.org/officeDocument/2006/relationships" r:blip="">
                            <dgm:adjLst/>
                          </dgm:shape>
                          <dgm:presOf/>
                          <dgm:constrLst>
                            <dgm:constr type="bendDist" for="des" ptType="parTrans" refType="sp" fact="0.5"/>
                          </dgm:constrLst>
                          <dgm:ruleLst/>
                          <dgm:layoutNode name="composite3">
                            <dgm:alg type="composite"/>
                            <dgm:shape xmlns:r="http://schemas.openxmlformats.org/officeDocument/2006/relationships" r:blip="">
                              <dgm:adjLst/>
                            </dgm:shape>
                            <dgm:presOf/>
                            <dgm:constrLst>
                              <dgm:constr type="w" for="ch" forName="background3" refType="w" fact="0.9"/>
                              <dgm:constr type="h" for="ch" forName="background3" refType="w" refFor="ch" refForName="background3" fact="0.635"/>
                              <dgm:constr type="t" for="ch" forName="background3"/>
                              <dgm:constr type="l" for="ch" forName="background3"/>
                              <dgm:constr type="w" for="ch" forName="text3" refType="w" fact="0.9"/>
                              <dgm:constr type="h" for="ch" forName="text3" refType="w" refFor="ch" refForName="text3" fact="0.635"/>
                              <dgm:constr type="t" for="ch" forName="text3" refType="w" fact="0.095"/>
                              <dgm:constr type="l" for="ch" forName="text3" refType="w" fact="0.1"/>
                            </dgm:constrLst>
                            <dgm:ruleLst/>
                            <dgm:layoutNode name="background3" moveWith="text3">
                              <dgm:alg type="sp"/>
                              <dgm:shape xmlns:r="http://schemas.openxmlformats.org/officeDocument/2006/relationships" type="roundRect" r:blip="">
                                <dgm:adjLst>
                                  <dgm:adj idx="1" val="0.1"/>
                                </dgm:adjLst>
                              </dgm:shape>
                              <dgm:presOf/>
                              <dgm:constrLst/>
                              <dgm:ruleLst/>
                            </dgm:layoutNode>
                            <dgm:layoutNode name="text3" styleLbl="fgAcc3">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4">
                            <dgm:choose name="Name19">
                              <dgm:if name="Name20" func="var" arg="dir" op="equ" val="norm">
                                <dgm:alg type="hierChild">
                                  <dgm:param type="linDir" val="fromL"/>
                                </dgm:alg>
                              </dgm:if>
                              <dgm:else name="Name21">
                                <dgm:alg type="hierChild">
                                  <dgm:param type="linDir" val="fromR"/>
                                </dgm:alg>
                              </dgm:else>
                            </dgm:choose>
                            <dgm:shape xmlns:r="http://schemas.openxmlformats.org/officeDocument/2006/relationships" r:blip="">
                              <dgm:adjLst/>
                            </dgm:shape>
                            <dgm:presOf/>
                            <dgm:constrLst/>
                            <dgm:ruleLst/>
                            <dgm:forEach name="repeat" axis="ch">
                              <dgm:forEach name="Name22" axis="self" ptType="parTrans" cnt="1">
                                <dgm:layoutNode name="Name23">
                                  <dgm:choose name="Name24">
                                    <dgm:if name="Name25" axis="self" func="depth" op="lte" val="4">
                                      <dgm:alg type="conn">
                                        <dgm:param type="dim" val="1D"/>
                                        <dgm:param type="endSty" val="noArr"/>
                                        <dgm:param type="connRout" val="bend"/>
                                        <dgm:param type="bendPt" val="end"/>
                                        <dgm:param type="begPts" val="bCtr"/>
                                        <dgm:param type="endPts" val="tCtr"/>
                                        <dgm:param type="srcNode" val="background3"/>
                                        <dgm:param type="dstNode" val="background4"/>
                                      </dgm:alg>
                                    </dgm:if>
                                    <dgm:else name="Name26">
                                      <dgm:alg type="conn">
                                        <dgm:param type="dim" val="1D"/>
                                        <dgm:param type="endSty" val="noArr"/>
                                        <dgm:param type="connRout" val="bend"/>
                                        <dgm:param type="bendPt" val="end"/>
                                        <dgm:param type="begPts" val="bCtr"/>
                                        <dgm:param type="endPts" val="tCtr"/>
                                        <dgm:param type="srcNode" val="background4"/>
                                        <dgm:param type="dstNode" val="background4"/>
                                      </dgm:alg>
                                    </dgm:else>
                                  </dgm:choose>
                                  <dgm:shape xmlns:r="http://schemas.openxmlformats.org/officeDocument/2006/relationships" type="conn" r:blip="" zOrderOff="-999">
                                    <dgm:adjLst/>
                                  </dgm:shape>
                                  <dgm:presOf axis="self"/>
                                  <dgm:constrLst>
                                    <dgm:constr type="begPad"/>
                                    <dgm:constr type="endPad"/>
                                  </dgm:constrLst>
                                  <dgm:ruleLst/>
                                </dgm:layoutNode>
                              </dgm:forEach>
                              <dgm:forEach name="Name27" axis="self" ptType="node">
                                <dgm:layoutNode name="hierRoot4">
                                  <dgm:alg type="hierRoot"/>
                                  <dgm:shape xmlns:r="http://schemas.openxmlformats.org/officeDocument/2006/relationships" r:blip="">
                                    <dgm:adjLst/>
                                  </dgm:shape>
                                  <dgm:presOf/>
                                  <dgm:constrLst>
                                    <dgm:constr type="bendDist" for="des" ptType="parTrans" refType="sp" fact="0.5"/>
                                  </dgm:constrLst>
                                  <dgm:ruleLst/>
                                  <dgm:layoutNode name="composite4">
                                    <dgm:alg type="composite"/>
                                    <dgm:shape xmlns:r="http://schemas.openxmlformats.org/officeDocument/2006/relationships" r:blip="">
                                      <dgm:adjLst/>
                                    </dgm:shape>
                                    <dgm:presOf/>
                                    <dgm:constrLst>
                                      <dgm:constr type="w" for="ch" forName="background4" refType="w" fact="0.9"/>
                                      <dgm:constr type="h" for="ch" forName="background4" refType="w" refFor="ch" refForName="background4" fact="0.635"/>
                                      <dgm:constr type="t" for="ch" forName="background4"/>
                                      <dgm:constr type="l" for="ch" forName="background4"/>
                                      <dgm:constr type="w" for="ch" forName="text4" refType="w" fact="0.9"/>
                                      <dgm:constr type="h" for="ch" forName="text4" refType="w" refFor="ch" refForName="text4" fact="0.635"/>
                                      <dgm:constr type="t" for="ch" forName="text4" refType="w" fact="0.095"/>
                                      <dgm:constr type="l" for="ch" forName="text4" refType="w" fact="0.1"/>
                                    </dgm:constrLst>
                                    <dgm:ruleLst/>
                                    <dgm:layoutNode name="background4" moveWith="text4">
                                      <dgm:alg type="sp"/>
                                      <dgm:shape xmlns:r="http://schemas.openxmlformats.org/officeDocument/2006/relationships" type="roundRect" r:blip="">
                                        <dgm:adjLst>
                                          <dgm:adj idx="1" val="0.1"/>
                                        </dgm:adjLst>
                                      </dgm:shape>
                                      <dgm:presOf/>
                                      <dgm:constrLst/>
                                      <dgm:ruleLst/>
                                    </dgm:layoutNode>
                                    <dgm:layoutNode name="text4" styleLbl="fgAcc4">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5">
                                    <dgm:choose name="Name28">
                                      <dgm:if name="Name29" func="var" arg="dir" op="equ" val="norm">
                                        <dgm:alg type="hierChild">
                                          <dgm:param type="linDir" val="fromL"/>
                                        </dgm:alg>
                                      </dgm:if>
                                      <dgm:else name="Name30">
                                        <dgm:alg type="hierChild">
                                          <dgm:param type="linDir" val="fromR"/>
                                        </dgm:alg>
                                      </dgm:else>
                                    </dgm:choose>
                                    <dgm:shape xmlns:r="http://schemas.openxmlformats.org/officeDocument/2006/relationships" r:blip="">
                                      <dgm:adjLst/>
                                    </dgm:shape>
                                    <dgm:presOf/>
                                    <dgm:constrLst/>
                                    <dgm:ruleLst/>
                                    <dgm:forEach name="Name31" ref="repeat"/>
                                  </dgm:layoutNode>
                                </dgm:layoutNode>
                              </dgm:forEach>
                            </dgm:forEach>
                          </dgm:layoutNode>
                        </dgm:layoutNode>
                      </dgm:forEach>
                    </dgm:forEach>
                  </dgm:layoutNode>
                </dgm:layoutNode>
              </dgm:forEach>
            </dgm:forEach>
          </dgm:layoutNode>
        </dgm:layoutNode>
      </dgm:forEach>
    </dgm:forEach>
  </dgm:layoutNode>
</dgm:layoutDef>
</file>

<file path=ppt/diagrams/layout4.xml><?xml version="1.0" encoding="utf-8"?>
<dgm:layoutDef xmlns:dgm="http://schemas.openxmlformats.org/drawingml/2006/diagram" xmlns:a="http://schemas.openxmlformats.org/drawingml/2006/main" uniqueId="urn:microsoft.com/office/officeart/2005/8/layout/hList1">
  <dgm:title val=""/>
  <dgm:desc val=""/>
  <dgm:catLst>
    <dgm:cat type="list" pri="5000"/>
    <dgm:cat type="convert" pri="5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 modelId="3">
          <dgm:prSet phldr="1"/>
        </dgm:pt>
        <dgm:pt modelId="31">
          <dgm:prSet phldr="1"/>
        </dgm:pt>
        <dgm:pt modelId="32">
          <dgm:prSet phldr="1"/>
        </dgm:pt>
      </dgm:ptLst>
      <dgm:cxnLst>
        <dgm:cxn modelId="4" srcId="0" destId="1" srcOrd="0" destOrd="0"/>
        <dgm:cxn modelId="5" srcId="0" destId="2" srcOrd="1" destOrd="0"/>
        <dgm:cxn modelId="6" srcId="0" destId="3" srcOrd="2" destOrd="0"/>
        <dgm:cxn modelId="13" srcId="1" destId="11" srcOrd="0" destOrd="0"/>
        <dgm:cxn modelId="14" srcId="1" destId="12" srcOrd="1" destOrd="0"/>
        <dgm:cxn modelId="23" srcId="2" destId="21" srcOrd="0" destOrd="0"/>
        <dgm:cxn modelId="24" srcId="2" destId="22" srcOrd="1" destOrd="0"/>
        <dgm:cxn modelId="33" srcId="3" destId="31" srcOrd="0" destOrd="0"/>
        <dgm:cxn modelId="34" srcId="3" destId="32" srcOrd="1" destOrd="0"/>
      </dgm:cxnLst>
      <dgm:bg/>
      <dgm:whole/>
    </dgm:dataModel>
  </dgm:sampData>
  <dgm:styleData>
    <dgm:dataModel>
      <dgm:ptLst>
        <dgm:pt modelId="0" type="doc"/>
        <dgm:pt modelId="1">
          <dgm:prSet phldr="1"/>
        </dgm:pt>
        <dgm:pt modelId="2">
          <dgm:prSet phldr="1"/>
        </dgm:pt>
      </dgm:ptLst>
      <dgm:cxnLst>
        <dgm:cxn modelId="3" srcId="0" destId="1" srcOrd="0" destOrd="0"/>
        <dgm:cxn modelId="4" srcId="0" destId="2" srcOrd="1" destOrd="0"/>
      </dgm:cxnLst>
      <dgm:bg/>
      <dgm:whole/>
    </dgm:dataModel>
  </dgm:styleData>
  <dgm:clrData>
    <dgm:dataModel>
      <dgm:ptLst>
        <dgm:pt modelId="0" type="doc"/>
        <dgm:pt modelId="1">
          <dgm:prSet phldr="1"/>
        </dgm:pt>
        <dgm:pt modelId="2">
          <dgm:prSet phldr="1"/>
        </dgm:pt>
        <dgm:pt modelId="3">
          <dgm:prSet phldr="1"/>
        </dgm:pt>
        <dgm:pt modelId="4">
          <dgm:prSet phldr="1"/>
        </dgm:pt>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dir/>
      <dgm:animLvl val="lvl"/>
      <dgm:resizeHandles val="exact"/>
    </dgm:varLst>
    <dgm:choose name="Name1">
      <dgm:if name="Name2" func="var" arg="dir" op="equ" val="norm">
        <dgm:alg type="lin"/>
      </dgm:if>
      <dgm:else name="Name3">
        <dgm:alg type="lin">
          <dgm:param type="linDir" val="fromR"/>
        </dgm:alg>
      </dgm:else>
    </dgm:choose>
    <dgm:shape xmlns:r="http://schemas.openxmlformats.org/officeDocument/2006/relationships" r:blip="">
      <dgm:adjLst/>
    </dgm:shape>
    <dgm:presOf/>
    <dgm:constrLst>
      <dgm:constr type="h" for="ch" forName="composite" refType="h"/>
      <dgm:constr type="w" for="ch" forName="composite" refType="w"/>
      <dgm:constr type="w" for="des" forName="parTx"/>
      <dgm:constr type="h" for="des" forName="parTx" op="equ"/>
      <dgm:constr type="w" for="des" forName="desTx"/>
      <dgm:constr type="h" for="des" forName="desTx" op="equ"/>
      <dgm:constr type="primFontSz" for="des" forName="parTx" val="65"/>
      <dgm:constr type="secFontSz" for="des" forName="desTx" refType="primFontSz" refFor="des" refForName="parTx" op="equ"/>
      <dgm:constr type="h" for="des" forName="parTx" refType="primFontSz" refFor="des" refForName="parTx" fact="0.8"/>
      <dgm:constr type="h" for="des" forName="desTx" refType="primFontSz" refFor="des" refForName="parTx" fact="1.22"/>
      <dgm:constr type="w" for="ch" forName="space" refType="w" refFor="ch" refForName="composite" op="equ" fact="0.14"/>
    </dgm:constrLst>
    <dgm:ruleLst>
      <dgm:rule type="w" for="ch" forName="composite" val="0" fact="NaN" max="NaN"/>
      <dgm:rule type="primFontSz" for="des" forName="parTx" val="5" fact="NaN" max="NaN"/>
    </dgm:ruleLst>
    <dgm:forEach name="Name4" axis="ch" ptType="node">
      <dgm:layoutNode name="composite">
        <dgm:alg type="composite"/>
        <dgm:shape xmlns:r="http://schemas.openxmlformats.org/officeDocument/2006/relationships" r:blip="">
          <dgm:adjLst/>
        </dgm:shape>
        <dgm:presOf/>
        <dgm:constrLst>
          <dgm:constr type="l" for="ch" forName="parTx"/>
          <dgm:constr type="w" for="ch" forName="parTx" refType="w"/>
          <dgm:constr type="t" for="ch" forName="parTx"/>
          <dgm:constr type="l" for="ch" forName="desTx"/>
          <dgm:constr type="w" for="ch" forName="desTx" refType="w" refFor="ch" refForName="parTx"/>
          <dgm:constr type="t" for="ch" forName="desTx" refType="h" refFor="ch" refForName="parTx"/>
        </dgm:constrLst>
        <dgm:ruleLst>
          <dgm:rule type="h" val="INF" fact="NaN" max="NaN"/>
        </dgm:ruleLst>
        <dgm:layoutNode name="parTx" styleLbl="alignNode1">
          <dgm:varLst>
            <dgm:chMax val="0"/>
            <dgm:chPref val="0"/>
            <dgm:bulletEnabled val="1"/>
          </dgm:varLst>
          <dgm:alg type="tx"/>
          <dgm:shape xmlns:r="http://schemas.openxmlformats.org/officeDocument/2006/relationships" type="rect" r:blip="">
            <dgm:adjLst/>
          </dgm:shape>
          <dgm:presOf axis="self" ptType="node"/>
          <dgm:constrLst>
            <dgm:constr type="h" refType="w" op="lte" fact="0.4"/>
            <dgm:constr type="h"/>
            <dgm:constr type="tMarg" refType="primFontSz" fact="0.32"/>
            <dgm:constr type="bMarg" refType="primFontSz" fact="0.32"/>
          </dgm:constrLst>
          <dgm:ruleLst>
            <dgm:rule type="h" val="INF" fact="NaN" max="NaN"/>
          </dgm:ruleLst>
        </dgm:layoutNode>
        <dgm:layoutNode name="desTx" styleLbl="alignAccFollowNode1">
          <dgm:varLst>
            <dgm:bulletEnabled val="1"/>
          </dgm:varLst>
          <dgm:alg type="tx">
            <dgm:param type="stBulletLvl" val="1"/>
          </dgm:alg>
          <dgm:shape xmlns:r="http://schemas.openxmlformats.org/officeDocument/2006/relationships" type="rect" r:blip="">
            <dgm:adjLst/>
          </dgm:shape>
          <dgm:presOf axis="des" ptType="node"/>
          <dgm:constrLst>
            <dgm:constr type="secFontSz" val="65"/>
            <dgm:constr type="primFontSz" refType="secFontSz"/>
            <dgm:constr type="h"/>
            <dgm:constr type="lMarg" refType="primFontSz" fact="0.42"/>
            <dgm:constr type="tMarg" refType="primFontSz" fact="0.42"/>
            <dgm:constr type="bMarg" refType="primFontSz" fact="0.63"/>
          </dgm:constrLst>
          <dgm:ruleLst>
            <dgm:rule type="h" val="INF" fact="NaN" max="NaN"/>
          </dgm:ruleLst>
        </dgm:layoutNode>
      </dgm:layoutNode>
      <dgm:forEach name="Name5" axis="followSib" ptType="sibTrans" cnt="1">
        <dgm:layoutNode name="space">
          <dgm:alg type="sp"/>
          <dgm:shape xmlns:r="http://schemas.openxmlformats.org/officeDocument/2006/relationships" r:blip="">
            <dgm:adjLst/>
          </dgm:shape>
          <dgm:presOf/>
          <dgm:constrLst/>
          <dgm:ruleLst/>
        </dgm:layoutNode>
      </dgm:forEach>
    </dgm:forEach>
  </dgm:layoutNode>
</dgm:layoutDef>
</file>

<file path=ppt/diagrams/layout5.xml><?xml version="1.0" encoding="utf-8"?>
<dgm:layoutDef xmlns:dgm="http://schemas.openxmlformats.org/drawingml/2006/diagram" xmlns:a="http://schemas.openxmlformats.org/drawingml/2006/main" uniqueId="urn:microsoft.com/office/officeart/2005/8/layout/hList1">
  <dgm:title val=""/>
  <dgm:desc val=""/>
  <dgm:catLst>
    <dgm:cat type="list" pri="5000"/>
    <dgm:cat type="convert" pri="5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 modelId="3">
          <dgm:prSet phldr="1"/>
        </dgm:pt>
        <dgm:pt modelId="31">
          <dgm:prSet phldr="1"/>
        </dgm:pt>
        <dgm:pt modelId="32">
          <dgm:prSet phldr="1"/>
        </dgm:pt>
      </dgm:ptLst>
      <dgm:cxnLst>
        <dgm:cxn modelId="4" srcId="0" destId="1" srcOrd="0" destOrd="0"/>
        <dgm:cxn modelId="5" srcId="0" destId="2" srcOrd="1" destOrd="0"/>
        <dgm:cxn modelId="6" srcId="0" destId="3" srcOrd="2" destOrd="0"/>
        <dgm:cxn modelId="13" srcId="1" destId="11" srcOrd="0" destOrd="0"/>
        <dgm:cxn modelId="14" srcId="1" destId="12" srcOrd="1" destOrd="0"/>
        <dgm:cxn modelId="23" srcId="2" destId="21" srcOrd="0" destOrd="0"/>
        <dgm:cxn modelId="24" srcId="2" destId="22" srcOrd="1" destOrd="0"/>
        <dgm:cxn modelId="33" srcId="3" destId="31" srcOrd="0" destOrd="0"/>
        <dgm:cxn modelId="34" srcId="3" destId="32" srcOrd="1" destOrd="0"/>
      </dgm:cxnLst>
      <dgm:bg/>
      <dgm:whole/>
    </dgm:dataModel>
  </dgm:sampData>
  <dgm:styleData>
    <dgm:dataModel>
      <dgm:ptLst>
        <dgm:pt modelId="0" type="doc"/>
        <dgm:pt modelId="1">
          <dgm:prSet phldr="1"/>
        </dgm:pt>
        <dgm:pt modelId="2">
          <dgm:prSet phldr="1"/>
        </dgm:pt>
      </dgm:ptLst>
      <dgm:cxnLst>
        <dgm:cxn modelId="3" srcId="0" destId="1" srcOrd="0" destOrd="0"/>
        <dgm:cxn modelId="4" srcId="0" destId="2" srcOrd="1" destOrd="0"/>
      </dgm:cxnLst>
      <dgm:bg/>
      <dgm:whole/>
    </dgm:dataModel>
  </dgm:styleData>
  <dgm:clrData>
    <dgm:dataModel>
      <dgm:ptLst>
        <dgm:pt modelId="0" type="doc"/>
        <dgm:pt modelId="1">
          <dgm:prSet phldr="1"/>
        </dgm:pt>
        <dgm:pt modelId="2">
          <dgm:prSet phldr="1"/>
        </dgm:pt>
        <dgm:pt modelId="3">
          <dgm:prSet phldr="1"/>
        </dgm:pt>
        <dgm:pt modelId="4">
          <dgm:prSet phldr="1"/>
        </dgm:pt>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dir/>
      <dgm:animLvl val="lvl"/>
      <dgm:resizeHandles val="exact"/>
    </dgm:varLst>
    <dgm:choose name="Name1">
      <dgm:if name="Name2" func="var" arg="dir" op="equ" val="norm">
        <dgm:alg type="lin"/>
      </dgm:if>
      <dgm:else name="Name3">
        <dgm:alg type="lin">
          <dgm:param type="linDir" val="fromR"/>
        </dgm:alg>
      </dgm:else>
    </dgm:choose>
    <dgm:shape xmlns:r="http://schemas.openxmlformats.org/officeDocument/2006/relationships" r:blip="">
      <dgm:adjLst/>
    </dgm:shape>
    <dgm:presOf/>
    <dgm:constrLst>
      <dgm:constr type="h" for="ch" forName="composite" refType="h"/>
      <dgm:constr type="w" for="ch" forName="composite" refType="w"/>
      <dgm:constr type="w" for="des" forName="parTx"/>
      <dgm:constr type="h" for="des" forName="parTx" op="equ"/>
      <dgm:constr type="w" for="des" forName="desTx"/>
      <dgm:constr type="h" for="des" forName="desTx" op="equ"/>
      <dgm:constr type="primFontSz" for="des" forName="parTx" val="65"/>
      <dgm:constr type="secFontSz" for="des" forName="desTx" refType="primFontSz" refFor="des" refForName="parTx" op="equ"/>
      <dgm:constr type="h" for="des" forName="parTx" refType="primFontSz" refFor="des" refForName="parTx" fact="0.8"/>
      <dgm:constr type="h" for="des" forName="desTx" refType="primFontSz" refFor="des" refForName="parTx" fact="1.22"/>
      <dgm:constr type="w" for="ch" forName="space" refType="w" refFor="ch" refForName="composite" op="equ" fact="0.14"/>
    </dgm:constrLst>
    <dgm:ruleLst>
      <dgm:rule type="w" for="ch" forName="composite" val="0" fact="NaN" max="NaN"/>
      <dgm:rule type="primFontSz" for="des" forName="parTx" val="5" fact="NaN" max="NaN"/>
    </dgm:ruleLst>
    <dgm:forEach name="Name4" axis="ch" ptType="node">
      <dgm:layoutNode name="composite">
        <dgm:alg type="composite"/>
        <dgm:shape xmlns:r="http://schemas.openxmlformats.org/officeDocument/2006/relationships" r:blip="">
          <dgm:adjLst/>
        </dgm:shape>
        <dgm:presOf/>
        <dgm:constrLst>
          <dgm:constr type="l" for="ch" forName="parTx"/>
          <dgm:constr type="w" for="ch" forName="parTx" refType="w"/>
          <dgm:constr type="t" for="ch" forName="parTx"/>
          <dgm:constr type="l" for="ch" forName="desTx"/>
          <dgm:constr type="w" for="ch" forName="desTx" refType="w" refFor="ch" refForName="parTx"/>
          <dgm:constr type="t" for="ch" forName="desTx" refType="h" refFor="ch" refForName="parTx"/>
        </dgm:constrLst>
        <dgm:ruleLst>
          <dgm:rule type="h" val="INF" fact="NaN" max="NaN"/>
        </dgm:ruleLst>
        <dgm:layoutNode name="parTx" styleLbl="alignNode1">
          <dgm:varLst>
            <dgm:chMax val="0"/>
            <dgm:chPref val="0"/>
            <dgm:bulletEnabled val="1"/>
          </dgm:varLst>
          <dgm:alg type="tx"/>
          <dgm:shape xmlns:r="http://schemas.openxmlformats.org/officeDocument/2006/relationships" type="rect" r:blip="">
            <dgm:adjLst/>
          </dgm:shape>
          <dgm:presOf axis="self" ptType="node"/>
          <dgm:constrLst>
            <dgm:constr type="h" refType="w" op="lte" fact="0.4"/>
            <dgm:constr type="h"/>
            <dgm:constr type="tMarg" refType="primFontSz" fact="0.32"/>
            <dgm:constr type="bMarg" refType="primFontSz" fact="0.32"/>
          </dgm:constrLst>
          <dgm:ruleLst>
            <dgm:rule type="h" val="INF" fact="NaN" max="NaN"/>
          </dgm:ruleLst>
        </dgm:layoutNode>
        <dgm:layoutNode name="desTx" styleLbl="alignAccFollowNode1">
          <dgm:varLst>
            <dgm:bulletEnabled val="1"/>
          </dgm:varLst>
          <dgm:alg type="tx">
            <dgm:param type="stBulletLvl" val="1"/>
          </dgm:alg>
          <dgm:shape xmlns:r="http://schemas.openxmlformats.org/officeDocument/2006/relationships" type="rect" r:blip="">
            <dgm:adjLst/>
          </dgm:shape>
          <dgm:presOf axis="des" ptType="node"/>
          <dgm:constrLst>
            <dgm:constr type="secFontSz" val="65"/>
            <dgm:constr type="primFontSz" refType="secFontSz"/>
            <dgm:constr type="h"/>
            <dgm:constr type="lMarg" refType="primFontSz" fact="0.42"/>
            <dgm:constr type="tMarg" refType="primFontSz" fact="0.42"/>
            <dgm:constr type="bMarg" refType="primFontSz" fact="0.63"/>
          </dgm:constrLst>
          <dgm:ruleLst>
            <dgm:rule type="h" val="INF" fact="NaN" max="NaN"/>
          </dgm:ruleLst>
        </dgm:layoutNode>
      </dgm:layoutNode>
      <dgm:forEach name="Name5" axis="followSib" ptType="sibTrans" cnt="1">
        <dgm:layoutNode name="space">
          <dgm:alg type="sp"/>
          <dgm:shape xmlns:r="http://schemas.openxmlformats.org/officeDocument/2006/relationships" r:blip="">
            <dgm:adjLst/>
          </dgm:shape>
          <dgm:presOf/>
          <dgm:constrLst/>
          <dgm:ruleLst/>
        </dgm:layoutNode>
      </dgm:forEach>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Symbol zastępczy nagłówka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Symbol zastępczy daty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D0E2DD2C-27F7-4F93-96E8-CD28AD9267D9}" type="datetimeFigureOut">
              <a:rPr lang="en-US" smtClean="0"/>
              <a:t>11/15/2025</a:t>
            </a:fld>
            <a:endParaRPr lang="en-US"/>
          </a:p>
        </p:txBody>
      </p:sp>
      <p:sp>
        <p:nvSpPr>
          <p:cNvPr id="4" name="Symbol zastępczy obrazu slajdu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Symbol zastępczy notatek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pl-PL"/>
              <a:t>Kliknij, aby edytować style wzorca tekstu</a:t>
            </a:r>
          </a:p>
          <a:p>
            <a:pPr lvl="1"/>
            <a:r>
              <a:rPr lang="pl-PL"/>
              <a:t>Drugi poziom</a:t>
            </a:r>
          </a:p>
          <a:p>
            <a:pPr lvl="2"/>
            <a:r>
              <a:rPr lang="pl-PL"/>
              <a:t>Trzeci poziom</a:t>
            </a:r>
          </a:p>
          <a:p>
            <a:pPr lvl="3"/>
            <a:r>
              <a:rPr lang="pl-PL"/>
              <a:t>Czwarty poziom</a:t>
            </a:r>
          </a:p>
          <a:p>
            <a:pPr lvl="4"/>
            <a:r>
              <a:rPr lang="pl-PL"/>
              <a:t>Piąty poziom</a:t>
            </a:r>
            <a:endParaRPr lang="en-US"/>
          </a:p>
        </p:txBody>
      </p:sp>
      <p:sp>
        <p:nvSpPr>
          <p:cNvPr id="6" name="Symbol zastępczy stopki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ymbol zastępczy numeru slajdu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583D7F03-7197-42E4-9778-D52D335F305D}" type="slidenum">
              <a:rPr lang="en-US" smtClean="0"/>
              <a:t>‹#›</a:t>
            </a:fld>
            <a:endParaRPr lang="en-US"/>
          </a:p>
        </p:txBody>
      </p:sp>
    </p:spTree>
    <p:extLst>
      <p:ext uri="{BB962C8B-B14F-4D97-AF65-F5344CB8AC3E}">
        <p14:creationId xmlns:p14="http://schemas.microsoft.com/office/powerpoint/2010/main" val="189487539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1738B42-C429-3999-8B91-71BFECF7D989}"/>
            </a:ext>
          </a:extLst>
        </p:cNvPr>
        <p:cNvGrpSpPr/>
        <p:nvPr/>
      </p:nvGrpSpPr>
      <p:grpSpPr>
        <a:xfrm>
          <a:off x="0" y="0"/>
          <a:ext cx="0" cy="0"/>
          <a:chOff x="0" y="0"/>
          <a:chExt cx="0" cy="0"/>
        </a:xfrm>
      </p:grpSpPr>
      <p:sp>
        <p:nvSpPr>
          <p:cNvPr id="2" name="Symbol zastępczy obrazu slajdu 1">
            <a:extLst>
              <a:ext uri="{FF2B5EF4-FFF2-40B4-BE49-F238E27FC236}">
                <a16:creationId xmlns:a16="http://schemas.microsoft.com/office/drawing/2014/main" id="{59D21014-6FC7-5DE1-0B40-2CA48F41C42A}"/>
              </a:ext>
            </a:extLst>
          </p:cNvPr>
          <p:cNvSpPr>
            <a:spLocks noGrp="1" noRot="1" noChangeAspect="1"/>
          </p:cNvSpPr>
          <p:nvPr>
            <p:ph type="sldImg"/>
          </p:nvPr>
        </p:nvSpPr>
        <p:spPr/>
      </p:sp>
      <p:sp>
        <p:nvSpPr>
          <p:cNvPr id="3" name="Symbol zastępczy notatek 2">
            <a:extLst>
              <a:ext uri="{FF2B5EF4-FFF2-40B4-BE49-F238E27FC236}">
                <a16:creationId xmlns:a16="http://schemas.microsoft.com/office/drawing/2014/main" id="{FB0E5F22-AD5A-8767-0B0E-A70D2F20FCD9}"/>
              </a:ext>
            </a:extLst>
          </p:cNvPr>
          <p:cNvSpPr>
            <a:spLocks noGrp="1"/>
          </p:cNvSpPr>
          <p:nvPr>
            <p:ph type="body" idx="1"/>
          </p:nvPr>
        </p:nvSpPr>
        <p:spPr/>
        <p:txBody>
          <a:bodyPr/>
          <a:lstStyle/>
          <a:p>
            <a:endParaRPr lang="en-US" dirty="0"/>
          </a:p>
        </p:txBody>
      </p:sp>
      <p:sp>
        <p:nvSpPr>
          <p:cNvPr id="4" name="Symbol zastępczy numeru slajdu 3">
            <a:extLst>
              <a:ext uri="{FF2B5EF4-FFF2-40B4-BE49-F238E27FC236}">
                <a16:creationId xmlns:a16="http://schemas.microsoft.com/office/drawing/2014/main" id="{0ACCD391-7C88-B806-0FB3-ABA3AE65A520}"/>
              </a:ext>
            </a:extLst>
          </p:cNvPr>
          <p:cNvSpPr>
            <a:spLocks noGrp="1"/>
          </p:cNvSpPr>
          <p:nvPr>
            <p:ph type="sldNum" sz="quarter" idx="5"/>
          </p:nvPr>
        </p:nvSpPr>
        <p:spPr/>
        <p:txBody>
          <a:bodyPr/>
          <a:lstStyle/>
          <a:p>
            <a:fld id="{583D7F03-7197-42E4-9778-D52D335F305D}" type="slidenum">
              <a:rPr lang="en-US" smtClean="0"/>
              <a:t>2</a:t>
            </a:fld>
            <a:endParaRPr lang="en-US"/>
          </a:p>
        </p:txBody>
      </p:sp>
    </p:spTree>
    <p:extLst>
      <p:ext uri="{BB962C8B-B14F-4D97-AF65-F5344CB8AC3E}">
        <p14:creationId xmlns:p14="http://schemas.microsoft.com/office/powerpoint/2010/main" val="3546593312"/>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69F9D-B121-68DF-62AE-9A3E8B915353}"/>
            </a:ext>
          </a:extLst>
        </p:cNvPr>
        <p:cNvGrpSpPr/>
        <p:nvPr/>
      </p:nvGrpSpPr>
      <p:grpSpPr>
        <a:xfrm>
          <a:off x="0" y="0"/>
          <a:ext cx="0" cy="0"/>
          <a:chOff x="0" y="0"/>
          <a:chExt cx="0" cy="0"/>
        </a:xfrm>
      </p:grpSpPr>
      <p:sp>
        <p:nvSpPr>
          <p:cNvPr id="2" name="Symbol zastępczy obrazu slajdu 1">
            <a:extLst>
              <a:ext uri="{FF2B5EF4-FFF2-40B4-BE49-F238E27FC236}">
                <a16:creationId xmlns:a16="http://schemas.microsoft.com/office/drawing/2014/main" id="{09C2C140-9AE1-596E-9852-2C5828A2B46E}"/>
              </a:ext>
            </a:extLst>
          </p:cNvPr>
          <p:cNvSpPr>
            <a:spLocks noGrp="1" noRot="1" noChangeAspect="1"/>
          </p:cNvSpPr>
          <p:nvPr>
            <p:ph type="sldImg"/>
          </p:nvPr>
        </p:nvSpPr>
        <p:spPr/>
      </p:sp>
      <p:sp>
        <p:nvSpPr>
          <p:cNvPr id="3" name="Symbol zastępczy notatek 2">
            <a:extLst>
              <a:ext uri="{FF2B5EF4-FFF2-40B4-BE49-F238E27FC236}">
                <a16:creationId xmlns:a16="http://schemas.microsoft.com/office/drawing/2014/main" id="{81F0CF48-4A20-FD08-3E31-5B431DE436EB}"/>
              </a:ext>
            </a:extLst>
          </p:cNvPr>
          <p:cNvSpPr>
            <a:spLocks noGrp="1"/>
          </p:cNvSpPr>
          <p:nvPr>
            <p:ph type="body" idx="1"/>
          </p:nvPr>
        </p:nvSpPr>
        <p:spPr/>
        <p:txBody>
          <a:bodyPr/>
          <a:lstStyle/>
          <a:p>
            <a:endParaRPr lang="en-US" dirty="0"/>
          </a:p>
        </p:txBody>
      </p:sp>
      <p:sp>
        <p:nvSpPr>
          <p:cNvPr id="4" name="Symbol zastępczy numeru slajdu 3">
            <a:extLst>
              <a:ext uri="{FF2B5EF4-FFF2-40B4-BE49-F238E27FC236}">
                <a16:creationId xmlns:a16="http://schemas.microsoft.com/office/drawing/2014/main" id="{00D712C1-6671-94CB-6048-79D637A5266E}"/>
              </a:ext>
            </a:extLst>
          </p:cNvPr>
          <p:cNvSpPr>
            <a:spLocks noGrp="1"/>
          </p:cNvSpPr>
          <p:nvPr>
            <p:ph type="sldNum" sz="quarter" idx="5"/>
          </p:nvPr>
        </p:nvSpPr>
        <p:spPr/>
        <p:txBody>
          <a:bodyPr/>
          <a:lstStyle/>
          <a:p>
            <a:fld id="{583D7F03-7197-42E4-9778-D52D335F305D}" type="slidenum">
              <a:rPr lang="en-US" smtClean="0"/>
              <a:t>3</a:t>
            </a:fld>
            <a:endParaRPr lang="en-US"/>
          </a:p>
        </p:txBody>
      </p:sp>
    </p:spTree>
    <p:extLst>
      <p:ext uri="{BB962C8B-B14F-4D97-AF65-F5344CB8AC3E}">
        <p14:creationId xmlns:p14="http://schemas.microsoft.com/office/powerpoint/2010/main" val="3479568808"/>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ymbol zastępczy obrazu slajdu 1"/>
          <p:cNvSpPr>
            <a:spLocks noGrp="1" noRot="1" noChangeAspect="1"/>
          </p:cNvSpPr>
          <p:nvPr>
            <p:ph type="sldImg"/>
          </p:nvPr>
        </p:nvSpPr>
        <p:spPr/>
      </p:sp>
      <p:sp>
        <p:nvSpPr>
          <p:cNvPr id="3" name="Symbol zastępczy notatek 2"/>
          <p:cNvSpPr>
            <a:spLocks noGrp="1"/>
          </p:cNvSpPr>
          <p:nvPr>
            <p:ph type="body" idx="1"/>
          </p:nvPr>
        </p:nvSpPr>
        <p:spPr/>
        <p:txBody>
          <a:bodyPr/>
          <a:lstStyle/>
          <a:p>
            <a:endParaRPr lang="en-US" dirty="0"/>
          </a:p>
        </p:txBody>
      </p:sp>
      <p:sp>
        <p:nvSpPr>
          <p:cNvPr id="4" name="Symbol zastępczy numeru slajdu 3"/>
          <p:cNvSpPr>
            <a:spLocks noGrp="1"/>
          </p:cNvSpPr>
          <p:nvPr>
            <p:ph type="sldNum" sz="quarter" idx="5"/>
          </p:nvPr>
        </p:nvSpPr>
        <p:spPr/>
        <p:txBody>
          <a:bodyPr/>
          <a:lstStyle/>
          <a:p>
            <a:fld id="{583D7F03-7197-42E4-9778-D52D335F305D}" type="slidenum">
              <a:rPr lang="en-US" smtClean="0"/>
              <a:t>4</a:t>
            </a:fld>
            <a:endParaRPr lang="en-US"/>
          </a:p>
        </p:txBody>
      </p:sp>
    </p:spTree>
    <p:extLst>
      <p:ext uri="{BB962C8B-B14F-4D97-AF65-F5344CB8AC3E}">
        <p14:creationId xmlns:p14="http://schemas.microsoft.com/office/powerpoint/2010/main" val="375026206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809C659-D3E0-790C-7817-FEA0E3D7262E}"/>
            </a:ext>
          </a:extLst>
        </p:cNvPr>
        <p:cNvGrpSpPr/>
        <p:nvPr/>
      </p:nvGrpSpPr>
      <p:grpSpPr>
        <a:xfrm>
          <a:off x="0" y="0"/>
          <a:ext cx="0" cy="0"/>
          <a:chOff x="0" y="0"/>
          <a:chExt cx="0" cy="0"/>
        </a:xfrm>
      </p:grpSpPr>
      <p:sp>
        <p:nvSpPr>
          <p:cNvPr id="2" name="Symbol zastępczy obrazu slajdu 1">
            <a:extLst>
              <a:ext uri="{FF2B5EF4-FFF2-40B4-BE49-F238E27FC236}">
                <a16:creationId xmlns:a16="http://schemas.microsoft.com/office/drawing/2014/main" id="{408DEDA3-FD9D-DDC7-9CF4-7787A8517248}"/>
              </a:ext>
            </a:extLst>
          </p:cNvPr>
          <p:cNvSpPr>
            <a:spLocks noGrp="1" noRot="1" noChangeAspect="1"/>
          </p:cNvSpPr>
          <p:nvPr>
            <p:ph type="sldImg"/>
          </p:nvPr>
        </p:nvSpPr>
        <p:spPr/>
      </p:sp>
      <p:sp>
        <p:nvSpPr>
          <p:cNvPr id="3" name="Symbol zastępczy notatek 2">
            <a:extLst>
              <a:ext uri="{FF2B5EF4-FFF2-40B4-BE49-F238E27FC236}">
                <a16:creationId xmlns:a16="http://schemas.microsoft.com/office/drawing/2014/main" id="{6CB96A4E-C725-2BB3-1FA2-EDE5D0E0CA03}"/>
              </a:ext>
            </a:extLst>
          </p:cNvPr>
          <p:cNvSpPr>
            <a:spLocks noGrp="1"/>
          </p:cNvSpPr>
          <p:nvPr>
            <p:ph type="body" idx="1"/>
          </p:nvPr>
        </p:nvSpPr>
        <p:spPr/>
        <p:txBody>
          <a:bodyPr/>
          <a:lstStyle/>
          <a:p>
            <a:endParaRPr lang="en-US" dirty="0"/>
          </a:p>
        </p:txBody>
      </p:sp>
      <p:sp>
        <p:nvSpPr>
          <p:cNvPr id="4" name="Symbol zastępczy numeru slajdu 3">
            <a:extLst>
              <a:ext uri="{FF2B5EF4-FFF2-40B4-BE49-F238E27FC236}">
                <a16:creationId xmlns:a16="http://schemas.microsoft.com/office/drawing/2014/main" id="{5819B6FC-B21F-8842-0A49-9B89DD54DF3B}"/>
              </a:ext>
            </a:extLst>
          </p:cNvPr>
          <p:cNvSpPr>
            <a:spLocks noGrp="1"/>
          </p:cNvSpPr>
          <p:nvPr>
            <p:ph type="sldNum" sz="quarter" idx="5"/>
          </p:nvPr>
        </p:nvSpPr>
        <p:spPr/>
        <p:txBody>
          <a:bodyPr/>
          <a:lstStyle/>
          <a:p>
            <a:fld id="{583D7F03-7197-42E4-9778-D52D335F305D}" type="slidenum">
              <a:rPr lang="en-US" smtClean="0"/>
              <a:t>5</a:t>
            </a:fld>
            <a:endParaRPr lang="en-US"/>
          </a:p>
        </p:txBody>
      </p:sp>
    </p:spTree>
    <p:extLst>
      <p:ext uri="{BB962C8B-B14F-4D97-AF65-F5344CB8AC3E}">
        <p14:creationId xmlns:p14="http://schemas.microsoft.com/office/powerpoint/2010/main" val="2356467649"/>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ymbol zastępczy obrazu slajdu 1"/>
          <p:cNvSpPr>
            <a:spLocks noGrp="1" noRot="1" noChangeAspect="1"/>
          </p:cNvSpPr>
          <p:nvPr>
            <p:ph type="sldImg"/>
          </p:nvPr>
        </p:nvSpPr>
        <p:spPr/>
      </p:sp>
      <p:sp>
        <p:nvSpPr>
          <p:cNvPr id="3" name="Symbol zastępczy notatek 2"/>
          <p:cNvSpPr>
            <a:spLocks noGrp="1"/>
          </p:cNvSpPr>
          <p:nvPr>
            <p:ph type="body" idx="1"/>
          </p:nvPr>
        </p:nvSpPr>
        <p:spPr/>
        <p:txBody>
          <a:bodyPr/>
          <a:lstStyle/>
          <a:p>
            <a:endParaRPr lang="en-US" dirty="0"/>
          </a:p>
        </p:txBody>
      </p:sp>
      <p:sp>
        <p:nvSpPr>
          <p:cNvPr id="4" name="Symbol zastępczy numeru slajdu 3"/>
          <p:cNvSpPr>
            <a:spLocks noGrp="1"/>
          </p:cNvSpPr>
          <p:nvPr>
            <p:ph type="sldNum" sz="quarter" idx="5"/>
          </p:nvPr>
        </p:nvSpPr>
        <p:spPr/>
        <p:txBody>
          <a:bodyPr/>
          <a:lstStyle/>
          <a:p>
            <a:fld id="{583D7F03-7197-42E4-9778-D52D335F305D}" type="slidenum">
              <a:rPr lang="en-US" smtClean="0"/>
              <a:t>6</a:t>
            </a:fld>
            <a:endParaRPr lang="en-US"/>
          </a:p>
        </p:txBody>
      </p:sp>
    </p:spTree>
    <p:extLst>
      <p:ext uri="{BB962C8B-B14F-4D97-AF65-F5344CB8AC3E}">
        <p14:creationId xmlns:p14="http://schemas.microsoft.com/office/powerpoint/2010/main" val="1307146705"/>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3AE9004-0E1D-91B1-7106-A42D2DA27530}"/>
            </a:ext>
          </a:extLst>
        </p:cNvPr>
        <p:cNvGrpSpPr/>
        <p:nvPr/>
      </p:nvGrpSpPr>
      <p:grpSpPr>
        <a:xfrm>
          <a:off x="0" y="0"/>
          <a:ext cx="0" cy="0"/>
          <a:chOff x="0" y="0"/>
          <a:chExt cx="0" cy="0"/>
        </a:xfrm>
      </p:grpSpPr>
      <p:sp>
        <p:nvSpPr>
          <p:cNvPr id="2" name="Symbol zastępczy obrazu slajdu 1">
            <a:extLst>
              <a:ext uri="{FF2B5EF4-FFF2-40B4-BE49-F238E27FC236}">
                <a16:creationId xmlns:a16="http://schemas.microsoft.com/office/drawing/2014/main" id="{0EFF6D5C-AE87-B77E-F61A-025730E69D89}"/>
              </a:ext>
            </a:extLst>
          </p:cNvPr>
          <p:cNvSpPr>
            <a:spLocks noGrp="1" noRot="1" noChangeAspect="1"/>
          </p:cNvSpPr>
          <p:nvPr>
            <p:ph type="sldImg"/>
          </p:nvPr>
        </p:nvSpPr>
        <p:spPr/>
      </p:sp>
      <p:sp>
        <p:nvSpPr>
          <p:cNvPr id="3" name="Symbol zastępczy notatek 2">
            <a:extLst>
              <a:ext uri="{FF2B5EF4-FFF2-40B4-BE49-F238E27FC236}">
                <a16:creationId xmlns:a16="http://schemas.microsoft.com/office/drawing/2014/main" id="{7E028B0B-CCA9-81FA-00C2-7561697CAA36}"/>
              </a:ext>
            </a:extLst>
          </p:cNvPr>
          <p:cNvSpPr>
            <a:spLocks noGrp="1"/>
          </p:cNvSpPr>
          <p:nvPr>
            <p:ph type="body" idx="1"/>
          </p:nvPr>
        </p:nvSpPr>
        <p:spPr/>
        <p:txBody>
          <a:bodyPr/>
          <a:lstStyle/>
          <a:p>
            <a:endParaRPr lang="en-US" dirty="0"/>
          </a:p>
        </p:txBody>
      </p:sp>
      <p:sp>
        <p:nvSpPr>
          <p:cNvPr id="4" name="Symbol zastępczy numeru slajdu 3">
            <a:extLst>
              <a:ext uri="{FF2B5EF4-FFF2-40B4-BE49-F238E27FC236}">
                <a16:creationId xmlns:a16="http://schemas.microsoft.com/office/drawing/2014/main" id="{66199B2E-9142-202B-185F-A384DBA2AE70}"/>
              </a:ext>
            </a:extLst>
          </p:cNvPr>
          <p:cNvSpPr>
            <a:spLocks noGrp="1"/>
          </p:cNvSpPr>
          <p:nvPr>
            <p:ph type="sldNum" sz="quarter" idx="5"/>
          </p:nvPr>
        </p:nvSpPr>
        <p:spPr/>
        <p:txBody>
          <a:bodyPr/>
          <a:lstStyle/>
          <a:p>
            <a:fld id="{583D7F03-7197-42E4-9778-D52D335F305D}" type="slidenum">
              <a:rPr lang="en-US" smtClean="0"/>
              <a:t>8</a:t>
            </a:fld>
            <a:endParaRPr lang="en-US"/>
          </a:p>
        </p:txBody>
      </p:sp>
    </p:spTree>
    <p:extLst>
      <p:ext uri="{BB962C8B-B14F-4D97-AF65-F5344CB8AC3E}">
        <p14:creationId xmlns:p14="http://schemas.microsoft.com/office/powerpoint/2010/main" val="112674718"/>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DD332CA-85A8-A44F-F7F0-802848A9467F}"/>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452FFC50-B98E-45BB-0118-2B09714D3D3C}"/>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76E2D5DF-840E-0993-11D1-AAA521D56F96}"/>
              </a:ext>
            </a:extLst>
          </p:cNvPr>
          <p:cNvSpPr>
            <a:spLocks noGrp="1"/>
          </p:cNvSpPr>
          <p:nvPr>
            <p:ph type="dt" sz="half" idx="10"/>
          </p:nvPr>
        </p:nvSpPr>
        <p:spPr/>
        <p:txBody>
          <a:bodyPr/>
          <a:lstStyle/>
          <a:p>
            <a:fld id="{783DC7D5-4D76-4679-A391-31CBAFA90932}" type="datetimeFigureOut">
              <a:rPr lang="en-US" smtClean="0"/>
              <a:t>11/15/2025</a:t>
            </a:fld>
            <a:endParaRPr lang="en-US"/>
          </a:p>
        </p:txBody>
      </p:sp>
      <p:sp>
        <p:nvSpPr>
          <p:cNvPr id="5" name="Footer Placeholder 4">
            <a:extLst>
              <a:ext uri="{FF2B5EF4-FFF2-40B4-BE49-F238E27FC236}">
                <a16:creationId xmlns:a16="http://schemas.microsoft.com/office/drawing/2014/main" id="{0694D1D5-E8AF-342E-705C-AE4C0108523F}"/>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DA552823-B688-A38B-17EF-3FEDFDA5211F}"/>
              </a:ext>
            </a:extLst>
          </p:cNvPr>
          <p:cNvSpPr>
            <a:spLocks noGrp="1"/>
          </p:cNvSpPr>
          <p:nvPr>
            <p:ph type="sldNum" sz="quarter" idx="12"/>
          </p:nvPr>
        </p:nvSpPr>
        <p:spPr/>
        <p:txBody>
          <a:bodyPr/>
          <a:lstStyle/>
          <a:p>
            <a:fld id="{02B09E66-07F0-48AB-B31F-400C003F37E3}" type="slidenum">
              <a:rPr lang="en-US" smtClean="0"/>
              <a:t>‹#›</a:t>
            </a:fld>
            <a:endParaRPr lang="en-US"/>
          </a:p>
        </p:txBody>
      </p:sp>
    </p:spTree>
    <p:extLst>
      <p:ext uri="{BB962C8B-B14F-4D97-AF65-F5344CB8AC3E}">
        <p14:creationId xmlns:p14="http://schemas.microsoft.com/office/powerpoint/2010/main" val="3735137892"/>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58DE4B3-132B-83A5-2743-CBE9BC3BC854}"/>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0B00CCFE-7693-8884-0C3F-822ABA3C69EB}"/>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8FCB34CA-5271-55F1-6AFA-82A90882F805}"/>
              </a:ext>
            </a:extLst>
          </p:cNvPr>
          <p:cNvSpPr>
            <a:spLocks noGrp="1"/>
          </p:cNvSpPr>
          <p:nvPr>
            <p:ph type="dt" sz="half" idx="10"/>
          </p:nvPr>
        </p:nvSpPr>
        <p:spPr/>
        <p:txBody>
          <a:bodyPr/>
          <a:lstStyle/>
          <a:p>
            <a:fld id="{783DC7D5-4D76-4679-A391-31CBAFA90932}" type="datetimeFigureOut">
              <a:rPr lang="en-US" smtClean="0"/>
              <a:t>11/15/2025</a:t>
            </a:fld>
            <a:endParaRPr lang="en-US"/>
          </a:p>
        </p:txBody>
      </p:sp>
      <p:sp>
        <p:nvSpPr>
          <p:cNvPr id="5" name="Footer Placeholder 4">
            <a:extLst>
              <a:ext uri="{FF2B5EF4-FFF2-40B4-BE49-F238E27FC236}">
                <a16:creationId xmlns:a16="http://schemas.microsoft.com/office/drawing/2014/main" id="{D35BFFB0-D236-17CC-F596-41DA82DA3C4E}"/>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68EF85A3-9CB6-5F69-EFCD-88F1076FF680}"/>
              </a:ext>
            </a:extLst>
          </p:cNvPr>
          <p:cNvSpPr>
            <a:spLocks noGrp="1"/>
          </p:cNvSpPr>
          <p:nvPr>
            <p:ph type="sldNum" sz="quarter" idx="12"/>
          </p:nvPr>
        </p:nvSpPr>
        <p:spPr/>
        <p:txBody>
          <a:bodyPr/>
          <a:lstStyle/>
          <a:p>
            <a:fld id="{02B09E66-07F0-48AB-B31F-400C003F37E3}" type="slidenum">
              <a:rPr lang="en-US" smtClean="0"/>
              <a:t>‹#›</a:t>
            </a:fld>
            <a:endParaRPr lang="en-US"/>
          </a:p>
        </p:txBody>
      </p:sp>
    </p:spTree>
    <p:extLst>
      <p:ext uri="{BB962C8B-B14F-4D97-AF65-F5344CB8AC3E}">
        <p14:creationId xmlns:p14="http://schemas.microsoft.com/office/powerpoint/2010/main" val="1273458026"/>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27020B7-F9C9-13AC-B4AE-B3967BC9EEF0}"/>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9ACE9105-ABDA-4736-7007-B6853BE170BF}"/>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924D09C2-4FA4-0F6D-65FA-995661FDEA89}"/>
              </a:ext>
            </a:extLst>
          </p:cNvPr>
          <p:cNvSpPr>
            <a:spLocks noGrp="1"/>
          </p:cNvSpPr>
          <p:nvPr>
            <p:ph type="dt" sz="half" idx="10"/>
          </p:nvPr>
        </p:nvSpPr>
        <p:spPr/>
        <p:txBody>
          <a:bodyPr/>
          <a:lstStyle/>
          <a:p>
            <a:fld id="{783DC7D5-4D76-4679-A391-31CBAFA90932}" type="datetimeFigureOut">
              <a:rPr lang="en-US" smtClean="0"/>
              <a:t>11/15/2025</a:t>
            </a:fld>
            <a:endParaRPr lang="en-US"/>
          </a:p>
        </p:txBody>
      </p:sp>
      <p:sp>
        <p:nvSpPr>
          <p:cNvPr id="5" name="Footer Placeholder 4">
            <a:extLst>
              <a:ext uri="{FF2B5EF4-FFF2-40B4-BE49-F238E27FC236}">
                <a16:creationId xmlns:a16="http://schemas.microsoft.com/office/drawing/2014/main" id="{6F9B737E-1B51-2B0C-79C3-AA1AB3D1E5A9}"/>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F88DB55B-30F4-FCF5-72BA-81C84BA55A46}"/>
              </a:ext>
            </a:extLst>
          </p:cNvPr>
          <p:cNvSpPr>
            <a:spLocks noGrp="1"/>
          </p:cNvSpPr>
          <p:nvPr>
            <p:ph type="sldNum" sz="quarter" idx="12"/>
          </p:nvPr>
        </p:nvSpPr>
        <p:spPr/>
        <p:txBody>
          <a:bodyPr/>
          <a:lstStyle/>
          <a:p>
            <a:fld id="{02B09E66-07F0-48AB-B31F-400C003F37E3}" type="slidenum">
              <a:rPr lang="en-US" smtClean="0"/>
              <a:t>‹#›</a:t>
            </a:fld>
            <a:endParaRPr lang="en-US"/>
          </a:p>
        </p:txBody>
      </p:sp>
    </p:spTree>
    <p:extLst>
      <p:ext uri="{BB962C8B-B14F-4D97-AF65-F5344CB8AC3E}">
        <p14:creationId xmlns:p14="http://schemas.microsoft.com/office/powerpoint/2010/main" val="293983481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F536031-7FB2-0C1D-5A93-52B986191F24}"/>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538B9E38-7FC2-F7AE-DD61-974B30AADFE8}"/>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09F273DE-30CA-5A8B-1AB6-D3CADE634FB7}"/>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1D22EBAD-4F63-5B18-B8AF-B5E37CF276D4}"/>
              </a:ext>
            </a:extLst>
          </p:cNvPr>
          <p:cNvSpPr>
            <a:spLocks noGrp="1"/>
          </p:cNvSpPr>
          <p:nvPr>
            <p:ph type="dt" sz="half" idx="10"/>
          </p:nvPr>
        </p:nvSpPr>
        <p:spPr/>
        <p:txBody>
          <a:bodyPr/>
          <a:lstStyle/>
          <a:p>
            <a:fld id="{783DC7D5-4D76-4679-A391-31CBAFA90932}" type="datetimeFigureOut">
              <a:rPr lang="en-US" smtClean="0"/>
              <a:t>11/15/2025</a:t>
            </a:fld>
            <a:endParaRPr lang="en-US"/>
          </a:p>
        </p:txBody>
      </p:sp>
      <p:sp>
        <p:nvSpPr>
          <p:cNvPr id="6" name="Footer Placeholder 5">
            <a:extLst>
              <a:ext uri="{FF2B5EF4-FFF2-40B4-BE49-F238E27FC236}">
                <a16:creationId xmlns:a16="http://schemas.microsoft.com/office/drawing/2014/main" id="{2D2D032F-EF20-749F-D600-7277E3AE5258}"/>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9DBDE34E-5F86-0A0C-E6E1-28959B81BEFD}"/>
              </a:ext>
            </a:extLst>
          </p:cNvPr>
          <p:cNvSpPr>
            <a:spLocks noGrp="1"/>
          </p:cNvSpPr>
          <p:nvPr>
            <p:ph type="sldNum" sz="quarter" idx="12"/>
          </p:nvPr>
        </p:nvSpPr>
        <p:spPr/>
        <p:txBody>
          <a:bodyPr/>
          <a:lstStyle/>
          <a:p>
            <a:fld id="{02B09E66-07F0-48AB-B31F-400C003F37E3}" type="slidenum">
              <a:rPr lang="en-US" smtClean="0"/>
              <a:t>‹#›</a:t>
            </a:fld>
            <a:endParaRPr lang="en-US"/>
          </a:p>
        </p:txBody>
      </p:sp>
    </p:spTree>
    <p:extLst>
      <p:ext uri="{BB962C8B-B14F-4D97-AF65-F5344CB8AC3E}">
        <p14:creationId xmlns:p14="http://schemas.microsoft.com/office/powerpoint/2010/main" val="4006489369"/>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2D9D96A-B277-8388-F7B0-5068DFBDEAB7}"/>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61034513-3231-231C-130B-F655B007B126}"/>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C6D11966-1223-9692-C64C-68F6B5FEC13A}"/>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068459A1-DC9E-0C88-F6FD-194B467F8443}"/>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C10B534A-BCC5-4FE9-E055-5FC972A8D537}"/>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A0C15C0B-27A2-7AE2-BC80-3AE861F202CF}"/>
              </a:ext>
            </a:extLst>
          </p:cNvPr>
          <p:cNvSpPr>
            <a:spLocks noGrp="1"/>
          </p:cNvSpPr>
          <p:nvPr>
            <p:ph type="dt" sz="half" idx="10"/>
          </p:nvPr>
        </p:nvSpPr>
        <p:spPr/>
        <p:txBody>
          <a:bodyPr/>
          <a:lstStyle/>
          <a:p>
            <a:fld id="{783DC7D5-4D76-4679-A391-31CBAFA90932}" type="datetimeFigureOut">
              <a:rPr lang="en-US" smtClean="0"/>
              <a:t>11/15/2025</a:t>
            </a:fld>
            <a:endParaRPr lang="en-US"/>
          </a:p>
        </p:txBody>
      </p:sp>
      <p:sp>
        <p:nvSpPr>
          <p:cNvPr id="8" name="Footer Placeholder 7">
            <a:extLst>
              <a:ext uri="{FF2B5EF4-FFF2-40B4-BE49-F238E27FC236}">
                <a16:creationId xmlns:a16="http://schemas.microsoft.com/office/drawing/2014/main" id="{3ABFA42A-C695-11E1-7724-7BB32D87860E}"/>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54103B81-5DD6-63D1-593D-55CA3AFAB360}"/>
              </a:ext>
            </a:extLst>
          </p:cNvPr>
          <p:cNvSpPr>
            <a:spLocks noGrp="1"/>
          </p:cNvSpPr>
          <p:nvPr>
            <p:ph type="sldNum" sz="quarter" idx="12"/>
          </p:nvPr>
        </p:nvSpPr>
        <p:spPr/>
        <p:txBody>
          <a:bodyPr/>
          <a:lstStyle/>
          <a:p>
            <a:fld id="{02B09E66-07F0-48AB-B31F-400C003F37E3}" type="slidenum">
              <a:rPr lang="en-US" smtClean="0"/>
              <a:t>‹#›</a:t>
            </a:fld>
            <a:endParaRPr lang="en-US"/>
          </a:p>
        </p:txBody>
      </p:sp>
    </p:spTree>
    <p:extLst>
      <p:ext uri="{BB962C8B-B14F-4D97-AF65-F5344CB8AC3E}">
        <p14:creationId xmlns:p14="http://schemas.microsoft.com/office/powerpoint/2010/main" val="3942132980"/>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C90D25D-BADB-7C0C-DD66-A9E2B4A44D92}"/>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9965EB57-2494-4E83-7292-75DF2717F51A}"/>
              </a:ext>
            </a:extLst>
          </p:cNvPr>
          <p:cNvSpPr>
            <a:spLocks noGrp="1"/>
          </p:cNvSpPr>
          <p:nvPr>
            <p:ph type="dt" sz="half" idx="10"/>
          </p:nvPr>
        </p:nvSpPr>
        <p:spPr/>
        <p:txBody>
          <a:bodyPr/>
          <a:lstStyle/>
          <a:p>
            <a:fld id="{783DC7D5-4D76-4679-A391-31CBAFA90932}" type="datetimeFigureOut">
              <a:rPr lang="en-US" smtClean="0"/>
              <a:t>11/15/2025</a:t>
            </a:fld>
            <a:endParaRPr lang="en-US"/>
          </a:p>
        </p:txBody>
      </p:sp>
      <p:sp>
        <p:nvSpPr>
          <p:cNvPr id="4" name="Footer Placeholder 3">
            <a:extLst>
              <a:ext uri="{FF2B5EF4-FFF2-40B4-BE49-F238E27FC236}">
                <a16:creationId xmlns:a16="http://schemas.microsoft.com/office/drawing/2014/main" id="{DB6E685C-6440-03FB-8C4E-59070373C8A7}"/>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C18A13E0-BE0E-980D-818A-8E88C06CBC6C}"/>
              </a:ext>
            </a:extLst>
          </p:cNvPr>
          <p:cNvSpPr>
            <a:spLocks noGrp="1"/>
          </p:cNvSpPr>
          <p:nvPr>
            <p:ph type="sldNum" sz="quarter" idx="12"/>
          </p:nvPr>
        </p:nvSpPr>
        <p:spPr/>
        <p:txBody>
          <a:bodyPr/>
          <a:lstStyle/>
          <a:p>
            <a:fld id="{02B09E66-07F0-48AB-B31F-400C003F37E3}" type="slidenum">
              <a:rPr lang="en-US" smtClean="0"/>
              <a:t>‹#›</a:t>
            </a:fld>
            <a:endParaRPr lang="en-US"/>
          </a:p>
        </p:txBody>
      </p:sp>
    </p:spTree>
    <p:extLst>
      <p:ext uri="{BB962C8B-B14F-4D97-AF65-F5344CB8AC3E}">
        <p14:creationId xmlns:p14="http://schemas.microsoft.com/office/powerpoint/2010/main" val="2985139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DBA45830-6E9B-9456-6CA8-2377D36DB5A5}"/>
              </a:ext>
            </a:extLst>
          </p:cNvPr>
          <p:cNvSpPr>
            <a:spLocks noGrp="1"/>
          </p:cNvSpPr>
          <p:nvPr>
            <p:ph type="dt" sz="half" idx="10"/>
          </p:nvPr>
        </p:nvSpPr>
        <p:spPr/>
        <p:txBody>
          <a:bodyPr/>
          <a:lstStyle/>
          <a:p>
            <a:fld id="{783DC7D5-4D76-4679-A391-31CBAFA90932}" type="datetimeFigureOut">
              <a:rPr lang="en-US" smtClean="0"/>
              <a:t>11/15/2025</a:t>
            </a:fld>
            <a:endParaRPr lang="en-US"/>
          </a:p>
        </p:txBody>
      </p:sp>
      <p:sp>
        <p:nvSpPr>
          <p:cNvPr id="3" name="Footer Placeholder 2">
            <a:extLst>
              <a:ext uri="{FF2B5EF4-FFF2-40B4-BE49-F238E27FC236}">
                <a16:creationId xmlns:a16="http://schemas.microsoft.com/office/drawing/2014/main" id="{B158CA50-43E3-8CE3-98AC-DE04D18E8A56}"/>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1E18B89A-8DFE-4D36-2508-C08FC9E65E8E}"/>
              </a:ext>
            </a:extLst>
          </p:cNvPr>
          <p:cNvSpPr>
            <a:spLocks noGrp="1"/>
          </p:cNvSpPr>
          <p:nvPr>
            <p:ph type="sldNum" sz="quarter" idx="12"/>
          </p:nvPr>
        </p:nvSpPr>
        <p:spPr/>
        <p:txBody>
          <a:bodyPr/>
          <a:lstStyle/>
          <a:p>
            <a:fld id="{02B09E66-07F0-48AB-B31F-400C003F37E3}" type="slidenum">
              <a:rPr lang="en-US" smtClean="0"/>
              <a:t>‹#›</a:t>
            </a:fld>
            <a:endParaRPr lang="en-US"/>
          </a:p>
        </p:txBody>
      </p:sp>
    </p:spTree>
    <p:extLst>
      <p:ext uri="{BB962C8B-B14F-4D97-AF65-F5344CB8AC3E}">
        <p14:creationId xmlns:p14="http://schemas.microsoft.com/office/powerpoint/2010/main" val="444952730"/>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4F15379-2ECF-A6D6-B85D-90DF8087EE19}"/>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E2003E64-CE2D-7B8B-63BD-B48235499A33}"/>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B11AFBA4-928B-9329-F1DF-AF1F9E436BC7}"/>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654F36D3-E685-24AF-F778-65396A07AA19}"/>
              </a:ext>
            </a:extLst>
          </p:cNvPr>
          <p:cNvSpPr>
            <a:spLocks noGrp="1"/>
          </p:cNvSpPr>
          <p:nvPr>
            <p:ph type="dt" sz="half" idx="10"/>
          </p:nvPr>
        </p:nvSpPr>
        <p:spPr/>
        <p:txBody>
          <a:bodyPr/>
          <a:lstStyle/>
          <a:p>
            <a:fld id="{783DC7D5-4D76-4679-A391-31CBAFA90932}" type="datetimeFigureOut">
              <a:rPr lang="en-US" smtClean="0"/>
              <a:t>11/15/2025</a:t>
            </a:fld>
            <a:endParaRPr lang="en-US"/>
          </a:p>
        </p:txBody>
      </p:sp>
      <p:sp>
        <p:nvSpPr>
          <p:cNvPr id="6" name="Footer Placeholder 5">
            <a:extLst>
              <a:ext uri="{FF2B5EF4-FFF2-40B4-BE49-F238E27FC236}">
                <a16:creationId xmlns:a16="http://schemas.microsoft.com/office/drawing/2014/main" id="{2B5C4B8E-4840-0DF1-2189-93EBC2B7AE41}"/>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953DF11D-93C4-70A3-E20A-67B460A10024}"/>
              </a:ext>
            </a:extLst>
          </p:cNvPr>
          <p:cNvSpPr>
            <a:spLocks noGrp="1"/>
          </p:cNvSpPr>
          <p:nvPr>
            <p:ph type="sldNum" sz="quarter" idx="12"/>
          </p:nvPr>
        </p:nvSpPr>
        <p:spPr/>
        <p:txBody>
          <a:bodyPr/>
          <a:lstStyle/>
          <a:p>
            <a:fld id="{02B09E66-07F0-48AB-B31F-400C003F37E3}" type="slidenum">
              <a:rPr lang="en-US" smtClean="0"/>
              <a:t>‹#›</a:t>
            </a:fld>
            <a:endParaRPr lang="en-US"/>
          </a:p>
        </p:txBody>
      </p:sp>
    </p:spTree>
    <p:extLst>
      <p:ext uri="{BB962C8B-B14F-4D97-AF65-F5344CB8AC3E}">
        <p14:creationId xmlns:p14="http://schemas.microsoft.com/office/powerpoint/2010/main" val="223221802"/>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25321D6-A2A9-5C00-555B-CF8EFF23C6B7}"/>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C048E170-7BC2-1FA9-716D-DA05A4B55DD9}"/>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E16034C9-83A4-D79F-3719-2F4F0D746B60}"/>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E1502F53-6C2A-E201-F362-CA043AA618F4}"/>
              </a:ext>
            </a:extLst>
          </p:cNvPr>
          <p:cNvSpPr>
            <a:spLocks noGrp="1"/>
          </p:cNvSpPr>
          <p:nvPr>
            <p:ph type="dt" sz="half" idx="10"/>
          </p:nvPr>
        </p:nvSpPr>
        <p:spPr/>
        <p:txBody>
          <a:bodyPr/>
          <a:lstStyle/>
          <a:p>
            <a:fld id="{783DC7D5-4D76-4679-A391-31CBAFA90932}" type="datetimeFigureOut">
              <a:rPr lang="en-US" smtClean="0"/>
              <a:t>11/15/2025</a:t>
            </a:fld>
            <a:endParaRPr lang="en-US"/>
          </a:p>
        </p:txBody>
      </p:sp>
      <p:sp>
        <p:nvSpPr>
          <p:cNvPr id="6" name="Footer Placeholder 5">
            <a:extLst>
              <a:ext uri="{FF2B5EF4-FFF2-40B4-BE49-F238E27FC236}">
                <a16:creationId xmlns:a16="http://schemas.microsoft.com/office/drawing/2014/main" id="{B875F5C9-FC76-4AB3-2AAE-D1ECD043B20B}"/>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27EF40C9-E37A-0F43-A1B8-1C15AC8BE56F}"/>
              </a:ext>
            </a:extLst>
          </p:cNvPr>
          <p:cNvSpPr>
            <a:spLocks noGrp="1"/>
          </p:cNvSpPr>
          <p:nvPr>
            <p:ph type="sldNum" sz="quarter" idx="12"/>
          </p:nvPr>
        </p:nvSpPr>
        <p:spPr/>
        <p:txBody>
          <a:bodyPr/>
          <a:lstStyle/>
          <a:p>
            <a:fld id="{02B09E66-07F0-48AB-B31F-400C003F37E3}" type="slidenum">
              <a:rPr lang="en-US" smtClean="0"/>
              <a:t>‹#›</a:t>
            </a:fld>
            <a:endParaRPr lang="en-US"/>
          </a:p>
        </p:txBody>
      </p:sp>
    </p:spTree>
    <p:extLst>
      <p:ext uri="{BB962C8B-B14F-4D97-AF65-F5344CB8AC3E}">
        <p14:creationId xmlns:p14="http://schemas.microsoft.com/office/powerpoint/2010/main" val="3666916996"/>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87C199B-9503-B417-CF08-73FB88A77F67}"/>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A2BCB738-529D-4CA4-E043-AA4DE1B54044}"/>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6DAE0CD9-0448-8E6C-4B78-2CECD1EF5F8E}"/>
              </a:ext>
            </a:extLst>
          </p:cNvPr>
          <p:cNvSpPr>
            <a:spLocks noGrp="1"/>
          </p:cNvSpPr>
          <p:nvPr>
            <p:ph type="dt" sz="half" idx="10"/>
          </p:nvPr>
        </p:nvSpPr>
        <p:spPr/>
        <p:txBody>
          <a:bodyPr/>
          <a:lstStyle/>
          <a:p>
            <a:fld id="{783DC7D5-4D76-4679-A391-31CBAFA90932}" type="datetimeFigureOut">
              <a:rPr lang="en-US" smtClean="0"/>
              <a:t>11/15/2025</a:t>
            </a:fld>
            <a:endParaRPr lang="en-US"/>
          </a:p>
        </p:txBody>
      </p:sp>
      <p:sp>
        <p:nvSpPr>
          <p:cNvPr id="5" name="Footer Placeholder 4">
            <a:extLst>
              <a:ext uri="{FF2B5EF4-FFF2-40B4-BE49-F238E27FC236}">
                <a16:creationId xmlns:a16="http://schemas.microsoft.com/office/drawing/2014/main" id="{E4B2D9D0-E7BC-793F-EBD5-E50CFEE3CC00}"/>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BEAD2100-B4C9-9382-D087-4543B17B26A1}"/>
              </a:ext>
            </a:extLst>
          </p:cNvPr>
          <p:cNvSpPr>
            <a:spLocks noGrp="1"/>
          </p:cNvSpPr>
          <p:nvPr>
            <p:ph type="sldNum" sz="quarter" idx="12"/>
          </p:nvPr>
        </p:nvSpPr>
        <p:spPr/>
        <p:txBody>
          <a:bodyPr/>
          <a:lstStyle/>
          <a:p>
            <a:fld id="{02B09E66-07F0-48AB-B31F-400C003F37E3}" type="slidenum">
              <a:rPr lang="en-US" smtClean="0"/>
              <a:t>‹#›</a:t>
            </a:fld>
            <a:endParaRPr lang="en-US"/>
          </a:p>
        </p:txBody>
      </p:sp>
    </p:spTree>
    <p:extLst>
      <p:ext uri="{BB962C8B-B14F-4D97-AF65-F5344CB8AC3E}">
        <p14:creationId xmlns:p14="http://schemas.microsoft.com/office/powerpoint/2010/main" val="2439534290"/>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93753A06-C757-3F42-1BE6-EFD332C3E9DA}"/>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F2C61104-2880-E51C-E0C6-52AF223B7B87}"/>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2F16BE62-7C0C-A74A-D0C1-7FCF9DA0DF00}"/>
              </a:ext>
            </a:extLst>
          </p:cNvPr>
          <p:cNvSpPr>
            <a:spLocks noGrp="1"/>
          </p:cNvSpPr>
          <p:nvPr>
            <p:ph type="dt" sz="half" idx="10"/>
          </p:nvPr>
        </p:nvSpPr>
        <p:spPr/>
        <p:txBody>
          <a:bodyPr/>
          <a:lstStyle/>
          <a:p>
            <a:fld id="{783DC7D5-4D76-4679-A391-31CBAFA90932}" type="datetimeFigureOut">
              <a:rPr lang="en-US" smtClean="0"/>
              <a:t>11/15/2025</a:t>
            </a:fld>
            <a:endParaRPr lang="en-US"/>
          </a:p>
        </p:txBody>
      </p:sp>
      <p:sp>
        <p:nvSpPr>
          <p:cNvPr id="5" name="Footer Placeholder 4">
            <a:extLst>
              <a:ext uri="{FF2B5EF4-FFF2-40B4-BE49-F238E27FC236}">
                <a16:creationId xmlns:a16="http://schemas.microsoft.com/office/drawing/2014/main" id="{4BB8DD3E-CA3A-05B3-CA96-C920EB4493FC}"/>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9683BBBF-35DD-F10B-827A-E14C9728B1F5}"/>
              </a:ext>
            </a:extLst>
          </p:cNvPr>
          <p:cNvSpPr>
            <a:spLocks noGrp="1"/>
          </p:cNvSpPr>
          <p:nvPr>
            <p:ph type="sldNum" sz="quarter" idx="12"/>
          </p:nvPr>
        </p:nvSpPr>
        <p:spPr/>
        <p:txBody>
          <a:bodyPr/>
          <a:lstStyle/>
          <a:p>
            <a:fld id="{02B09E66-07F0-48AB-B31F-400C003F37E3}" type="slidenum">
              <a:rPr lang="en-US" smtClean="0"/>
              <a:t>‹#›</a:t>
            </a:fld>
            <a:endParaRPr lang="en-US"/>
          </a:p>
        </p:txBody>
      </p:sp>
    </p:spTree>
    <p:extLst>
      <p:ext uri="{BB962C8B-B14F-4D97-AF65-F5344CB8AC3E}">
        <p14:creationId xmlns:p14="http://schemas.microsoft.com/office/powerpoint/2010/main" val="3692257106"/>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2C8749CB-74CC-5D46-B148-11027265E9E1}"/>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86C9D360-C622-AB11-B89C-2B0A30A0C69F}"/>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E00FD4EE-E6CB-BF3A-214B-B0C817C9E335}"/>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783DC7D5-4D76-4679-A391-31CBAFA90932}" type="datetimeFigureOut">
              <a:rPr lang="en-US" smtClean="0"/>
              <a:t>11/15/2025</a:t>
            </a:fld>
            <a:endParaRPr lang="en-US"/>
          </a:p>
        </p:txBody>
      </p:sp>
      <p:sp>
        <p:nvSpPr>
          <p:cNvPr id="5" name="Footer Placeholder 4">
            <a:extLst>
              <a:ext uri="{FF2B5EF4-FFF2-40B4-BE49-F238E27FC236}">
                <a16:creationId xmlns:a16="http://schemas.microsoft.com/office/drawing/2014/main" id="{68F2BDF7-3175-7879-1EFB-79C312B119C3}"/>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a:extLst>
              <a:ext uri="{FF2B5EF4-FFF2-40B4-BE49-F238E27FC236}">
                <a16:creationId xmlns:a16="http://schemas.microsoft.com/office/drawing/2014/main" id="{8FECFED2-DD52-1D59-3D1A-CB449D5D8FE5}"/>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02B09E66-07F0-48AB-B31F-400C003F37E3}" type="slidenum">
              <a:rPr lang="en-US" smtClean="0"/>
              <a:t>‹#›</a:t>
            </a:fld>
            <a:endParaRPr lang="en-US"/>
          </a:p>
        </p:txBody>
      </p:sp>
    </p:spTree>
    <p:extLst>
      <p:ext uri="{BB962C8B-B14F-4D97-AF65-F5344CB8AC3E}">
        <p14:creationId xmlns:p14="http://schemas.microsoft.com/office/powerpoint/2010/main" val="919356981"/>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diagramData" Target="../diagrams/data1.xml"/><Relationship Id="rId7" Type="http://schemas.microsoft.com/office/2007/relationships/diagramDrawing" Target="../diagrams/drawing1.xml"/><Relationship Id="rId2" Type="http://schemas.openxmlformats.org/officeDocument/2006/relationships/notesSlide" Target="../notesSlides/notesSlide1.xml"/><Relationship Id="rId1" Type="http://schemas.openxmlformats.org/officeDocument/2006/relationships/slideLayout" Target="../slideLayouts/slideLayout2.xml"/><Relationship Id="rId6" Type="http://schemas.openxmlformats.org/officeDocument/2006/relationships/diagramColors" Target="../diagrams/colors1.xml"/><Relationship Id="rId5" Type="http://schemas.openxmlformats.org/officeDocument/2006/relationships/diagramQuickStyle" Target="../diagrams/quickStyle1.xml"/><Relationship Id="rId4" Type="http://schemas.openxmlformats.org/officeDocument/2006/relationships/diagramLayout" Target="../diagrams/layout1.xml"/></Relationships>
</file>

<file path=ppt/slides/_rels/slide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xml"/><Relationship Id="rId1" Type="http://schemas.openxmlformats.org/officeDocument/2006/relationships/slideLayout" Target="../slideLayouts/slideLayout2.xml"/><Relationship Id="rId4" Type="http://schemas.openxmlformats.org/officeDocument/2006/relationships/image" Target="../media/image2.png"/></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diagramData" Target="../diagrams/data2.xml"/><Relationship Id="rId7" Type="http://schemas.microsoft.com/office/2007/relationships/diagramDrawing" Target="../diagrams/drawing2.xml"/><Relationship Id="rId2" Type="http://schemas.openxmlformats.org/officeDocument/2006/relationships/notesSlide" Target="../notesSlides/notesSlide4.xml"/><Relationship Id="rId1" Type="http://schemas.openxmlformats.org/officeDocument/2006/relationships/slideLayout" Target="../slideLayouts/slideLayout2.xml"/><Relationship Id="rId6" Type="http://schemas.openxmlformats.org/officeDocument/2006/relationships/diagramColors" Target="../diagrams/colors2.xml"/><Relationship Id="rId5" Type="http://schemas.openxmlformats.org/officeDocument/2006/relationships/diagramQuickStyle" Target="../diagrams/quickStyle2.xml"/><Relationship Id="rId4" Type="http://schemas.openxmlformats.org/officeDocument/2006/relationships/diagramLayout" Target="../diagrams/layout2.xml"/></Relationships>
</file>

<file path=ppt/slides/_rels/slide6.xml.rels><?xml version="1.0" encoding="UTF-8" standalone="yes"?>
<Relationships xmlns="http://schemas.openxmlformats.org/package/2006/relationships"><Relationship Id="rId3" Type="http://schemas.openxmlformats.org/officeDocument/2006/relationships/diagramData" Target="../diagrams/data3.xml"/><Relationship Id="rId7" Type="http://schemas.microsoft.com/office/2007/relationships/diagramDrawing" Target="../diagrams/drawing3.xml"/><Relationship Id="rId2" Type="http://schemas.openxmlformats.org/officeDocument/2006/relationships/notesSlide" Target="../notesSlides/notesSlide5.xml"/><Relationship Id="rId1" Type="http://schemas.openxmlformats.org/officeDocument/2006/relationships/slideLayout" Target="../slideLayouts/slideLayout7.xml"/><Relationship Id="rId6" Type="http://schemas.openxmlformats.org/officeDocument/2006/relationships/diagramColors" Target="../diagrams/colors3.xml"/><Relationship Id="rId5" Type="http://schemas.openxmlformats.org/officeDocument/2006/relationships/diagramQuickStyle" Target="../diagrams/quickStyle3.xml"/><Relationship Id="rId4" Type="http://schemas.openxmlformats.org/officeDocument/2006/relationships/diagramLayout" Target="../diagrams/layout3.xml"/></Relationships>
</file>

<file path=ppt/slides/_rels/slide7.xml.rels><?xml version="1.0" encoding="UTF-8" standalone="yes"?>
<Relationships xmlns="http://schemas.openxmlformats.org/package/2006/relationships"><Relationship Id="rId8" Type="http://schemas.openxmlformats.org/officeDocument/2006/relationships/diagramLayout" Target="../diagrams/layout5.xml"/><Relationship Id="rId3" Type="http://schemas.openxmlformats.org/officeDocument/2006/relationships/diagramLayout" Target="../diagrams/layout4.xml"/><Relationship Id="rId7" Type="http://schemas.openxmlformats.org/officeDocument/2006/relationships/diagramData" Target="../diagrams/data5.xml"/><Relationship Id="rId2" Type="http://schemas.openxmlformats.org/officeDocument/2006/relationships/diagramData" Target="../diagrams/data4.xml"/><Relationship Id="rId1" Type="http://schemas.openxmlformats.org/officeDocument/2006/relationships/slideLayout" Target="../slideLayouts/slideLayout7.xml"/><Relationship Id="rId6" Type="http://schemas.microsoft.com/office/2007/relationships/diagramDrawing" Target="../diagrams/drawing4.xml"/><Relationship Id="rId11" Type="http://schemas.microsoft.com/office/2007/relationships/diagramDrawing" Target="../diagrams/drawing5.xml"/><Relationship Id="rId5" Type="http://schemas.openxmlformats.org/officeDocument/2006/relationships/diagramColors" Target="../diagrams/colors4.xml"/><Relationship Id="rId10" Type="http://schemas.openxmlformats.org/officeDocument/2006/relationships/diagramColors" Target="../diagrams/colors5.xml"/><Relationship Id="rId4" Type="http://schemas.openxmlformats.org/officeDocument/2006/relationships/diagramQuickStyle" Target="../diagrams/quickStyle4.xml"/><Relationship Id="rId9" Type="http://schemas.openxmlformats.org/officeDocument/2006/relationships/diagramQuickStyle" Target="../diagrams/quickStyle5.xml"/></Relationships>
</file>

<file path=ppt/slides/_rels/slide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6.xml"/><Relationship Id="rId1" Type="http://schemas.openxmlformats.org/officeDocument/2006/relationships/slideLayout" Target="../slideLayouts/slideLayout2.xml"/><Relationship Id="rId4" Type="http://schemas.openxmlformats.org/officeDocument/2006/relationships/image" Target="../media/image4.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5.png"/><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Prostokąt: zaokrąglone rogi 48">
            <a:extLst>
              <a:ext uri="{FF2B5EF4-FFF2-40B4-BE49-F238E27FC236}">
                <a16:creationId xmlns:a16="http://schemas.microsoft.com/office/drawing/2014/main" id="{00E3EF20-8713-973F-1F1F-5AC08054FF40}"/>
              </a:ext>
            </a:extLst>
          </p:cNvPr>
          <p:cNvSpPr/>
          <p:nvPr/>
        </p:nvSpPr>
        <p:spPr>
          <a:xfrm>
            <a:off x="2930925" y="2077081"/>
            <a:ext cx="6330150" cy="2703838"/>
          </a:xfrm>
          <a:prstGeom prst="roundRect">
            <a:avLst>
              <a:gd name="adj" fmla="val 9724"/>
            </a:avLst>
          </a:prstGeom>
          <a:ln/>
        </p:spPr>
        <p:style>
          <a:lnRef idx="0">
            <a:schemeClr val="accent3"/>
          </a:lnRef>
          <a:fillRef idx="3">
            <a:schemeClr val="accent3"/>
          </a:fillRef>
          <a:effectRef idx="3">
            <a:schemeClr val="accent3"/>
          </a:effectRef>
          <a:fontRef idx="minor">
            <a:schemeClr val="lt1"/>
          </a:fontRef>
        </p:style>
        <p:txBody>
          <a:bodyPr rtlCol="0" anchor="ctr"/>
          <a:lstStyle/>
          <a:p>
            <a:pPr algn="ctr"/>
            <a:r>
              <a:rPr lang="en-US" sz="3200" b="1" dirty="0">
                <a:solidFill>
                  <a:schemeClr val="tx1"/>
                </a:solidFill>
              </a:rPr>
              <a:t>Asset Pipeline</a:t>
            </a:r>
          </a:p>
          <a:p>
            <a:pPr algn="ctr"/>
            <a:r>
              <a:rPr lang="en-US" sz="3200" b="1" dirty="0">
                <a:solidFill>
                  <a:schemeClr val="tx1"/>
                </a:solidFill>
              </a:rPr>
              <a:t>of Fools Engine</a:t>
            </a:r>
          </a:p>
        </p:txBody>
      </p:sp>
      <p:sp>
        <p:nvSpPr>
          <p:cNvPr id="5" name="Rectangle: Rounded Corners 4">
            <a:extLst>
              <a:ext uri="{FF2B5EF4-FFF2-40B4-BE49-F238E27FC236}">
                <a16:creationId xmlns:a16="http://schemas.microsoft.com/office/drawing/2014/main" id="{C08E659E-F4D7-EE37-2E21-72B8063294EB}"/>
              </a:ext>
            </a:extLst>
          </p:cNvPr>
          <p:cNvSpPr/>
          <p:nvPr/>
        </p:nvSpPr>
        <p:spPr>
          <a:xfrm>
            <a:off x="6891306" y="4638612"/>
            <a:ext cx="2113415" cy="442061"/>
          </a:xfrm>
          <a:prstGeom prst="roundRect">
            <a:avLst>
              <a:gd name="adj" fmla="val 33105"/>
            </a:avLst>
          </a:prstGeom>
          <a:ln/>
        </p:spPr>
        <p:style>
          <a:lnRef idx="1">
            <a:schemeClr val="accent3"/>
          </a:lnRef>
          <a:fillRef idx="2">
            <a:schemeClr val="accent3"/>
          </a:fillRef>
          <a:effectRef idx="1">
            <a:schemeClr val="accent3"/>
          </a:effectRef>
          <a:fontRef idx="minor">
            <a:schemeClr val="dk1"/>
          </a:fontRef>
        </p:style>
        <p:txBody>
          <a:bodyPr rtlCol="0" anchor="ctr"/>
          <a:lstStyle/>
          <a:p>
            <a:pPr algn="ctr"/>
            <a:r>
              <a:rPr lang="en-US" dirty="0"/>
              <a:t>Work in progress</a:t>
            </a:r>
          </a:p>
        </p:txBody>
      </p:sp>
    </p:spTree>
    <p:extLst>
      <p:ext uri="{BB962C8B-B14F-4D97-AF65-F5344CB8AC3E}">
        <p14:creationId xmlns:p14="http://schemas.microsoft.com/office/powerpoint/2010/main" val="1782496501"/>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4E3515B-8A5D-5512-F0A6-CA582041B9C6}"/>
            </a:ext>
          </a:extLst>
        </p:cNvPr>
        <p:cNvGrpSpPr/>
        <p:nvPr/>
      </p:nvGrpSpPr>
      <p:grpSpPr>
        <a:xfrm>
          <a:off x="0" y="0"/>
          <a:ext cx="0" cy="0"/>
          <a:chOff x="0" y="0"/>
          <a:chExt cx="0" cy="0"/>
        </a:xfrm>
      </p:grpSpPr>
      <p:sp>
        <p:nvSpPr>
          <p:cNvPr id="4" name="Rectangle: Rounded Corners 3">
            <a:extLst>
              <a:ext uri="{FF2B5EF4-FFF2-40B4-BE49-F238E27FC236}">
                <a16:creationId xmlns:a16="http://schemas.microsoft.com/office/drawing/2014/main" id="{2C572B52-5592-2D0B-92B4-E3613C8AEFE7}"/>
              </a:ext>
            </a:extLst>
          </p:cNvPr>
          <p:cNvSpPr/>
          <p:nvPr/>
        </p:nvSpPr>
        <p:spPr>
          <a:xfrm>
            <a:off x="4739951" y="384937"/>
            <a:ext cx="2712098" cy="582346"/>
          </a:xfrm>
          <a:prstGeom prst="roundRect">
            <a:avLst/>
          </a:prstGeom>
        </p:spPr>
        <p:style>
          <a:lnRef idx="0">
            <a:schemeClr val="accent1"/>
          </a:lnRef>
          <a:fillRef idx="3">
            <a:schemeClr val="accent1"/>
          </a:fillRef>
          <a:effectRef idx="3">
            <a:schemeClr val="accent1"/>
          </a:effectRef>
          <a:fontRef idx="minor">
            <a:schemeClr val="lt1"/>
          </a:fontRef>
        </p:style>
        <p:txBody>
          <a:bodyPr rtlCol="0" anchor="ctr"/>
          <a:lstStyle/>
          <a:p>
            <a:pPr algn="ctr"/>
            <a:r>
              <a:rPr lang="en-US" sz="1800" dirty="0"/>
              <a:t>Asset Types</a:t>
            </a:r>
            <a:endParaRPr lang="en-US" sz="1200" dirty="0"/>
          </a:p>
        </p:txBody>
      </p:sp>
      <p:graphicFrame>
        <p:nvGraphicFramePr>
          <p:cNvPr id="12" name="Diagram 11">
            <a:extLst>
              <a:ext uri="{FF2B5EF4-FFF2-40B4-BE49-F238E27FC236}">
                <a16:creationId xmlns:a16="http://schemas.microsoft.com/office/drawing/2014/main" id="{E3DD98C3-93A7-4B93-DAA6-D1CD8327F218}"/>
              </a:ext>
            </a:extLst>
          </p:cNvPr>
          <p:cNvGraphicFramePr/>
          <p:nvPr>
            <p:extLst>
              <p:ext uri="{D42A27DB-BD31-4B8C-83A1-F6EECF244321}">
                <p14:modId xmlns:p14="http://schemas.microsoft.com/office/powerpoint/2010/main" val="2729886742"/>
              </p:ext>
            </p:extLst>
          </p:nvPr>
        </p:nvGraphicFramePr>
        <p:xfrm>
          <a:off x="496596" y="1449356"/>
          <a:ext cx="11198808" cy="5023707"/>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extLst>
      <p:ext uri="{BB962C8B-B14F-4D97-AF65-F5344CB8AC3E}">
        <p14:creationId xmlns:p14="http://schemas.microsoft.com/office/powerpoint/2010/main" val="722522994"/>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9680DD8-D52F-6DBC-52B8-13B4220A2491}"/>
            </a:ext>
          </a:extLst>
        </p:cNvPr>
        <p:cNvGrpSpPr/>
        <p:nvPr/>
      </p:nvGrpSpPr>
      <p:grpSpPr>
        <a:xfrm>
          <a:off x="0" y="0"/>
          <a:ext cx="0" cy="0"/>
          <a:chOff x="0" y="0"/>
          <a:chExt cx="0" cy="0"/>
        </a:xfrm>
      </p:grpSpPr>
      <p:sp>
        <p:nvSpPr>
          <p:cNvPr id="38" name="Rectangle: Rounded Corners 168">
            <a:extLst>
              <a:ext uri="{FF2B5EF4-FFF2-40B4-BE49-F238E27FC236}">
                <a16:creationId xmlns:a16="http://schemas.microsoft.com/office/drawing/2014/main" id="{8ED14DD7-1AD6-E008-66CC-0454B0AF75E5}"/>
              </a:ext>
            </a:extLst>
          </p:cNvPr>
          <p:cNvSpPr/>
          <p:nvPr/>
        </p:nvSpPr>
        <p:spPr>
          <a:xfrm>
            <a:off x="192833" y="4343400"/>
            <a:ext cx="7850155" cy="2213810"/>
          </a:xfrm>
          <a:prstGeom prst="roundRect">
            <a:avLst>
              <a:gd name="adj" fmla="val 7466"/>
            </a:avLst>
          </a:prstGeom>
        </p:spPr>
        <p:style>
          <a:lnRef idx="1">
            <a:schemeClr val="accent6"/>
          </a:lnRef>
          <a:fillRef idx="2">
            <a:schemeClr val="accent6"/>
          </a:fillRef>
          <a:effectRef idx="1">
            <a:schemeClr val="accent6"/>
          </a:effectRef>
          <a:fontRef idx="minor">
            <a:schemeClr val="dk1"/>
          </a:fontRef>
        </p:style>
        <p:txBody>
          <a:bodyPr rtlCol="0" anchor="ctr"/>
          <a:lstStyle/>
          <a:p>
            <a:pPr algn="ctr"/>
            <a:endParaRPr lang="en-US"/>
          </a:p>
        </p:txBody>
      </p:sp>
      <p:sp>
        <p:nvSpPr>
          <p:cNvPr id="4" name="Rectangle: Rounded Corners 3">
            <a:extLst>
              <a:ext uri="{FF2B5EF4-FFF2-40B4-BE49-F238E27FC236}">
                <a16:creationId xmlns:a16="http://schemas.microsoft.com/office/drawing/2014/main" id="{5D20D01B-3F32-BCF4-D68E-F06A5644955A}"/>
              </a:ext>
            </a:extLst>
          </p:cNvPr>
          <p:cNvSpPr/>
          <p:nvPr/>
        </p:nvSpPr>
        <p:spPr>
          <a:xfrm>
            <a:off x="3993600" y="384937"/>
            <a:ext cx="4204800" cy="582346"/>
          </a:xfrm>
          <a:prstGeom prst="roundRect">
            <a:avLst/>
          </a:prstGeom>
        </p:spPr>
        <p:style>
          <a:lnRef idx="0">
            <a:schemeClr val="accent1"/>
          </a:lnRef>
          <a:fillRef idx="3">
            <a:schemeClr val="accent1"/>
          </a:fillRef>
          <a:effectRef idx="3">
            <a:schemeClr val="accent1"/>
          </a:effectRef>
          <a:fontRef idx="minor">
            <a:schemeClr val="lt1"/>
          </a:fontRef>
        </p:style>
        <p:txBody>
          <a:bodyPr rtlCol="0" anchor="ctr"/>
          <a:lstStyle/>
          <a:p>
            <a:pPr algn="ctr"/>
            <a:r>
              <a:rPr lang="en-US" noProof="0" dirty="0"/>
              <a:t>Import Model and On-Disk Structure</a:t>
            </a:r>
            <a:endParaRPr lang="en-US" sz="1200" noProof="0" dirty="0"/>
          </a:p>
        </p:txBody>
      </p:sp>
      <p:sp>
        <p:nvSpPr>
          <p:cNvPr id="2" name="Rectangle: Rounded Corners 168">
            <a:extLst>
              <a:ext uri="{FF2B5EF4-FFF2-40B4-BE49-F238E27FC236}">
                <a16:creationId xmlns:a16="http://schemas.microsoft.com/office/drawing/2014/main" id="{BE757814-4EA0-3E67-F053-7A3F87E2312F}"/>
              </a:ext>
            </a:extLst>
          </p:cNvPr>
          <p:cNvSpPr/>
          <p:nvPr/>
        </p:nvSpPr>
        <p:spPr>
          <a:xfrm>
            <a:off x="8335445" y="3045306"/>
            <a:ext cx="3593702" cy="3511904"/>
          </a:xfrm>
          <a:prstGeom prst="roundRect">
            <a:avLst>
              <a:gd name="adj" fmla="val 7466"/>
            </a:avLst>
          </a:prstGeom>
        </p:spPr>
        <p:style>
          <a:lnRef idx="1">
            <a:schemeClr val="accent3"/>
          </a:lnRef>
          <a:fillRef idx="2">
            <a:schemeClr val="accent3"/>
          </a:fillRef>
          <a:effectRef idx="1">
            <a:schemeClr val="accent3"/>
          </a:effectRef>
          <a:fontRef idx="minor">
            <a:schemeClr val="dk1"/>
          </a:fontRef>
        </p:style>
        <p:txBody>
          <a:bodyPr rtlCol="0" anchor="ctr"/>
          <a:lstStyle/>
          <a:p>
            <a:pPr algn="ctr"/>
            <a:endParaRPr lang="en-US"/>
          </a:p>
        </p:txBody>
      </p:sp>
      <p:sp>
        <p:nvSpPr>
          <p:cNvPr id="3" name="Rectangle: Rounded Corners 9">
            <a:extLst>
              <a:ext uri="{FF2B5EF4-FFF2-40B4-BE49-F238E27FC236}">
                <a16:creationId xmlns:a16="http://schemas.microsoft.com/office/drawing/2014/main" id="{DBBB637A-14B8-56A9-CFCA-9D1C471E7EE1}"/>
              </a:ext>
            </a:extLst>
          </p:cNvPr>
          <p:cNvSpPr/>
          <p:nvPr/>
        </p:nvSpPr>
        <p:spPr>
          <a:xfrm>
            <a:off x="8633392" y="3414916"/>
            <a:ext cx="1256082" cy="350943"/>
          </a:xfrm>
          <a:prstGeom prst="roundRect">
            <a:avLst/>
          </a:prstGeom>
        </p:spPr>
        <p:style>
          <a:lnRef idx="1">
            <a:schemeClr val="accent4"/>
          </a:lnRef>
          <a:fillRef idx="2">
            <a:schemeClr val="accent4"/>
          </a:fillRef>
          <a:effectRef idx="1">
            <a:schemeClr val="accent4"/>
          </a:effectRef>
          <a:fontRef idx="minor">
            <a:schemeClr val="dk1"/>
          </a:fontRef>
        </p:style>
        <p:txBody>
          <a:bodyPr rtlCol="0" anchor="ctr"/>
          <a:lstStyle/>
          <a:p>
            <a:pPr algn="ctr"/>
            <a:r>
              <a:rPr lang="en-US" sz="1400" dirty="0">
                <a:solidFill>
                  <a:schemeClr val="tx1"/>
                </a:solidFill>
              </a:rPr>
              <a:t>Asset Source</a:t>
            </a:r>
          </a:p>
        </p:txBody>
      </p:sp>
      <p:sp>
        <p:nvSpPr>
          <p:cNvPr id="5" name="Rectangle: Rounded Corners 13">
            <a:extLst>
              <a:ext uri="{FF2B5EF4-FFF2-40B4-BE49-F238E27FC236}">
                <a16:creationId xmlns:a16="http://schemas.microsoft.com/office/drawing/2014/main" id="{3F1950E2-763D-B5DA-F9BC-CB124D3DD724}"/>
              </a:ext>
            </a:extLst>
          </p:cNvPr>
          <p:cNvSpPr/>
          <p:nvPr/>
        </p:nvSpPr>
        <p:spPr>
          <a:xfrm>
            <a:off x="10364321" y="4721112"/>
            <a:ext cx="1256082" cy="350943"/>
          </a:xfrm>
          <a:prstGeom prst="roundRect">
            <a:avLst/>
          </a:prstGeom>
        </p:spPr>
        <p:style>
          <a:lnRef idx="1">
            <a:schemeClr val="accent4"/>
          </a:lnRef>
          <a:fillRef idx="3">
            <a:schemeClr val="accent4"/>
          </a:fillRef>
          <a:effectRef idx="2">
            <a:schemeClr val="accent4"/>
          </a:effectRef>
          <a:fontRef idx="minor">
            <a:schemeClr val="lt1"/>
          </a:fontRef>
        </p:style>
        <p:txBody>
          <a:bodyPr rtlCol="0" anchor="ctr"/>
          <a:lstStyle/>
          <a:p>
            <a:pPr algn="ctr"/>
            <a:r>
              <a:rPr lang="en-US" sz="1400" dirty="0">
                <a:solidFill>
                  <a:schemeClr val="tx1"/>
                </a:solidFill>
              </a:rPr>
              <a:t>Asset</a:t>
            </a:r>
          </a:p>
        </p:txBody>
      </p:sp>
      <p:sp>
        <p:nvSpPr>
          <p:cNvPr id="6" name="Rectangle: Rounded Corners 18">
            <a:extLst>
              <a:ext uri="{FF2B5EF4-FFF2-40B4-BE49-F238E27FC236}">
                <a16:creationId xmlns:a16="http://schemas.microsoft.com/office/drawing/2014/main" id="{CDE2AC8C-2940-B91E-3649-C5D34F5B091E}"/>
              </a:ext>
            </a:extLst>
          </p:cNvPr>
          <p:cNvSpPr/>
          <p:nvPr/>
        </p:nvSpPr>
        <p:spPr>
          <a:xfrm>
            <a:off x="10364321" y="5349272"/>
            <a:ext cx="1256082" cy="350943"/>
          </a:xfrm>
          <a:prstGeom prst="roundRect">
            <a:avLst/>
          </a:prstGeom>
        </p:spPr>
        <p:style>
          <a:lnRef idx="1">
            <a:schemeClr val="accent4"/>
          </a:lnRef>
          <a:fillRef idx="3">
            <a:schemeClr val="accent4"/>
          </a:fillRef>
          <a:effectRef idx="2">
            <a:schemeClr val="accent4"/>
          </a:effectRef>
          <a:fontRef idx="minor">
            <a:schemeClr val="lt1"/>
          </a:fontRef>
        </p:style>
        <p:txBody>
          <a:bodyPr rtlCol="0" anchor="ctr"/>
          <a:lstStyle/>
          <a:p>
            <a:pPr algn="ctr"/>
            <a:r>
              <a:rPr lang="en-US" sz="1400" dirty="0">
                <a:solidFill>
                  <a:schemeClr val="tx1"/>
                </a:solidFill>
              </a:rPr>
              <a:t>Asset</a:t>
            </a:r>
          </a:p>
        </p:txBody>
      </p:sp>
      <p:sp>
        <p:nvSpPr>
          <p:cNvPr id="10" name="Rectangle: Rounded Corners 100">
            <a:extLst>
              <a:ext uri="{FF2B5EF4-FFF2-40B4-BE49-F238E27FC236}">
                <a16:creationId xmlns:a16="http://schemas.microsoft.com/office/drawing/2014/main" id="{04945E7D-430C-C6B0-9059-4405FC1BB1E3}"/>
              </a:ext>
            </a:extLst>
          </p:cNvPr>
          <p:cNvSpPr/>
          <p:nvPr/>
        </p:nvSpPr>
        <p:spPr>
          <a:xfrm>
            <a:off x="10389000" y="3414529"/>
            <a:ext cx="1256082" cy="350943"/>
          </a:xfrm>
          <a:prstGeom prst="roundRect">
            <a:avLst/>
          </a:prstGeom>
        </p:spPr>
        <p:style>
          <a:lnRef idx="1">
            <a:schemeClr val="accent4"/>
          </a:lnRef>
          <a:fillRef idx="3">
            <a:schemeClr val="accent4"/>
          </a:fillRef>
          <a:effectRef idx="2">
            <a:schemeClr val="accent4"/>
          </a:effectRef>
          <a:fontRef idx="minor">
            <a:schemeClr val="lt1"/>
          </a:fontRef>
        </p:style>
        <p:txBody>
          <a:bodyPr rtlCol="0" anchor="ctr"/>
          <a:lstStyle/>
          <a:p>
            <a:pPr algn="ctr"/>
            <a:r>
              <a:rPr lang="en-US" sz="1400" dirty="0">
                <a:solidFill>
                  <a:schemeClr val="tx1"/>
                </a:solidFill>
              </a:rPr>
              <a:t>Asse</a:t>
            </a:r>
            <a:r>
              <a:rPr lang="pl-PL" sz="1400" dirty="0">
                <a:solidFill>
                  <a:schemeClr val="tx1"/>
                </a:solidFill>
              </a:rPr>
              <a:t>t</a:t>
            </a:r>
            <a:endParaRPr lang="en-US" sz="1400" dirty="0">
              <a:solidFill>
                <a:schemeClr val="tx1"/>
              </a:solidFill>
            </a:endParaRPr>
          </a:p>
        </p:txBody>
      </p:sp>
      <p:cxnSp>
        <p:nvCxnSpPr>
          <p:cNvPr id="11" name="Straight Arrow Connector 104">
            <a:extLst>
              <a:ext uri="{FF2B5EF4-FFF2-40B4-BE49-F238E27FC236}">
                <a16:creationId xmlns:a16="http://schemas.microsoft.com/office/drawing/2014/main" id="{F1C403A3-DC98-9ADB-3B00-2DEAB5553320}"/>
              </a:ext>
            </a:extLst>
          </p:cNvPr>
          <p:cNvCxnSpPr>
            <a:cxnSpLocks/>
            <a:stCxn id="10" idx="1"/>
            <a:endCxn id="3" idx="3"/>
          </p:cNvCxnSpPr>
          <p:nvPr/>
        </p:nvCxnSpPr>
        <p:spPr>
          <a:xfrm flipH="1">
            <a:off x="9889474" y="3590001"/>
            <a:ext cx="499526" cy="387"/>
          </a:xfrm>
          <a:prstGeom prst="straightConnector1">
            <a:avLst/>
          </a:prstGeom>
          <a:ln>
            <a:tailEnd type="triangle"/>
          </a:ln>
        </p:spPr>
        <p:style>
          <a:lnRef idx="3">
            <a:schemeClr val="dk1"/>
          </a:lnRef>
          <a:fillRef idx="0">
            <a:schemeClr val="dk1"/>
          </a:fillRef>
          <a:effectRef idx="2">
            <a:schemeClr val="dk1"/>
          </a:effectRef>
          <a:fontRef idx="minor">
            <a:schemeClr val="tx1"/>
          </a:fontRef>
        </p:style>
      </p:cxnSp>
      <p:cxnSp>
        <p:nvCxnSpPr>
          <p:cNvPr id="13" name="Straight Arrow Connector 114">
            <a:extLst>
              <a:ext uri="{FF2B5EF4-FFF2-40B4-BE49-F238E27FC236}">
                <a16:creationId xmlns:a16="http://schemas.microsoft.com/office/drawing/2014/main" id="{92988032-4226-2CCF-D266-2570FFAE829C}"/>
              </a:ext>
            </a:extLst>
          </p:cNvPr>
          <p:cNvCxnSpPr>
            <a:cxnSpLocks/>
            <a:stCxn id="5" idx="1"/>
            <a:endCxn id="18" idx="3"/>
          </p:cNvCxnSpPr>
          <p:nvPr/>
        </p:nvCxnSpPr>
        <p:spPr>
          <a:xfrm flipH="1">
            <a:off x="9864795" y="4896584"/>
            <a:ext cx="499526" cy="1304"/>
          </a:xfrm>
          <a:prstGeom prst="straightConnector1">
            <a:avLst/>
          </a:prstGeom>
          <a:ln>
            <a:tailEnd type="triangle"/>
          </a:ln>
        </p:spPr>
        <p:style>
          <a:lnRef idx="3">
            <a:schemeClr val="dk1"/>
          </a:lnRef>
          <a:fillRef idx="0">
            <a:schemeClr val="dk1"/>
          </a:fillRef>
          <a:effectRef idx="2">
            <a:schemeClr val="dk1"/>
          </a:effectRef>
          <a:fontRef idx="minor">
            <a:schemeClr val="tx1"/>
          </a:fontRef>
        </p:style>
      </p:cxnSp>
      <p:cxnSp>
        <p:nvCxnSpPr>
          <p:cNvPr id="14" name="Straight Arrow Connector 116">
            <a:extLst>
              <a:ext uri="{FF2B5EF4-FFF2-40B4-BE49-F238E27FC236}">
                <a16:creationId xmlns:a16="http://schemas.microsoft.com/office/drawing/2014/main" id="{6D267437-8CBF-EC6D-2641-CC5D6CBE0882}"/>
              </a:ext>
            </a:extLst>
          </p:cNvPr>
          <p:cNvCxnSpPr>
            <a:cxnSpLocks/>
            <a:stCxn id="6" idx="1"/>
          </p:cNvCxnSpPr>
          <p:nvPr/>
        </p:nvCxnSpPr>
        <p:spPr>
          <a:xfrm flipH="1" flipV="1">
            <a:off x="9864795" y="5045633"/>
            <a:ext cx="499526" cy="479111"/>
          </a:xfrm>
          <a:prstGeom prst="straightConnector1">
            <a:avLst/>
          </a:prstGeom>
          <a:ln>
            <a:tailEnd type="triangle"/>
          </a:ln>
        </p:spPr>
        <p:style>
          <a:lnRef idx="3">
            <a:schemeClr val="dk1"/>
          </a:lnRef>
          <a:fillRef idx="0">
            <a:schemeClr val="dk1"/>
          </a:fillRef>
          <a:effectRef idx="2">
            <a:schemeClr val="dk1"/>
          </a:effectRef>
          <a:fontRef idx="minor">
            <a:schemeClr val="tx1"/>
          </a:fontRef>
        </p:style>
      </p:cxnSp>
      <p:sp>
        <p:nvSpPr>
          <p:cNvPr id="17" name="Rectangle: Rounded Corners 171">
            <a:extLst>
              <a:ext uri="{FF2B5EF4-FFF2-40B4-BE49-F238E27FC236}">
                <a16:creationId xmlns:a16="http://schemas.microsoft.com/office/drawing/2014/main" id="{158A8F84-E217-103A-7C69-5438DE0C88C8}"/>
              </a:ext>
            </a:extLst>
          </p:cNvPr>
          <p:cNvSpPr/>
          <p:nvPr/>
        </p:nvSpPr>
        <p:spPr>
          <a:xfrm>
            <a:off x="9186869" y="2693814"/>
            <a:ext cx="1792850" cy="582346"/>
          </a:xfrm>
          <a:prstGeom prst="roundRect">
            <a:avLst/>
          </a:prstGeom>
        </p:spPr>
        <p:style>
          <a:lnRef idx="0">
            <a:schemeClr val="accent3"/>
          </a:lnRef>
          <a:fillRef idx="3">
            <a:schemeClr val="accent3"/>
          </a:fillRef>
          <a:effectRef idx="3">
            <a:schemeClr val="accent3"/>
          </a:effectRef>
          <a:fontRef idx="minor">
            <a:schemeClr val="lt1"/>
          </a:fontRef>
        </p:style>
        <p:txBody>
          <a:bodyPr rtlCol="0" anchor="ctr"/>
          <a:lstStyle/>
          <a:p>
            <a:pPr algn="ctr"/>
            <a:r>
              <a:rPr lang="en-US" sz="2400" dirty="0"/>
              <a:t>Disk</a:t>
            </a:r>
          </a:p>
        </p:txBody>
      </p:sp>
      <p:sp>
        <p:nvSpPr>
          <p:cNvPr id="18" name="Rectangle: Rounded Corners 26">
            <a:extLst>
              <a:ext uri="{FF2B5EF4-FFF2-40B4-BE49-F238E27FC236}">
                <a16:creationId xmlns:a16="http://schemas.microsoft.com/office/drawing/2014/main" id="{25D679EC-2BCB-3AF7-78C5-622F16DC4B46}"/>
              </a:ext>
            </a:extLst>
          </p:cNvPr>
          <p:cNvSpPr/>
          <p:nvPr/>
        </p:nvSpPr>
        <p:spPr>
          <a:xfrm>
            <a:off x="8608713" y="4722416"/>
            <a:ext cx="1256082" cy="350943"/>
          </a:xfrm>
          <a:prstGeom prst="roundRect">
            <a:avLst/>
          </a:prstGeom>
        </p:spPr>
        <p:style>
          <a:lnRef idx="1">
            <a:schemeClr val="accent4"/>
          </a:lnRef>
          <a:fillRef idx="2">
            <a:schemeClr val="accent4"/>
          </a:fillRef>
          <a:effectRef idx="1">
            <a:schemeClr val="accent4"/>
          </a:effectRef>
          <a:fontRef idx="minor">
            <a:schemeClr val="dk1"/>
          </a:fontRef>
        </p:style>
        <p:txBody>
          <a:bodyPr rtlCol="0" anchor="ctr"/>
          <a:lstStyle/>
          <a:p>
            <a:pPr algn="ctr"/>
            <a:r>
              <a:rPr lang="en-US" sz="1400" dirty="0">
                <a:solidFill>
                  <a:schemeClr val="tx1"/>
                </a:solidFill>
              </a:rPr>
              <a:t>Asset Source</a:t>
            </a:r>
          </a:p>
        </p:txBody>
      </p:sp>
      <p:sp>
        <p:nvSpPr>
          <p:cNvPr id="19" name="Rectangle: Rounded Corners 123">
            <a:extLst>
              <a:ext uri="{FF2B5EF4-FFF2-40B4-BE49-F238E27FC236}">
                <a16:creationId xmlns:a16="http://schemas.microsoft.com/office/drawing/2014/main" id="{16EC6BED-48F5-0F53-FA80-4F4381D9C240}"/>
              </a:ext>
            </a:extLst>
          </p:cNvPr>
          <p:cNvSpPr/>
          <p:nvPr/>
        </p:nvSpPr>
        <p:spPr>
          <a:xfrm>
            <a:off x="10364321" y="4076007"/>
            <a:ext cx="1256082" cy="350943"/>
          </a:xfrm>
          <a:prstGeom prst="roundRect">
            <a:avLst/>
          </a:prstGeom>
        </p:spPr>
        <p:style>
          <a:lnRef idx="1">
            <a:schemeClr val="accent4"/>
          </a:lnRef>
          <a:fillRef idx="3">
            <a:schemeClr val="accent4"/>
          </a:fillRef>
          <a:effectRef idx="2">
            <a:schemeClr val="accent4"/>
          </a:effectRef>
          <a:fontRef idx="minor">
            <a:schemeClr val="lt1"/>
          </a:fontRef>
        </p:style>
        <p:txBody>
          <a:bodyPr rtlCol="0" anchor="ctr"/>
          <a:lstStyle/>
          <a:p>
            <a:pPr algn="ctr"/>
            <a:r>
              <a:rPr lang="en-US" sz="1400" dirty="0">
                <a:solidFill>
                  <a:schemeClr val="tx1"/>
                </a:solidFill>
              </a:rPr>
              <a:t>Asse</a:t>
            </a:r>
            <a:r>
              <a:rPr lang="pl-PL" sz="1400" dirty="0">
                <a:solidFill>
                  <a:schemeClr val="tx1"/>
                </a:solidFill>
              </a:rPr>
              <a:t>t</a:t>
            </a:r>
            <a:endParaRPr lang="en-US" sz="1400" dirty="0">
              <a:solidFill>
                <a:schemeClr val="tx1"/>
              </a:solidFill>
            </a:endParaRPr>
          </a:p>
        </p:txBody>
      </p:sp>
      <p:cxnSp>
        <p:nvCxnSpPr>
          <p:cNvPr id="20" name="Straight Arrow Connector 135">
            <a:extLst>
              <a:ext uri="{FF2B5EF4-FFF2-40B4-BE49-F238E27FC236}">
                <a16:creationId xmlns:a16="http://schemas.microsoft.com/office/drawing/2014/main" id="{5D41725F-8F12-6858-384C-BC73A97C4A6B}"/>
              </a:ext>
            </a:extLst>
          </p:cNvPr>
          <p:cNvCxnSpPr>
            <a:cxnSpLocks/>
            <a:stCxn id="19" idx="1"/>
          </p:cNvCxnSpPr>
          <p:nvPr/>
        </p:nvCxnSpPr>
        <p:spPr>
          <a:xfrm flipH="1">
            <a:off x="9864795" y="4251479"/>
            <a:ext cx="499526" cy="497794"/>
          </a:xfrm>
          <a:prstGeom prst="straightConnector1">
            <a:avLst/>
          </a:prstGeom>
          <a:ln>
            <a:tailEnd type="triangle"/>
          </a:ln>
        </p:spPr>
        <p:style>
          <a:lnRef idx="3">
            <a:schemeClr val="dk1"/>
          </a:lnRef>
          <a:fillRef idx="0">
            <a:schemeClr val="dk1"/>
          </a:fillRef>
          <a:effectRef idx="2">
            <a:schemeClr val="dk1"/>
          </a:effectRef>
          <a:fontRef idx="minor">
            <a:schemeClr val="tx1"/>
          </a:fontRef>
        </p:style>
      </p:cxnSp>
      <p:sp>
        <p:nvSpPr>
          <p:cNvPr id="22" name="Rectangle: Rounded Corners 2">
            <a:extLst>
              <a:ext uri="{FF2B5EF4-FFF2-40B4-BE49-F238E27FC236}">
                <a16:creationId xmlns:a16="http://schemas.microsoft.com/office/drawing/2014/main" id="{8F7C7281-9168-2EFB-0C2D-D97967E0E59B}"/>
              </a:ext>
            </a:extLst>
          </p:cNvPr>
          <p:cNvSpPr/>
          <p:nvPr/>
        </p:nvSpPr>
        <p:spPr>
          <a:xfrm>
            <a:off x="10364321" y="5894459"/>
            <a:ext cx="1256082" cy="350943"/>
          </a:xfrm>
          <a:prstGeom prst="roundRect">
            <a:avLst/>
          </a:prstGeom>
        </p:spPr>
        <p:style>
          <a:lnRef idx="1">
            <a:schemeClr val="accent4"/>
          </a:lnRef>
          <a:fillRef idx="3">
            <a:schemeClr val="accent4"/>
          </a:fillRef>
          <a:effectRef idx="2">
            <a:schemeClr val="accent4"/>
          </a:effectRef>
          <a:fontRef idx="minor">
            <a:schemeClr val="lt1"/>
          </a:fontRef>
        </p:style>
        <p:txBody>
          <a:bodyPr rtlCol="0" anchor="ctr"/>
          <a:lstStyle/>
          <a:p>
            <a:pPr algn="ctr"/>
            <a:r>
              <a:rPr lang="en-US" sz="1400" dirty="0">
                <a:solidFill>
                  <a:schemeClr val="tx1"/>
                </a:solidFill>
              </a:rPr>
              <a:t>Asset</a:t>
            </a:r>
          </a:p>
        </p:txBody>
      </p:sp>
      <p:sp>
        <p:nvSpPr>
          <p:cNvPr id="28" name="TextBox 174">
            <a:extLst>
              <a:ext uri="{FF2B5EF4-FFF2-40B4-BE49-F238E27FC236}">
                <a16:creationId xmlns:a16="http://schemas.microsoft.com/office/drawing/2014/main" id="{4F258EE4-BD03-FD90-767D-984D08152B71}"/>
              </a:ext>
            </a:extLst>
          </p:cNvPr>
          <p:cNvSpPr txBox="1"/>
          <p:nvPr/>
        </p:nvSpPr>
        <p:spPr>
          <a:xfrm>
            <a:off x="398240" y="1245954"/>
            <a:ext cx="10887381" cy="830997"/>
          </a:xfrm>
          <a:prstGeom prst="rect">
            <a:avLst/>
          </a:prstGeom>
          <a:noFill/>
        </p:spPr>
        <p:txBody>
          <a:bodyPr wrap="square" rtlCol="0">
            <a:spAutoFit/>
          </a:bodyPr>
          <a:lstStyle/>
          <a:p>
            <a:r>
              <a:rPr lang="en-US" sz="1600" noProof="0" dirty="0"/>
              <a:t>Asset’s data is not saved to disk after importing. Loading and importing processes are unified in the editor. Import settings for a given asset are saved in an Asset file with metadata (</a:t>
            </a:r>
            <a:r>
              <a:rPr lang="en-US" sz="1600" noProof="0" dirty="0" err="1"/>
              <a:t>eg.</a:t>
            </a:r>
            <a:r>
              <a:rPr lang="en-US" sz="1600" noProof="0" dirty="0"/>
              <a:t> Texture resolution). Some asset</a:t>
            </a:r>
            <a:r>
              <a:rPr lang="pl-PL" sz="1600" noProof="0" dirty="0"/>
              <a:t>s</a:t>
            </a:r>
            <a:r>
              <a:rPr lang="en-US" sz="1600" noProof="0" dirty="0"/>
              <a:t> have only Asset files and no Asset Source files (</a:t>
            </a:r>
            <a:r>
              <a:rPr lang="en-US" sz="1600" noProof="0" dirty="0" err="1"/>
              <a:t>eg.</a:t>
            </a:r>
            <a:r>
              <a:rPr lang="en-US" sz="1600" noProof="0" dirty="0"/>
              <a:t> Materials).</a:t>
            </a:r>
          </a:p>
        </p:txBody>
      </p:sp>
      <p:pic>
        <p:nvPicPr>
          <p:cNvPr id="30" name="Obraz 29">
            <a:extLst>
              <a:ext uri="{FF2B5EF4-FFF2-40B4-BE49-F238E27FC236}">
                <a16:creationId xmlns:a16="http://schemas.microsoft.com/office/drawing/2014/main" id="{0F9A35EA-67A7-CF41-D64E-BCACB7107375}"/>
              </a:ext>
            </a:extLst>
          </p:cNvPr>
          <p:cNvPicPr>
            <a:picLocks noChangeAspect="1"/>
          </p:cNvPicPr>
          <p:nvPr/>
        </p:nvPicPr>
        <p:blipFill>
          <a:blip r:embed="rId3"/>
          <a:stretch>
            <a:fillRect/>
          </a:stretch>
        </p:blipFill>
        <p:spPr>
          <a:xfrm>
            <a:off x="295972" y="5220430"/>
            <a:ext cx="3405171" cy="1157589"/>
          </a:xfrm>
          <a:prstGeom prst="rect">
            <a:avLst/>
          </a:prstGeom>
        </p:spPr>
      </p:pic>
      <p:sp>
        <p:nvSpPr>
          <p:cNvPr id="31" name="Rectangle: Rounded Corners 171">
            <a:extLst>
              <a:ext uri="{FF2B5EF4-FFF2-40B4-BE49-F238E27FC236}">
                <a16:creationId xmlns:a16="http://schemas.microsoft.com/office/drawing/2014/main" id="{F7DADEC0-D4BD-168C-E1AC-14C31AFDC9A7}"/>
              </a:ext>
            </a:extLst>
          </p:cNvPr>
          <p:cNvSpPr/>
          <p:nvPr/>
        </p:nvSpPr>
        <p:spPr>
          <a:xfrm>
            <a:off x="3097175" y="4132096"/>
            <a:ext cx="1792850" cy="395682"/>
          </a:xfrm>
          <a:prstGeom prst="roundRect">
            <a:avLst/>
          </a:prstGeom>
        </p:spPr>
        <p:style>
          <a:lnRef idx="0">
            <a:schemeClr val="accent6"/>
          </a:lnRef>
          <a:fillRef idx="3">
            <a:schemeClr val="accent6"/>
          </a:fillRef>
          <a:effectRef idx="3">
            <a:schemeClr val="accent6"/>
          </a:effectRef>
          <a:fontRef idx="minor">
            <a:schemeClr val="lt1"/>
          </a:fontRef>
        </p:style>
        <p:txBody>
          <a:bodyPr rtlCol="0" anchor="ctr"/>
          <a:lstStyle/>
          <a:p>
            <a:pPr algn="ctr"/>
            <a:r>
              <a:rPr lang="en-US" sz="2400" dirty="0"/>
              <a:t>Examples</a:t>
            </a:r>
          </a:p>
        </p:txBody>
      </p:sp>
      <p:pic>
        <p:nvPicPr>
          <p:cNvPr id="35" name="Obraz 34">
            <a:extLst>
              <a:ext uri="{FF2B5EF4-FFF2-40B4-BE49-F238E27FC236}">
                <a16:creationId xmlns:a16="http://schemas.microsoft.com/office/drawing/2014/main" id="{C5A5A384-B83D-81F0-2468-AF253A010CFF}"/>
              </a:ext>
            </a:extLst>
          </p:cNvPr>
          <p:cNvPicPr>
            <a:picLocks noChangeAspect="1"/>
          </p:cNvPicPr>
          <p:nvPr/>
        </p:nvPicPr>
        <p:blipFill>
          <a:blip r:embed="rId4"/>
          <a:stretch>
            <a:fillRect/>
          </a:stretch>
        </p:blipFill>
        <p:spPr>
          <a:xfrm>
            <a:off x="3993600" y="5228953"/>
            <a:ext cx="3916436" cy="545875"/>
          </a:xfrm>
          <a:prstGeom prst="rect">
            <a:avLst/>
          </a:prstGeom>
        </p:spPr>
      </p:pic>
      <p:sp>
        <p:nvSpPr>
          <p:cNvPr id="36" name="Rectangle: Rounded Corners 171">
            <a:extLst>
              <a:ext uri="{FF2B5EF4-FFF2-40B4-BE49-F238E27FC236}">
                <a16:creationId xmlns:a16="http://schemas.microsoft.com/office/drawing/2014/main" id="{F5600595-764C-D5AF-C905-CCDB54CEE91E}"/>
              </a:ext>
            </a:extLst>
          </p:cNvPr>
          <p:cNvSpPr/>
          <p:nvPr/>
        </p:nvSpPr>
        <p:spPr>
          <a:xfrm>
            <a:off x="1102132" y="4755266"/>
            <a:ext cx="1792850" cy="395682"/>
          </a:xfrm>
          <a:prstGeom prst="roundRect">
            <a:avLst/>
          </a:prstGeom>
        </p:spPr>
        <p:style>
          <a:lnRef idx="0">
            <a:schemeClr val="accent6"/>
          </a:lnRef>
          <a:fillRef idx="3">
            <a:schemeClr val="accent6"/>
          </a:fillRef>
          <a:effectRef idx="3">
            <a:schemeClr val="accent6"/>
          </a:effectRef>
          <a:fontRef idx="minor">
            <a:schemeClr val="lt1"/>
          </a:fontRef>
        </p:style>
        <p:txBody>
          <a:bodyPr rtlCol="0" anchor="ctr"/>
          <a:lstStyle/>
          <a:p>
            <a:pPr algn="ctr"/>
            <a:r>
              <a:rPr lang="en-US" sz="2400" dirty="0"/>
              <a:t>Texture</a:t>
            </a:r>
          </a:p>
        </p:txBody>
      </p:sp>
      <p:sp>
        <p:nvSpPr>
          <p:cNvPr id="37" name="Rectangle: Rounded Corners 171">
            <a:extLst>
              <a:ext uri="{FF2B5EF4-FFF2-40B4-BE49-F238E27FC236}">
                <a16:creationId xmlns:a16="http://schemas.microsoft.com/office/drawing/2014/main" id="{7142A50B-A8A6-FAB2-C884-1A83548F49D9}"/>
              </a:ext>
            </a:extLst>
          </p:cNvPr>
          <p:cNvSpPr/>
          <p:nvPr/>
        </p:nvSpPr>
        <p:spPr>
          <a:xfrm>
            <a:off x="5051886" y="4752391"/>
            <a:ext cx="1792850" cy="395682"/>
          </a:xfrm>
          <a:prstGeom prst="roundRect">
            <a:avLst/>
          </a:prstGeom>
        </p:spPr>
        <p:style>
          <a:lnRef idx="0">
            <a:schemeClr val="accent6"/>
          </a:lnRef>
          <a:fillRef idx="3">
            <a:schemeClr val="accent6"/>
          </a:fillRef>
          <a:effectRef idx="3">
            <a:schemeClr val="accent6"/>
          </a:effectRef>
          <a:fontRef idx="minor">
            <a:schemeClr val="lt1"/>
          </a:fontRef>
        </p:style>
        <p:txBody>
          <a:bodyPr rtlCol="0" anchor="ctr"/>
          <a:lstStyle/>
          <a:p>
            <a:pPr algn="ctr"/>
            <a:r>
              <a:rPr lang="en-US" sz="2400" dirty="0"/>
              <a:t>Mesh</a:t>
            </a:r>
          </a:p>
        </p:txBody>
      </p:sp>
      <p:sp>
        <p:nvSpPr>
          <p:cNvPr id="12" name="TextBox 174">
            <a:extLst>
              <a:ext uri="{FF2B5EF4-FFF2-40B4-BE49-F238E27FC236}">
                <a16:creationId xmlns:a16="http://schemas.microsoft.com/office/drawing/2014/main" id="{6A9764FE-8C8E-580C-E307-9E44F110170B}"/>
              </a:ext>
            </a:extLst>
          </p:cNvPr>
          <p:cNvSpPr txBox="1"/>
          <p:nvPr/>
        </p:nvSpPr>
        <p:spPr>
          <a:xfrm>
            <a:off x="398240" y="2262884"/>
            <a:ext cx="7435664" cy="1569660"/>
          </a:xfrm>
          <a:prstGeom prst="rect">
            <a:avLst/>
          </a:prstGeom>
          <a:noFill/>
        </p:spPr>
        <p:txBody>
          <a:bodyPr wrap="square" rtlCol="0">
            <a:spAutoFit/>
          </a:bodyPr>
          <a:lstStyle/>
          <a:p>
            <a:r>
              <a:rPr lang="en-US" sz="1600" dirty="0"/>
              <a:t>Setting import options is necessary only once (unless a change in the Asset Source File creates a need for adjustment).</a:t>
            </a:r>
          </a:p>
          <a:p>
            <a:r>
              <a:rPr lang="en-US" sz="1600" dirty="0"/>
              <a:t>Assets can be hot-reloaded at the editor’s runtime or the runtime of a non-distribution game build without manual reimporting.</a:t>
            </a:r>
          </a:p>
          <a:p>
            <a:r>
              <a:rPr lang="en-US" sz="1600" dirty="0"/>
              <a:t>Asset data is stored on disk in one form without duplication.</a:t>
            </a:r>
          </a:p>
          <a:p>
            <a:r>
              <a:rPr lang="en-US" sz="1600" dirty="0"/>
              <a:t>Asset’s metadata are always loaded and available.</a:t>
            </a:r>
          </a:p>
        </p:txBody>
      </p:sp>
    </p:spTree>
    <p:extLst>
      <p:ext uri="{BB962C8B-B14F-4D97-AF65-F5344CB8AC3E}">
        <p14:creationId xmlns:p14="http://schemas.microsoft.com/office/powerpoint/2010/main" val="3277558605"/>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BBF5ECA-56E3-DE76-AA11-E3E6631D2779}"/>
            </a:ext>
          </a:extLst>
        </p:cNvPr>
        <p:cNvGrpSpPr/>
        <p:nvPr/>
      </p:nvGrpSpPr>
      <p:grpSpPr>
        <a:xfrm>
          <a:off x="0" y="0"/>
          <a:ext cx="0" cy="0"/>
          <a:chOff x="0" y="0"/>
          <a:chExt cx="0" cy="0"/>
        </a:xfrm>
      </p:grpSpPr>
      <p:sp>
        <p:nvSpPr>
          <p:cNvPr id="11" name="Rectangle: Rounded Corners 10">
            <a:extLst>
              <a:ext uri="{FF2B5EF4-FFF2-40B4-BE49-F238E27FC236}">
                <a16:creationId xmlns:a16="http://schemas.microsoft.com/office/drawing/2014/main" id="{CF14D1E7-EAC0-EADD-53A3-BB4D512A8E91}"/>
              </a:ext>
            </a:extLst>
          </p:cNvPr>
          <p:cNvSpPr/>
          <p:nvPr/>
        </p:nvSpPr>
        <p:spPr>
          <a:xfrm>
            <a:off x="7708937" y="2179974"/>
            <a:ext cx="3813106" cy="2498052"/>
          </a:xfrm>
          <a:prstGeom prst="roundRect">
            <a:avLst>
              <a:gd name="adj" fmla="val 12160"/>
            </a:avLst>
          </a:prstGeom>
        </p:spPr>
        <p:style>
          <a:lnRef idx="1">
            <a:schemeClr val="accent3"/>
          </a:lnRef>
          <a:fillRef idx="2">
            <a:schemeClr val="accent3"/>
          </a:fillRef>
          <a:effectRef idx="1">
            <a:schemeClr val="accent3"/>
          </a:effectRef>
          <a:fontRef idx="minor">
            <a:schemeClr val="dk1"/>
          </a:fontRef>
        </p:style>
        <p:txBody>
          <a:bodyPr rtlCol="0" anchor="t"/>
          <a:lstStyle/>
          <a:p>
            <a:pPr marL="285750" indent="-216000">
              <a:buFont typeface="Arial" panose="020B0604020202020204" pitchFamily="34" charset="0"/>
              <a:buChar char="•"/>
            </a:pPr>
            <a:endParaRPr lang="en-US" sz="1400" dirty="0"/>
          </a:p>
        </p:txBody>
      </p:sp>
      <p:sp>
        <p:nvSpPr>
          <p:cNvPr id="4" name="Rectangle: Rounded Corners 3">
            <a:extLst>
              <a:ext uri="{FF2B5EF4-FFF2-40B4-BE49-F238E27FC236}">
                <a16:creationId xmlns:a16="http://schemas.microsoft.com/office/drawing/2014/main" id="{3384F6B3-7709-56C2-6D06-D57565B7EDE1}"/>
              </a:ext>
            </a:extLst>
          </p:cNvPr>
          <p:cNvSpPr/>
          <p:nvPr/>
        </p:nvSpPr>
        <p:spPr>
          <a:xfrm>
            <a:off x="4739951" y="384937"/>
            <a:ext cx="2712098" cy="582346"/>
          </a:xfrm>
          <a:prstGeom prst="roundRect">
            <a:avLst/>
          </a:prstGeom>
        </p:spPr>
        <p:style>
          <a:lnRef idx="0">
            <a:schemeClr val="accent1"/>
          </a:lnRef>
          <a:fillRef idx="3">
            <a:schemeClr val="accent1"/>
          </a:fillRef>
          <a:effectRef idx="3">
            <a:schemeClr val="accent1"/>
          </a:effectRef>
          <a:fontRef idx="minor">
            <a:schemeClr val="lt1"/>
          </a:fontRef>
        </p:style>
        <p:txBody>
          <a:bodyPr rtlCol="0" anchor="ctr"/>
          <a:lstStyle/>
          <a:p>
            <a:pPr algn="ctr"/>
            <a:r>
              <a:rPr lang="pl-PL" sz="1800" dirty="0"/>
              <a:t>Runtime </a:t>
            </a:r>
            <a:r>
              <a:rPr lang="en-US" sz="1800" dirty="0"/>
              <a:t>structure</a:t>
            </a:r>
          </a:p>
          <a:p>
            <a:pPr algn="ctr"/>
            <a:r>
              <a:rPr lang="en-US" sz="1200" dirty="0"/>
              <a:t>Editor and Game</a:t>
            </a:r>
          </a:p>
        </p:txBody>
      </p:sp>
      <p:sp>
        <p:nvSpPr>
          <p:cNvPr id="16" name="Rectangle: Rounded Corners 15">
            <a:extLst>
              <a:ext uri="{FF2B5EF4-FFF2-40B4-BE49-F238E27FC236}">
                <a16:creationId xmlns:a16="http://schemas.microsoft.com/office/drawing/2014/main" id="{82C93808-12D2-3D5F-4FBB-E1DE07155D29}"/>
              </a:ext>
            </a:extLst>
          </p:cNvPr>
          <p:cNvSpPr/>
          <p:nvPr/>
        </p:nvSpPr>
        <p:spPr>
          <a:xfrm>
            <a:off x="8825495" y="2017541"/>
            <a:ext cx="1698172" cy="291173"/>
          </a:xfrm>
          <a:prstGeom prst="roundRect">
            <a:avLst/>
          </a:prstGeom>
        </p:spPr>
        <p:style>
          <a:lnRef idx="0">
            <a:schemeClr val="accent3"/>
          </a:lnRef>
          <a:fillRef idx="3">
            <a:schemeClr val="accent3"/>
          </a:fillRef>
          <a:effectRef idx="3">
            <a:schemeClr val="accent3"/>
          </a:effectRef>
          <a:fontRef idx="minor">
            <a:schemeClr val="lt1"/>
          </a:fontRef>
        </p:style>
        <p:txBody>
          <a:bodyPr rtlCol="0" anchor="ctr"/>
          <a:lstStyle/>
          <a:p>
            <a:pPr algn="ctr"/>
            <a:r>
              <a:rPr lang="en-US" dirty="0" err="1"/>
              <a:t>AssetsManager</a:t>
            </a:r>
            <a:endParaRPr lang="en-US" dirty="0"/>
          </a:p>
        </p:txBody>
      </p:sp>
      <p:sp>
        <p:nvSpPr>
          <p:cNvPr id="5" name="Rectangle: Rounded Corners 4">
            <a:extLst>
              <a:ext uri="{FF2B5EF4-FFF2-40B4-BE49-F238E27FC236}">
                <a16:creationId xmlns:a16="http://schemas.microsoft.com/office/drawing/2014/main" id="{13CE2984-FC23-7C9A-CFFB-B97F55D2AF3C}"/>
              </a:ext>
            </a:extLst>
          </p:cNvPr>
          <p:cNvSpPr/>
          <p:nvPr/>
        </p:nvSpPr>
        <p:spPr>
          <a:xfrm>
            <a:off x="8274144" y="2936106"/>
            <a:ext cx="2712098" cy="1380037"/>
          </a:xfrm>
          <a:prstGeom prst="roundRect">
            <a:avLst>
              <a:gd name="adj" fmla="val 12160"/>
            </a:avLst>
          </a:prstGeom>
        </p:spPr>
        <p:style>
          <a:lnRef idx="1">
            <a:schemeClr val="accent1"/>
          </a:lnRef>
          <a:fillRef idx="2">
            <a:schemeClr val="accent1"/>
          </a:fillRef>
          <a:effectRef idx="1">
            <a:schemeClr val="accent1"/>
          </a:effectRef>
          <a:fontRef idx="minor">
            <a:schemeClr val="dk1"/>
          </a:fontRef>
        </p:style>
        <p:txBody>
          <a:bodyPr rtlCol="0" anchor="t"/>
          <a:lstStyle/>
          <a:p>
            <a:pPr algn="ctr"/>
            <a:endParaRPr lang="en-US" dirty="0"/>
          </a:p>
        </p:txBody>
      </p:sp>
      <p:graphicFrame>
        <p:nvGraphicFramePr>
          <p:cNvPr id="6" name="Table 5">
            <a:extLst>
              <a:ext uri="{FF2B5EF4-FFF2-40B4-BE49-F238E27FC236}">
                <a16:creationId xmlns:a16="http://schemas.microsoft.com/office/drawing/2014/main" id="{E6F97C2F-45B2-77CB-9927-B8D80F536DDD}"/>
              </a:ext>
            </a:extLst>
          </p:cNvPr>
          <p:cNvGraphicFramePr>
            <a:graphicFrameLocks noGrp="1"/>
          </p:cNvGraphicFramePr>
          <p:nvPr>
            <p:extLst>
              <p:ext uri="{D42A27DB-BD31-4B8C-83A1-F6EECF244321}">
                <p14:modId xmlns:p14="http://schemas.microsoft.com/office/powerpoint/2010/main" val="4186082512"/>
              </p:ext>
            </p:extLst>
          </p:nvPr>
        </p:nvGraphicFramePr>
        <p:xfrm>
          <a:off x="8435358" y="3182129"/>
          <a:ext cx="2389670" cy="182292"/>
        </p:xfrm>
        <a:graphic>
          <a:graphicData uri="http://schemas.openxmlformats.org/drawingml/2006/table">
            <a:tbl>
              <a:tblPr firstRow="1" bandRow="1">
                <a:tableStyleId>{93296810-A885-4BE3-A3E7-6D5BEEA58F35}</a:tableStyleId>
              </a:tblPr>
              <a:tblGrid>
                <a:gridCol w="238967">
                  <a:extLst>
                    <a:ext uri="{9D8B030D-6E8A-4147-A177-3AD203B41FA5}">
                      <a16:colId xmlns:a16="http://schemas.microsoft.com/office/drawing/2014/main" val="1452157560"/>
                    </a:ext>
                  </a:extLst>
                </a:gridCol>
                <a:gridCol w="238967">
                  <a:extLst>
                    <a:ext uri="{9D8B030D-6E8A-4147-A177-3AD203B41FA5}">
                      <a16:colId xmlns:a16="http://schemas.microsoft.com/office/drawing/2014/main" val="2094690716"/>
                    </a:ext>
                  </a:extLst>
                </a:gridCol>
                <a:gridCol w="238967">
                  <a:extLst>
                    <a:ext uri="{9D8B030D-6E8A-4147-A177-3AD203B41FA5}">
                      <a16:colId xmlns:a16="http://schemas.microsoft.com/office/drawing/2014/main" val="2410800384"/>
                    </a:ext>
                  </a:extLst>
                </a:gridCol>
                <a:gridCol w="238967">
                  <a:extLst>
                    <a:ext uri="{9D8B030D-6E8A-4147-A177-3AD203B41FA5}">
                      <a16:colId xmlns:a16="http://schemas.microsoft.com/office/drawing/2014/main" val="219437509"/>
                    </a:ext>
                  </a:extLst>
                </a:gridCol>
                <a:gridCol w="238967">
                  <a:extLst>
                    <a:ext uri="{9D8B030D-6E8A-4147-A177-3AD203B41FA5}">
                      <a16:colId xmlns:a16="http://schemas.microsoft.com/office/drawing/2014/main" val="2787922525"/>
                    </a:ext>
                  </a:extLst>
                </a:gridCol>
                <a:gridCol w="238967">
                  <a:extLst>
                    <a:ext uri="{9D8B030D-6E8A-4147-A177-3AD203B41FA5}">
                      <a16:colId xmlns:a16="http://schemas.microsoft.com/office/drawing/2014/main" val="4092570086"/>
                    </a:ext>
                  </a:extLst>
                </a:gridCol>
                <a:gridCol w="238967">
                  <a:extLst>
                    <a:ext uri="{9D8B030D-6E8A-4147-A177-3AD203B41FA5}">
                      <a16:colId xmlns:a16="http://schemas.microsoft.com/office/drawing/2014/main" val="2420869638"/>
                    </a:ext>
                  </a:extLst>
                </a:gridCol>
                <a:gridCol w="238967">
                  <a:extLst>
                    <a:ext uri="{9D8B030D-6E8A-4147-A177-3AD203B41FA5}">
                      <a16:colId xmlns:a16="http://schemas.microsoft.com/office/drawing/2014/main" val="1752270359"/>
                    </a:ext>
                  </a:extLst>
                </a:gridCol>
                <a:gridCol w="238967">
                  <a:extLst>
                    <a:ext uri="{9D8B030D-6E8A-4147-A177-3AD203B41FA5}">
                      <a16:colId xmlns:a16="http://schemas.microsoft.com/office/drawing/2014/main" val="1624973094"/>
                    </a:ext>
                  </a:extLst>
                </a:gridCol>
                <a:gridCol w="238967">
                  <a:extLst>
                    <a:ext uri="{9D8B030D-6E8A-4147-A177-3AD203B41FA5}">
                      <a16:colId xmlns:a16="http://schemas.microsoft.com/office/drawing/2014/main" val="2483870472"/>
                    </a:ext>
                  </a:extLst>
                </a:gridCol>
              </a:tblGrid>
              <a:tr h="182292">
                <a:tc>
                  <a:txBody>
                    <a:bodyPr/>
                    <a:lstStyle/>
                    <a:p>
                      <a:endParaRPr lang="en-US" sz="2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endParaRPr lang="en-US" sz="2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endParaRPr lang="en-US" sz="2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endParaRPr lang="en-US" sz="2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endParaRPr lang="en-US" sz="2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endParaRPr lang="en-US" sz="2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endParaRPr lang="en-US" sz="2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endParaRPr lang="en-US" sz="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endParaRPr lang="en-US" sz="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endParaRPr lang="en-US" sz="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3771074123"/>
                  </a:ext>
                </a:extLst>
              </a:tr>
            </a:tbl>
          </a:graphicData>
        </a:graphic>
      </p:graphicFrame>
      <p:graphicFrame>
        <p:nvGraphicFramePr>
          <p:cNvPr id="7" name="Table 6">
            <a:extLst>
              <a:ext uri="{FF2B5EF4-FFF2-40B4-BE49-F238E27FC236}">
                <a16:creationId xmlns:a16="http://schemas.microsoft.com/office/drawing/2014/main" id="{74BE8794-0B6D-7B47-27B2-05E7CE34E163}"/>
              </a:ext>
            </a:extLst>
          </p:cNvPr>
          <p:cNvGraphicFramePr>
            <a:graphicFrameLocks noGrp="1"/>
          </p:cNvGraphicFramePr>
          <p:nvPr>
            <p:extLst>
              <p:ext uri="{D42A27DB-BD31-4B8C-83A1-F6EECF244321}">
                <p14:modId xmlns:p14="http://schemas.microsoft.com/office/powerpoint/2010/main" val="2477551522"/>
              </p:ext>
            </p:extLst>
          </p:nvPr>
        </p:nvGraphicFramePr>
        <p:xfrm>
          <a:off x="8435357" y="3435451"/>
          <a:ext cx="1596054" cy="182292"/>
        </p:xfrm>
        <a:graphic>
          <a:graphicData uri="http://schemas.openxmlformats.org/drawingml/2006/table">
            <a:tbl>
              <a:tblPr firstRow="1" bandRow="1">
                <a:tableStyleId>{21E4AEA4-8DFA-4A89-87EB-49C32662AFE0}</a:tableStyleId>
              </a:tblPr>
              <a:tblGrid>
                <a:gridCol w="266009">
                  <a:extLst>
                    <a:ext uri="{9D8B030D-6E8A-4147-A177-3AD203B41FA5}">
                      <a16:colId xmlns:a16="http://schemas.microsoft.com/office/drawing/2014/main" val="1452157560"/>
                    </a:ext>
                  </a:extLst>
                </a:gridCol>
                <a:gridCol w="266009">
                  <a:extLst>
                    <a:ext uri="{9D8B030D-6E8A-4147-A177-3AD203B41FA5}">
                      <a16:colId xmlns:a16="http://schemas.microsoft.com/office/drawing/2014/main" val="2094690716"/>
                    </a:ext>
                  </a:extLst>
                </a:gridCol>
                <a:gridCol w="266009">
                  <a:extLst>
                    <a:ext uri="{9D8B030D-6E8A-4147-A177-3AD203B41FA5}">
                      <a16:colId xmlns:a16="http://schemas.microsoft.com/office/drawing/2014/main" val="2410800384"/>
                    </a:ext>
                  </a:extLst>
                </a:gridCol>
                <a:gridCol w="266009">
                  <a:extLst>
                    <a:ext uri="{9D8B030D-6E8A-4147-A177-3AD203B41FA5}">
                      <a16:colId xmlns:a16="http://schemas.microsoft.com/office/drawing/2014/main" val="219437509"/>
                    </a:ext>
                  </a:extLst>
                </a:gridCol>
                <a:gridCol w="266009">
                  <a:extLst>
                    <a:ext uri="{9D8B030D-6E8A-4147-A177-3AD203B41FA5}">
                      <a16:colId xmlns:a16="http://schemas.microsoft.com/office/drawing/2014/main" val="4092570086"/>
                    </a:ext>
                  </a:extLst>
                </a:gridCol>
                <a:gridCol w="266009">
                  <a:extLst>
                    <a:ext uri="{9D8B030D-6E8A-4147-A177-3AD203B41FA5}">
                      <a16:colId xmlns:a16="http://schemas.microsoft.com/office/drawing/2014/main" val="2420869638"/>
                    </a:ext>
                  </a:extLst>
                </a:gridCol>
              </a:tblGrid>
              <a:tr h="182292">
                <a:tc>
                  <a:txBody>
                    <a:bodyPr/>
                    <a:lstStyle/>
                    <a:p>
                      <a:endParaRPr lang="en-US" sz="2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endParaRPr lang="en-US" sz="2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endParaRPr lang="en-US" sz="2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endParaRPr lang="en-US" sz="2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endParaRPr lang="en-US" sz="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endParaRPr lang="en-US" sz="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771074123"/>
                  </a:ext>
                </a:extLst>
              </a:tr>
            </a:tbl>
          </a:graphicData>
        </a:graphic>
      </p:graphicFrame>
      <p:graphicFrame>
        <p:nvGraphicFramePr>
          <p:cNvPr id="8" name="Table 7">
            <a:extLst>
              <a:ext uri="{FF2B5EF4-FFF2-40B4-BE49-F238E27FC236}">
                <a16:creationId xmlns:a16="http://schemas.microsoft.com/office/drawing/2014/main" id="{813C76AB-9289-979D-F0B2-452B03FFD57E}"/>
              </a:ext>
            </a:extLst>
          </p:cNvPr>
          <p:cNvGraphicFramePr>
            <a:graphicFrameLocks noGrp="1"/>
          </p:cNvGraphicFramePr>
          <p:nvPr>
            <p:extLst>
              <p:ext uri="{D42A27DB-BD31-4B8C-83A1-F6EECF244321}">
                <p14:modId xmlns:p14="http://schemas.microsoft.com/office/powerpoint/2010/main" val="1045893249"/>
              </p:ext>
            </p:extLst>
          </p:nvPr>
        </p:nvGraphicFramePr>
        <p:xfrm>
          <a:off x="8435356" y="3688773"/>
          <a:ext cx="1782664" cy="182292"/>
        </p:xfrm>
        <a:graphic>
          <a:graphicData uri="http://schemas.openxmlformats.org/drawingml/2006/table">
            <a:tbl>
              <a:tblPr firstRow="1" bandRow="1">
                <a:tableStyleId>{F5AB1C69-6EDB-4FF4-983F-18BD219EF322}</a:tableStyleId>
              </a:tblPr>
              <a:tblGrid>
                <a:gridCol w="445666">
                  <a:extLst>
                    <a:ext uri="{9D8B030D-6E8A-4147-A177-3AD203B41FA5}">
                      <a16:colId xmlns:a16="http://schemas.microsoft.com/office/drawing/2014/main" val="1452157560"/>
                    </a:ext>
                  </a:extLst>
                </a:gridCol>
                <a:gridCol w="445666">
                  <a:extLst>
                    <a:ext uri="{9D8B030D-6E8A-4147-A177-3AD203B41FA5}">
                      <a16:colId xmlns:a16="http://schemas.microsoft.com/office/drawing/2014/main" val="2410800384"/>
                    </a:ext>
                  </a:extLst>
                </a:gridCol>
                <a:gridCol w="445666">
                  <a:extLst>
                    <a:ext uri="{9D8B030D-6E8A-4147-A177-3AD203B41FA5}">
                      <a16:colId xmlns:a16="http://schemas.microsoft.com/office/drawing/2014/main" val="219437509"/>
                    </a:ext>
                  </a:extLst>
                </a:gridCol>
                <a:gridCol w="445666">
                  <a:extLst>
                    <a:ext uri="{9D8B030D-6E8A-4147-A177-3AD203B41FA5}">
                      <a16:colId xmlns:a16="http://schemas.microsoft.com/office/drawing/2014/main" val="2787922525"/>
                    </a:ext>
                  </a:extLst>
                </a:gridCol>
              </a:tblGrid>
              <a:tr h="182292">
                <a:tc>
                  <a:txBody>
                    <a:bodyPr/>
                    <a:lstStyle/>
                    <a:p>
                      <a:endParaRPr lang="en-US" sz="2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endParaRPr lang="en-US" sz="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endParaRPr lang="en-US" sz="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endParaRPr lang="en-US" sz="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771074123"/>
                  </a:ext>
                </a:extLst>
              </a:tr>
            </a:tbl>
          </a:graphicData>
        </a:graphic>
      </p:graphicFrame>
      <p:graphicFrame>
        <p:nvGraphicFramePr>
          <p:cNvPr id="9" name="Table 8">
            <a:extLst>
              <a:ext uri="{FF2B5EF4-FFF2-40B4-BE49-F238E27FC236}">
                <a16:creationId xmlns:a16="http://schemas.microsoft.com/office/drawing/2014/main" id="{753E20BC-26F9-CA62-BA7E-204FF623E788}"/>
              </a:ext>
            </a:extLst>
          </p:cNvPr>
          <p:cNvGraphicFramePr>
            <a:graphicFrameLocks noGrp="1"/>
          </p:cNvGraphicFramePr>
          <p:nvPr>
            <p:extLst>
              <p:ext uri="{D42A27DB-BD31-4B8C-83A1-F6EECF244321}">
                <p14:modId xmlns:p14="http://schemas.microsoft.com/office/powerpoint/2010/main" val="1102534977"/>
              </p:ext>
            </p:extLst>
          </p:nvPr>
        </p:nvGraphicFramePr>
        <p:xfrm>
          <a:off x="8435355" y="3942095"/>
          <a:ext cx="1666240" cy="182292"/>
        </p:xfrm>
        <a:graphic>
          <a:graphicData uri="http://schemas.openxmlformats.org/drawingml/2006/table">
            <a:tbl>
              <a:tblPr firstRow="1" bandRow="1">
                <a:tableStyleId>{00A15C55-8517-42AA-B614-E9B94910E393}</a:tableStyleId>
              </a:tblPr>
              <a:tblGrid>
                <a:gridCol w="208280">
                  <a:extLst>
                    <a:ext uri="{9D8B030D-6E8A-4147-A177-3AD203B41FA5}">
                      <a16:colId xmlns:a16="http://schemas.microsoft.com/office/drawing/2014/main" val="1452157560"/>
                    </a:ext>
                  </a:extLst>
                </a:gridCol>
                <a:gridCol w="208280">
                  <a:extLst>
                    <a:ext uri="{9D8B030D-6E8A-4147-A177-3AD203B41FA5}">
                      <a16:colId xmlns:a16="http://schemas.microsoft.com/office/drawing/2014/main" val="2094690716"/>
                    </a:ext>
                  </a:extLst>
                </a:gridCol>
                <a:gridCol w="208280">
                  <a:extLst>
                    <a:ext uri="{9D8B030D-6E8A-4147-A177-3AD203B41FA5}">
                      <a16:colId xmlns:a16="http://schemas.microsoft.com/office/drawing/2014/main" val="2410800384"/>
                    </a:ext>
                  </a:extLst>
                </a:gridCol>
                <a:gridCol w="208280">
                  <a:extLst>
                    <a:ext uri="{9D8B030D-6E8A-4147-A177-3AD203B41FA5}">
                      <a16:colId xmlns:a16="http://schemas.microsoft.com/office/drawing/2014/main" val="219437509"/>
                    </a:ext>
                  </a:extLst>
                </a:gridCol>
                <a:gridCol w="208280">
                  <a:extLst>
                    <a:ext uri="{9D8B030D-6E8A-4147-A177-3AD203B41FA5}">
                      <a16:colId xmlns:a16="http://schemas.microsoft.com/office/drawing/2014/main" val="2787922525"/>
                    </a:ext>
                  </a:extLst>
                </a:gridCol>
                <a:gridCol w="208280">
                  <a:extLst>
                    <a:ext uri="{9D8B030D-6E8A-4147-A177-3AD203B41FA5}">
                      <a16:colId xmlns:a16="http://schemas.microsoft.com/office/drawing/2014/main" val="4092570086"/>
                    </a:ext>
                  </a:extLst>
                </a:gridCol>
                <a:gridCol w="208280">
                  <a:extLst>
                    <a:ext uri="{9D8B030D-6E8A-4147-A177-3AD203B41FA5}">
                      <a16:colId xmlns:a16="http://schemas.microsoft.com/office/drawing/2014/main" val="1624973094"/>
                    </a:ext>
                  </a:extLst>
                </a:gridCol>
                <a:gridCol w="208280">
                  <a:extLst>
                    <a:ext uri="{9D8B030D-6E8A-4147-A177-3AD203B41FA5}">
                      <a16:colId xmlns:a16="http://schemas.microsoft.com/office/drawing/2014/main" val="2483870472"/>
                    </a:ext>
                  </a:extLst>
                </a:gridCol>
              </a:tblGrid>
              <a:tr h="182292">
                <a:tc>
                  <a:txBody>
                    <a:bodyPr/>
                    <a:lstStyle/>
                    <a:p>
                      <a:endParaRPr lang="en-US" sz="2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endParaRPr lang="en-US" sz="2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endParaRPr lang="en-US" sz="2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endParaRPr lang="en-US" sz="2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endParaRPr lang="en-US" sz="2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endParaRPr lang="en-US" sz="2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endParaRPr lang="en-US" sz="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endParaRPr lang="en-US" sz="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771074123"/>
                  </a:ext>
                </a:extLst>
              </a:tr>
            </a:tbl>
          </a:graphicData>
        </a:graphic>
      </p:graphicFrame>
      <p:sp>
        <p:nvSpPr>
          <p:cNvPr id="10" name="Rectangle: Rounded Corners 9">
            <a:extLst>
              <a:ext uri="{FF2B5EF4-FFF2-40B4-BE49-F238E27FC236}">
                <a16:creationId xmlns:a16="http://schemas.microsoft.com/office/drawing/2014/main" id="{A6DDF581-5B86-170F-3E65-BA0862109DC4}"/>
              </a:ext>
            </a:extLst>
          </p:cNvPr>
          <p:cNvSpPr/>
          <p:nvPr/>
        </p:nvSpPr>
        <p:spPr>
          <a:xfrm>
            <a:off x="9354940" y="2782247"/>
            <a:ext cx="550506" cy="291173"/>
          </a:xfrm>
          <a:prstGeom prst="roundRect">
            <a:avLst/>
          </a:prstGeom>
        </p:spPr>
        <p:style>
          <a:lnRef idx="0">
            <a:schemeClr val="accent1"/>
          </a:lnRef>
          <a:fillRef idx="3">
            <a:schemeClr val="accent1"/>
          </a:fillRef>
          <a:effectRef idx="3">
            <a:schemeClr val="accent1"/>
          </a:effectRef>
          <a:fontRef idx="minor">
            <a:schemeClr val="lt1"/>
          </a:fontRef>
        </p:style>
        <p:txBody>
          <a:bodyPr rtlCol="0" anchor="ctr"/>
          <a:lstStyle/>
          <a:p>
            <a:pPr algn="ctr"/>
            <a:r>
              <a:rPr lang="en-US" dirty="0"/>
              <a:t>ECS</a:t>
            </a:r>
          </a:p>
        </p:txBody>
      </p:sp>
      <p:sp>
        <p:nvSpPr>
          <p:cNvPr id="2" name="TextBox 174">
            <a:extLst>
              <a:ext uri="{FF2B5EF4-FFF2-40B4-BE49-F238E27FC236}">
                <a16:creationId xmlns:a16="http://schemas.microsoft.com/office/drawing/2014/main" id="{B840F48E-9753-BBEE-3243-976A6FAF4C3A}"/>
              </a:ext>
            </a:extLst>
          </p:cNvPr>
          <p:cNvSpPr txBox="1"/>
          <p:nvPr/>
        </p:nvSpPr>
        <p:spPr>
          <a:xfrm>
            <a:off x="522740" y="1763982"/>
            <a:ext cx="6686158" cy="4031873"/>
          </a:xfrm>
          <a:prstGeom prst="rect">
            <a:avLst/>
          </a:prstGeom>
          <a:noFill/>
        </p:spPr>
        <p:txBody>
          <a:bodyPr wrap="square" rtlCol="0">
            <a:spAutoFit/>
          </a:bodyPr>
          <a:lstStyle/>
          <a:p>
            <a:pPr algn="just"/>
            <a:r>
              <a:rPr lang="en-US" sz="1600" dirty="0"/>
              <a:t>Assets are broken down into components and stored in ECS.</a:t>
            </a:r>
          </a:p>
          <a:p>
            <a:pPr algn="just"/>
            <a:r>
              <a:rPr lang="en-US" sz="1600" dirty="0"/>
              <a:t>Components use AC prefix (from </a:t>
            </a:r>
            <a:r>
              <a:rPr lang="en-US" sz="1600" b="1" dirty="0"/>
              <a:t>A</a:t>
            </a:r>
            <a:r>
              <a:rPr lang="en-US" sz="1600" dirty="0"/>
              <a:t>sset </a:t>
            </a:r>
            <a:r>
              <a:rPr lang="en-US" sz="1600" b="1" dirty="0"/>
              <a:t>C</a:t>
            </a:r>
            <a:r>
              <a:rPr lang="en-US" sz="1600" dirty="0"/>
              <a:t>omponent).</a:t>
            </a:r>
          </a:p>
          <a:p>
            <a:pPr algn="just"/>
            <a:endParaRPr lang="en-US" sz="1600" dirty="0"/>
          </a:p>
          <a:p>
            <a:pPr algn="just"/>
            <a:r>
              <a:rPr lang="en-US" sz="1600" dirty="0"/>
              <a:t>Common Components:</a:t>
            </a:r>
          </a:p>
          <a:p>
            <a:pPr marL="285750" indent="-285750" algn="just">
              <a:buFont typeface="Arial" panose="020B0604020202020204" pitchFamily="34" charset="0"/>
              <a:buChar char="•"/>
            </a:pPr>
            <a:r>
              <a:rPr lang="en-US" sz="1600" dirty="0" err="1"/>
              <a:t>ACAssetType</a:t>
            </a:r>
            <a:endParaRPr lang="en-US" sz="1600" dirty="0"/>
          </a:p>
          <a:p>
            <a:pPr marL="285750" indent="-285750" algn="just">
              <a:buFont typeface="Arial" panose="020B0604020202020204" pitchFamily="34" charset="0"/>
              <a:buChar char="•"/>
            </a:pPr>
            <a:r>
              <a:rPr lang="en-US" sz="1600" dirty="0"/>
              <a:t>ACUUID</a:t>
            </a:r>
          </a:p>
          <a:p>
            <a:pPr marL="285750" indent="-285750" algn="just">
              <a:buFont typeface="Arial" panose="020B0604020202020204" pitchFamily="34" charset="0"/>
              <a:buChar char="•"/>
            </a:pPr>
            <a:r>
              <a:rPr lang="en-US" sz="1600" dirty="0" err="1"/>
              <a:t>ACFilepath</a:t>
            </a:r>
            <a:endParaRPr lang="en-US" sz="1600" dirty="0"/>
          </a:p>
          <a:p>
            <a:pPr marL="285750" indent="-285750" algn="just">
              <a:buFont typeface="Arial" panose="020B0604020202020204" pitchFamily="34" charset="0"/>
              <a:buChar char="•"/>
            </a:pPr>
            <a:r>
              <a:rPr lang="en-US" sz="1600" dirty="0" err="1"/>
              <a:t>ACSourceFilepath</a:t>
            </a:r>
            <a:endParaRPr lang="en-US" sz="1600" dirty="0"/>
          </a:p>
          <a:p>
            <a:pPr marL="285750" indent="-285750" algn="just">
              <a:buFont typeface="Arial" panose="020B0604020202020204" pitchFamily="34" charset="0"/>
              <a:buChar char="•"/>
            </a:pPr>
            <a:r>
              <a:rPr lang="en-US" sz="1600" dirty="0" err="1"/>
              <a:t>ACMasterAsset</a:t>
            </a:r>
            <a:endParaRPr lang="en-US" sz="1600" dirty="0"/>
          </a:p>
          <a:p>
            <a:pPr marL="285750" indent="-285750" algn="just">
              <a:buFont typeface="Arial" panose="020B0604020202020204" pitchFamily="34" charset="0"/>
              <a:buChar char="•"/>
            </a:pPr>
            <a:r>
              <a:rPr lang="en-US" sz="1600" dirty="0" err="1"/>
              <a:t>ACRefsCounters</a:t>
            </a:r>
            <a:endParaRPr lang="en-US" sz="1600" dirty="0"/>
          </a:p>
          <a:p>
            <a:pPr marL="285750" indent="-285750" algn="just">
              <a:buFont typeface="Arial" panose="020B0604020202020204" pitchFamily="34" charset="0"/>
              <a:buChar char="•"/>
            </a:pPr>
            <a:endParaRPr lang="en-US" sz="1600" dirty="0"/>
          </a:p>
          <a:p>
            <a:pPr algn="just"/>
            <a:r>
              <a:rPr lang="en-US" sz="1600" dirty="0"/>
              <a:t>Asset does not have to have all of those components (more on that later).</a:t>
            </a:r>
          </a:p>
          <a:p>
            <a:pPr algn="just"/>
            <a:endParaRPr lang="en-US" sz="1600" dirty="0"/>
          </a:p>
          <a:p>
            <a:pPr algn="just"/>
            <a:r>
              <a:rPr lang="en-US" sz="1600" dirty="0"/>
              <a:t>Every asset has a </a:t>
            </a:r>
            <a:r>
              <a:rPr lang="en-US" sz="1600" dirty="0" err="1"/>
              <a:t>CoreComponent</a:t>
            </a:r>
            <a:r>
              <a:rPr lang="en-US" sz="1600" dirty="0"/>
              <a:t>, that is different for every Asset type.</a:t>
            </a:r>
          </a:p>
          <a:p>
            <a:pPr algn="just"/>
            <a:r>
              <a:rPr lang="en-US" sz="1600" dirty="0"/>
              <a:t>It contains metadata about the asset and a pointer to the data in CPU memory.</a:t>
            </a:r>
          </a:p>
          <a:p>
            <a:pPr algn="just"/>
            <a:r>
              <a:rPr lang="en-US" sz="1600" dirty="0"/>
              <a:t>CPU side representation of GPU stored copy of the asset is also a component.</a:t>
            </a:r>
          </a:p>
        </p:txBody>
      </p:sp>
    </p:spTree>
    <p:extLst>
      <p:ext uri="{BB962C8B-B14F-4D97-AF65-F5344CB8AC3E}">
        <p14:creationId xmlns:p14="http://schemas.microsoft.com/office/powerpoint/2010/main" val="3509704278"/>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605FDA8-F78B-AD2B-6C4F-9CF35CA7B984}"/>
            </a:ext>
          </a:extLst>
        </p:cNvPr>
        <p:cNvGrpSpPr/>
        <p:nvPr/>
      </p:nvGrpSpPr>
      <p:grpSpPr>
        <a:xfrm>
          <a:off x="0" y="0"/>
          <a:ext cx="0" cy="0"/>
          <a:chOff x="0" y="0"/>
          <a:chExt cx="0" cy="0"/>
        </a:xfrm>
      </p:grpSpPr>
      <p:sp>
        <p:nvSpPr>
          <p:cNvPr id="4" name="Rectangle: Rounded Corners 3">
            <a:extLst>
              <a:ext uri="{FF2B5EF4-FFF2-40B4-BE49-F238E27FC236}">
                <a16:creationId xmlns:a16="http://schemas.microsoft.com/office/drawing/2014/main" id="{602EDD2A-B53A-3F70-02DB-16ADC00B5D9E}"/>
              </a:ext>
            </a:extLst>
          </p:cNvPr>
          <p:cNvSpPr/>
          <p:nvPr/>
        </p:nvSpPr>
        <p:spPr>
          <a:xfrm>
            <a:off x="4739951" y="360055"/>
            <a:ext cx="2712098" cy="582346"/>
          </a:xfrm>
          <a:prstGeom prst="roundRect">
            <a:avLst/>
          </a:prstGeom>
        </p:spPr>
        <p:style>
          <a:lnRef idx="0">
            <a:schemeClr val="accent1"/>
          </a:lnRef>
          <a:fillRef idx="3">
            <a:schemeClr val="accent1"/>
          </a:fillRef>
          <a:effectRef idx="3">
            <a:schemeClr val="accent1"/>
          </a:effectRef>
          <a:fontRef idx="minor">
            <a:schemeClr val="lt1"/>
          </a:fontRef>
        </p:style>
        <p:txBody>
          <a:bodyPr rtlCol="0" anchor="ctr"/>
          <a:lstStyle/>
          <a:p>
            <a:pPr algn="ctr"/>
            <a:r>
              <a:rPr lang="en-US" sz="1800" dirty="0"/>
              <a:t>Asset Archetypes</a:t>
            </a:r>
            <a:endParaRPr lang="en-US" sz="1200" dirty="0"/>
          </a:p>
        </p:txBody>
      </p:sp>
      <p:graphicFrame>
        <p:nvGraphicFramePr>
          <p:cNvPr id="3" name="Diagram 2">
            <a:extLst>
              <a:ext uri="{FF2B5EF4-FFF2-40B4-BE49-F238E27FC236}">
                <a16:creationId xmlns:a16="http://schemas.microsoft.com/office/drawing/2014/main" id="{AEBAE344-4AAA-DE50-19C7-6488AABFD582}"/>
              </a:ext>
            </a:extLst>
          </p:cNvPr>
          <p:cNvGraphicFramePr/>
          <p:nvPr>
            <p:extLst>
              <p:ext uri="{D42A27DB-BD31-4B8C-83A1-F6EECF244321}">
                <p14:modId xmlns:p14="http://schemas.microsoft.com/office/powerpoint/2010/main" val="2810766526"/>
              </p:ext>
            </p:extLst>
          </p:nvPr>
        </p:nvGraphicFramePr>
        <p:xfrm>
          <a:off x="400620" y="1182255"/>
          <a:ext cx="11390759" cy="531569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extLst>
      <p:ext uri="{BB962C8B-B14F-4D97-AF65-F5344CB8AC3E}">
        <p14:creationId xmlns:p14="http://schemas.microsoft.com/office/powerpoint/2010/main" val="219532429"/>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4FDF8B8-33E2-DE0C-1FEA-355E5C567B6C}"/>
            </a:ext>
          </a:extLst>
        </p:cNvPr>
        <p:cNvGrpSpPr/>
        <p:nvPr/>
      </p:nvGrpSpPr>
      <p:grpSpPr>
        <a:xfrm>
          <a:off x="0" y="0"/>
          <a:ext cx="0" cy="0"/>
          <a:chOff x="0" y="0"/>
          <a:chExt cx="0" cy="0"/>
        </a:xfrm>
      </p:grpSpPr>
      <p:sp>
        <p:nvSpPr>
          <p:cNvPr id="40" name="Prostokąt: zaokrąglone rogi 39">
            <a:extLst>
              <a:ext uri="{FF2B5EF4-FFF2-40B4-BE49-F238E27FC236}">
                <a16:creationId xmlns:a16="http://schemas.microsoft.com/office/drawing/2014/main" id="{AB6D2477-4D78-F472-AC8C-C3728A4258AF}"/>
              </a:ext>
            </a:extLst>
          </p:cNvPr>
          <p:cNvSpPr/>
          <p:nvPr/>
        </p:nvSpPr>
        <p:spPr>
          <a:xfrm>
            <a:off x="152401" y="234616"/>
            <a:ext cx="3282616" cy="529976"/>
          </a:xfrm>
          <a:prstGeom prst="roundRect">
            <a:avLst/>
          </a:prstGeom>
        </p:spPr>
        <p:style>
          <a:lnRef idx="2">
            <a:schemeClr val="accent3"/>
          </a:lnRef>
          <a:fillRef idx="1">
            <a:schemeClr val="lt1"/>
          </a:fillRef>
          <a:effectRef idx="0">
            <a:schemeClr val="accent3"/>
          </a:effectRef>
          <a:fontRef idx="minor">
            <a:schemeClr val="dk1"/>
          </a:fontRef>
        </p:style>
        <p:txBody>
          <a:bodyPr rtlCol="0" anchor="ctr"/>
          <a:lstStyle/>
          <a:p>
            <a:pPr algn="ctr"/>
            <a:endParaRPr lang="en-US"/>
          </a:p>
        </p:txBody>
      </p:sp>
      <p:sp>
        <p:nvSpPr>
          <p:cNvPr id="16" name="Prostokąt: zaokrąglone rogi 15">
            <a:extLst>
              <a:ext uri="{FF2B5EF4-FFF2-40B4-BE49-F238E27FC236}">
                <a16:creationId xmlns:a16="http://schemas.microsoft.com/office/drawing/2014/main" id="{A59E89B6-7605-C4B2-9A09-CEB02B8B34A8}"/>
              </a:ext>
            </a:extLst>
          </p:cNvPr>
          <p:cNvSpPr/>
          <p:nvPr/>
        </p:nvSpPr>
        <p:spPr>
          <a:xfrm>
            <a:off x="2248160" y="3856459"/>
            <a:ext cx="5831045" cy="582346"/>
          </a:xfrm>
          <a:prstGeom prst="roundRect">
            <a:avLst/>
          </a:prstGeom>
        </p:spPr>
        <p:style>
          <a:lnRef idx="2">
            <a:schemeClr val="accent3"/>
          </a:lnRef>
          <a:fillRef idx="1">
            <a:schemeClr val="lt1"/>
          </a:fillRef>
          <a:effectRef idx="0">
            <a:schemeClr val="accent3"/>
          </a:effectRef>
          <a:fontRef idx="minor">
            <a:schemeClr val="dk1"/>
          </a:fontRef>
        </p:style>
        <p:txBody>
          <a:bodyPr rtlCol="0" anchor="ctr"/>
          <a:lstStyle/>
          <a:p>
            <a:pPr algn="ctr"/>
            <a:endParaRPr lang="en-US" sz="2000" b="1" dirty="0"/>
          </a:p>
        </p:txBody>
      </p:sp>
      <p:sp>
        <p:nvSpPr>
          <p:cNvPr id="2" name="Rectangle: Rounded Corners 3">
            <a:extLst>
              <a:ext uri="{FF2B5EF4-FFF2-40B4-BE49-F238E27FC236}">
                <a16:creationId xmlns:a16="http://schemas.microsoft.com/office/drawing/2014/main" id="{98905AA8-EAFF-34D3-525D-D1D3E604EFF7}"/>
              </a:ext>
            </a:extLst>
          </p:cNvPr>
          <p:cNvSpPr/>
          <p:nvPr/>
        </p:nvSpPr>
        <p:spPr>
          <a:xfrm>
            <a:off x="4312821" y="318532"/>
            <a:ext cx="3566358" cy="582346"/>
          </a:xfrm>
          <a:prstGeom prst="roundRect">
            <a:avLst/>
          </a:prstGeom>
        </p:spPr>
        <p:style>
          <a:lnRef idx="0">
            <a:schemeClr val="accent1"/>
          </a:lnRef>
          <a:fillRef idx="3">
            <a:schemeClr val="accent1"/>
          </a:fillRef>
          <a:effectRef idx="3">
            <a:schemeClr val="accent1"/>
          </a:effectRef>
          <a:fontRef idx="minor">
            <a:schemeClr val="lt1"/>
          </a:fontRef>
        </p:style>
        <p:txBody>
          <a:bodyPr rtlCol="0" anchor="ctr"/>
          <a:lstStyle/>
          <a:p>
            <a:pPr algn="ctr"/>
            <a:r>
              <a:rPr lang="en-US" dirty="0"/>
              <a:t>Rendering Assets</a:t>
            </a:r>
          </a:p>
        </p:txBody>
      </p:sp>
      <p:sp>
        <p:nvSpPr>
          <p:cNvPr id="6" name="Prostokąt: zaokrąglone rogi 5">
            <a:extLst>
              <a:ext uri="{FF2B5EF4-FFF2-40B4-BE49-F238E27FC236}">
                <a16:creationId xmlns:a16="http://schemas.microsoft.com/office/drawing/2014/main" id="{351AE381-6FF2-44A4-62F7-C63714D6AC00}"/>
              </a:ext>
            </a:extLst>
          </p:cNvPr>
          <p:cNvSpPr/>
          <p:nvPr/>
        </p:nvSpPr>
        <p:spPr>
          <a:xfrm>
            <a:off x="2422804" y="3916334"/>
            <a:ext cx="1788638" cy="454090"/>
          </a:xfrm>
          <a:prstGeom prst="roundRect">
            <a:avLst/>
          </a:prstGeom>
        </p:spPr>
        <p:style>
          <a:lnRef idx="1">
            <a:schemeClr val="accent3"/>
          </a:lnRef>
          <a:fillRef idx="2">
            <a:schemeClr val="accent3"/>
          </a:fillRef>
          <a:effectRef idx="1">
            <a:schemeClr val="accent3"/>
          </a:effectRef>
          <a:fontRef idx="minor">
            <a:schemeClr val="dk1"/>
          </a:fontRef>
        </p:style>
        <p:txBody>
          <a:bodyPr rtlCol="0" anchor="ctr"/>
          <a:lstStyle/>
          <a:p>
            <a:pPr algn="ctr"/>
            <a:r>
              <a:rPr lang="en-US" dirty="0"/>
              <a:t>Mesh</a:t>
            </a:r>
          </a:p>
        </p:txBody>
      </p:sp>
      <p:sp>
        <p:nvSpPr>
          <p:cNvPr id="7" name="Prostokąt: zaokrąglone rogi 6">
            <a:extLst>
              <a:ext uri="{FF2B5EF4-FFF2-40B4-BE49-F238E27FC236}">
                <a16:creationId xmlns:a16="http://schemas.microsoft.com/office/drawing/2014/main" id="{B7CA72DE-6531-4166-1477-108FDF49B257}"/>
              </a:ext>
            </a:extLst>
          </p:cNvPr>
          <p:cNvSpPr/>
          <p:nvPr/>
        </p:nvSpPr>
        <p:spPr>
          <a:xfrm>
            <a:off x="4326802" y="3922725"/>
            <a:ext cx="1788638" cy="454090"/>
          </a:xfrm>
          <a:prstGeom prst="roundRect">
            <a:avLst/>
          </a:prstGeom>
        </p:spPr>
        <p:style>
          <a:lnRef idx="1">
            <a:schemeClr val="accent5"/>
          </a:lnRef>
          <a:fillRef idx="2">
            <a:schemeClr val="accent5"/>
          </a:fillRef>
          <a:effectRef idx="1">
            <a:schemeClr val="accent5"/>
          </a:effectRef>
          <a:fontRef idx="minor">
            <a:schemeClr val="dk1"/>
          </a:fontRef>
        </p:style>
        <p:txBody>
          <a:bodyPr rtlCol="0" anchor="ctr"/>
          <a:lstStyle/>
          <a:p>
            <a:pPr algn="ctr"/>
            <a:r>
              <a:rPr lang="en-US" dirty="0"/>
              <a:t>Material</a:t>
            </a:r>
          </a:p>
        </p:txBody>
      </p:sp>
      <p:sp>
        <p:nvSpPr>
          <p:cNvPr id="13" name="Prostokąt: zaokrąglone rogi 12">
            <a:extLst>
              <a:ext uri="{FF2B5EF4-FFF2-40B4-BE49-F238E27FC236}">
                <a16:creationId xmlns:a16="http://schemas.microsoft.com/office/drawing/2014/main" id="{171B2735-175A-D92E-5FCC-586D081CEDDB}"/>
              </a:ext>
            </a:extLst>
          </p:cNvPr>
          <p:cNvSpPr/>
          <p:nvPr/>
        </p:nvSpPr>
        <p:spPr>
          <a:xfrm>
            <a:off x="2248160" y="1729612"/>
            <a:ext cx="5831045" cy="582346"/>
          </a:xfrm>
          <a:prstGeom prst="roundRect">
            <a:avLst/>
          </a:prstGeom>
        </p:spPr>
        <p:style>
          <a:lnRef idx="2">
            <a:schemeClr val="accent5"/>
          </a:lnRef>
          <a:fillRef idx="1">
            <a:schemeClr val="lt1"/>
          </a:fillRef>
          <a:effectRef idx="0">
            <a:schemeClr val="accent5"/>
          </a:effectRef>
          <a:fontRef idx="minor">
            <a:schemeClr val="dk1"/>
          </a:fontRef>
        </p:style>
        <p:txBody>
          <a:bodyPr rtlCol="0" anchor="ctr"/>
          <a:lstStyle/>
          <a:p>
            <a:pPr algn="ctr"/>
            <a:endParaRPr lang="en-US"/>
          </a:p>
        </p:txBody>
      </p:sp>
      <p:sp>
        <p:nvSpPr>
          <p:cNvPr id="14" name="Prostokąt: zaokrąglone rogi 13">
            <a:extLst>
              <a:ext uri="{FF2B5EF4-FFF2-40B4-BE49-F238E27FC236}">
                <a16:creationId xmlns:a16="http://schemas.microsoft.com/office/drawing/2014/main" id="{14989881-5993-290F-2C6A-8CB84C327860}"/>
              </a:ext>
            </a:extLst>
          </p:cNvPr>
          <p:cNvSpPr/>
          <p:nvPr/>
        </p:nvSpPr>
        <p:spPr>
          <a:xfrm>
            <a:off x="2248160" y="2438561"/>
            <a:ext cx="5831045" cy="582346"/>
          </a:xfrm>
          <a:prstGeom prst="roundRect">
            <a:avLst/>
          </a:prstGeom>
        </p:spPr>
        <p:style>
          <a:lnRef idx="2">
            <a:schemeClr val="accent5"/>
          </a:lnRef>
          <a:fillRef idx="1">
            <a:schemeClr val="lt1"/>
          </a:fillRef>
          <a:effectRef idx="0">
            <a:schemeClr val="accent5"/>
          </a:effectRef>
          <a:fontRef idx="minor">
            <a:schemeClr val="dk1"/>
          </a:fontRef>
        </p:style>
        <p:txBody>
          <a:bodyPr rtlCol="0" anchor="ctr"/>
          <a:lstStyle/>
          <a:p>
            <a:pPr algn="ctr"/>
            <a:endParaRPr lang="en-US" sz="1800" b="1" dirty="0"/>
          </a:p>
        </p:txBody>
      </p:sp>
      <p:sp>
        <p:nvSpPr>
          <p:cNvPr id="15" name="Prostokąt: zaokrąglone rogi 14">
            <a:extLst>
              <a:ext uri="{FF2B5EF4-FFF2-40B4-BE49-F238E27FC236}">
                <a16:creationId xmlns:a16="http://schemas.microsoft.com/office/drawing/2014/main" id="{53D457CB-57DE-4938-C753-0EF56C39C9F8}"/>
              </a:ext>
            </a:extLst>
          </p:cNvPr>
          <p:cNvSpPr/>
          <p:nvPr/>
        </p:nvSpPr>
        <p:spPr>
          <a:xfrm>
            <a:off x="2248160" y="3137827"/>
            <a:ext cx="5831045" cy="582346"/>
          </a:xfrm>
          <a:prstGeom prst="roundRect">
            <a:avLst/>
          </a:prstGeom>
        </p:spPr>
        <p:style>
          <a:lnRef idx="2">
            <a:schemeClr val="accent3"/>
          </a:lnRef>
          <a:fillRef idx="1">
            <a:schemeClr val="lt1"/>
          </a:fillRef>
          <a:effectRef idx="0">
            <a:schemeClr val="accent3"/>
          </a:effectRef>
          <a:fontRef idx="minor">
            <a:schemeClr val="dk1"/>
          </a:fontRef>
        </p:style>
        <p:txBody>
          <a:bodyPr rtlCol="0" anchor="ctr"/>
          <a:lstStyle/>
          <a:p>
            <a:pPr algn="ctr"/>
            <a:endParaRPr lang="en-US"/>
          </a:p>
        </p:txBody>
      </p:sp>
      <p:sp>
        <p:nvSpPr>
          <p:cNvPr id="17" name="Prostokąt: zaokrąglone rogi 16">
            <a:extLst>
              <a:ext uri="{FF2B5EF4-FFF2-40B4-BE49-F238E27FC236}">
                <a16:creationId xmlns:a16="http://schemas.microsoft.com/office/drawing/2014/main" id="{2A090AF0-1198-EC6F-7345-0FA14F51D973}"/>
              </a:ext>
            </a:extLst>
          </p:cNvPr>
          <p:cNvSpPr/>
          <p:nvPr/>
        </p:nvSpPr>
        <p:spPr>
          <a:xfrm>
            <a:off x="2248160" y="4565408"/>
            <a:ext cx="5831045" cy="582346"/>
          </a:xfrm>
          <a:prstGeom prst="roundRect">
            <a:avLst/>
          </a:prstGeom>
        </p:spPr>
        <p:style>
          <a:lnRef idx="2">
            <a:schemeClr val="accent3"/>
          </a:lnRef>
          <a:fillRef idx="1">
            <a:schemeClr val="lt1"/>
          </a:fillRef>
          <a:effectRef idx="0">
            <a:schemeClr val="accent3"/>
          </a:effectRef>
          <a:fontRef idx="minor">
            <a:schemeClr val="dk1"/>
          </a:fontRef>
        </p:style>
        <p:txBody>
          <a:bodyPr rtlCol="0" anchor="ctr"/>
          <a:lstStyle/>
          <a:p>
            <a:pPr algn="ctr"/>
            <a:endParaRPr lang="en-US" sz="2000" b="1" dirty="0"/>
          </a:p>
        </p:txBody>
      </p:sp>
      <p:sp>
        <p:nvSpPr>
          <p:cNvPr id="18" name="Prostokąt: zaokrąglone rogi 17">
            <a:extLst>
              <a:ext uri="{FF2B5EF4-FFF2-40B4-BE49-F238E27FC236}">
                <a16:creationId xmlns:a16="http://schemas.microsoft.com/office/drawing/2014/main" id="{623FCD24-479B-7222-B13B-EAE655866D8D}"/>
              </a:ext>
            </a:extLst>
          </p:cNvPr>
          <p:cNvSpPr/>
          <p:nvPr/>
        </p:nvSpPr>
        <p:spPr>
          <a:xfrm>
            <a:off x="2248160" y="5274356"/>
            <a:ext cx="5831045" cy="582346"/>
          </a:xfrm>
          <a:prstGeom prst="roundRect">
            <a:avLst/>
          </a:prstGeom>
        </p:spPr>
        <p:style>
          <a:lnRef idx="2">
            <a:schemeClr val="accent4"/>
          </a:lnRef>
          <a:fillRef idx="1">
            <a:schemeClr val="lt1"/>
          </a:fillRef>
          <a:effectRef idx="0">
            <a:schemeClr val="accent4"/>
          </a:effectRef>
          <a:fontRef idx="minor">
            <a:schemeClr val="dk1"/>
          </a:fontRef>
        </p:style>
        <p:txBody>
          <a:bodyPr rtlCol="0" anchor="ctr"/>
          <a:lstStyle/>
          <a:p>
            <a:pPr algn="ctr"/>
            <a:endParaRPr lang="en-US"/>
          </a:p>
        </p:txBody>
      </p:sp>
      <p:sp>
        <p:nvSpPr>
          <p:cNvPr id="19" name="Prostokąt: zaokrąglone rogi 18">
            <a:extLst>
              <a:ext uri="{FF2B5EF4-FFF2-40B4-BE49-F238E27FC236}">
                <a16:creationId xmlns:a16="http://schemas.microsoft.com/office/drawing/2014/main" id="{DB878771-714A-9151-F5D5-D37CC3132B77}"/>
              </a:ext>
            </a:extLst>
          </p:cNvPr>
          <p:cNvSpPr/>
          <p:nvPr/>
        </p:nvSpPr>
        <p:spPr>
          <a:xfrm>
            <a:off x="2422804" y="4629533"/>
            <a:ext cx="1788638" cy="454091"/>
          </a:xfrm>
          <a:prstGeom prst="roundRect">
            <a:avLst/>
          </a:prstGeom>
        </p:spPr>
        <p:style>
          <a:lnRef idx="1">
            <a:schemeClr val="accent3"/>
          </a:lnRef>
          <a:fillRef idx="2">
            <a:schemeClr val="accent3"/>
          </a:fillRef>
          <a:effectRef idx="1">
            <a:schemeClr val="accent3"/>
          </a:effectRef>
          <a:fontRef idx="minor">
            <a:schemeClr val="dk1"/>
          </a:fontRef>
        </p:style>
        <p:txBody>
          <a:bodyPr rtlCol="0" anchor="ctr"/>
          <a:lstStyle/>
          <a:p>
            <a:pPr algn="ctr"/>
            <a:r>
              <a:rPr lang="en-US" dirty="0"/>
              <a:t>N × </a:t>
            </a:r>
            <a:r>
              <a:rPr lang="en-US" dirty="0" err="1"/>
              <a:t>RenderMesh</a:t>
            </a:r>
            <a:endParaRPr lang="en-US" dirty="0"/>
          </a:p>
        </p:txBody>
      </p:sp>
      <p:sp>
        <p:nvSpPr>
          <p:cNvPr id="21" name="Prostokąt: zaokrąglone rogi 20">
            <a:extLst>
              <a:ext uri="{FF2B5EF4-FFF2-40B4-BE49-F238E27FC236}">
                <a16:creationId xmlns:a16="http://schemas.microsoft.com/office/drawing/2014/main" id="{55E3220F-1129-531B-A574-ED6484619344}"/>
              </a:ext>
            </a:extLst>
          </p:cNvPr>
          <p:cNvSpPr/>
          <p:nvPr/>
        </p:nvSpPr>
        <p:spPr>
          <a:xfrm>
            <a:off x="2248160" y="5983304"/>
            <a:ext cx="5831045" cy="582346"/>
          </a:xfrm>
          <a:prstGeom prst="roundRect">
            <a:avLst/>
          </a:prstGeom>
        </p:spPr>
        <p:style>
          <a:lnRef idx="2">
            <a:schemeClr val="accent4"/>
          </a:lnRef>
          <a:fillRef idx="1">
            <a:schemeClr val="lt1"/>
          </a:fillRef>
          <a:effectRef idx="0">
            <a:schemeClr val="accent4"/>
          </a:effectRef>
          <a:fontRef idx="minor">
            <a:schemeClr val="dk1"/>
          </a:fontRef>
        </p:style>
        <p:txBody>
          <a:bodyPr rtlCol="0" anchor="ctr"/>
          <a:lstStyle/>
          <a:p>
            <a:pPr algn="ctr"/>
            <a:endParaRPr lang="en-US" sz="1800" b="1" dirty="0"/>
          </a:p>
        </p:txBody>
      </p:sp>
      <p:sp>
        <p:nvSpPr>
          <p:cNvPr id="22" name="Prostokąt: zaokrąglone rogi 21">
            <a:extLst>
              <a:ext uri="{FF2B5EF4-FFF2-40B4-BE49-F238E27FC236}">
                <a16:creationId xmlns:a16="http://schemas.microsoft.com/office/drawing/2014/main" id="{9C35DCF1-E8CA-EEB4-53FA-1EB71464FADB}"/>
              </a:ext>
            </a:extLst>
          </p:cNvPr>
          <p:cNvSpPr/>
          <p:nvPr/>
        </p:nvSpPr>
        <p:spPr>
          <a:xfrm>
            <a:off x="2422804" y="6055704"/>
            <a:ext cx="1788638" cy="454091"/>
          </a:xfrm>
          <a:prstGeom prst="roundRect">
            <a:avLst/>
          </a:prstGeom>
        </p:spPr>
        <p:style>
          <a:lnRef idx="1">
            <a:schemeClr val="accent4"/>
          </a:lnRef>
          <a:fillRef idx="2">
            <a:schemeClr val="accent4"/>
          </a:fillRef>
          <a:effectRef idx="1">
            <a:schemeClr val="accent4"/>
          </a:effectRef>
          <a:fontRef idx="minor">
            <a:schemeClr val="dk1"/>
          </a:fontRef>
        </p:style>
        <p:txBody>
          <a:bodyPr rtlCol="0" anchor="ctr"/>
          <a:lstStyle/>
          <a:p>
            <a:pPr algn="ctr"/>
            <a:r>
              <a:rPr lang="en-US" dirty="0"/>
              <a:t>Skeleton</a:t>
            </a:r>
          </a:p>
        </p:txBody>
      </p:sp>
      <p:sp>
        <p:nvSpPr>
          <p:cNvPr id="23" name="Prostokąt: zaokrąglone rogi 22">
            <a:extLst>
              <a:ext uri="{FF2B5EF4-FFF2-40B4-BE49-F238E27FC236}">
                <a16:creationId xmlns:a16="http://schemas.microsoft.com/office/drawing/2014/main" id="{8402A842-EEDC-83FF-A507-9621F809288B}"/>
              </a:ext>
            </a:extLst>
          </p:cNvPr>
          <p:cNvSpPr/>
          <p:nvPr/>
        </p:nvSpPr>
        <p:spPr>
          <a:xfrm>
            <a:off x="4298239" y="6055704"/>
            <a:ext cx="1788638" cy="454091"/>
          </a:xfrm>
          <a:prstGeom prst="roundRect">
            <a:avLst/>
          </a:prstGeom>
        </p:spPr>
        <p:style>
          <a:lnRef idx="1">
            <a:schemeClr val="accent3"/>
          </a:lnRef>
          <a:fillRef idx="2">
            <a:schemeClr val="accent3"/>
          </a:fillRef>
          <a:effectRef idx="1">
            <a:schemeClr val="accent3"/>
          </a:effectRef>
          <a:fontRef idx="minor">
            <a:schemeClr val="dk1"/>
          </a:fontRef>
        </p:style>
        <p:txBody>
          <a:bodyPr rtlCol="0" anchor="ctr"/>
          <a:lstStyle/>
          <a:p>
            <a:pPr algn="ctr"/>
            <a:r>
              <a:rPr lang="en-US" dirty="0"/>
              <a:t>Model</a:t>
            </a:r>
          </a:p>
        </p:txBody>
      </p:sp>
      <p:sp>
        <p:nvSpPr>
          <p:cNvPr id="24" name="Prostokąt: zaokrąglone rogi 23">
            <a:extLst>
              <a:ext uri="{FF2B5EF4-FFF2-40B4-BE49-F238E27FC236}">
                <a16:creationId xmlns:a16="http://schemas.microsoft.com/office/drawing/2014/main" id="{0D408D65-9F46-8E4E-AB6A-38B36399CC4D}"/>
              </a:ext>
            </a:extLst>
          </p:cNvPr>
          <p:cNvSpPr/>
          <p:nvPr/>
        </p:nvSpPr>
        <p:spPr>
          <a:xfrm>
            <a:off x="2432137" y="2502686"/>
            <a:ext cx="1788638" cy="454090"/>
          </a:xfrm>
          <a:prstGeom prst="roundRect">
            <a:avLst/>
          </a:prstGeom>
        </p:spPr>
        <p:style>
          <a:lnRef idx="1">
            <a:schemeClr val="accent5"/>
          </a:lnRef>
          <a:fillRef idx="2">
            <a:schemeClr val="accent5"/>
          </a:fillRef>
          <a:effectRef idx="1">
            <a:schemeClr val="accent5"/>
          </a:effectRef>
          <a:fontRef idx="minor">
            <a:schemeClr val="dk1"/>
          </a:fontRef>
        </p:style>
        <p:txBody>
          <a:bodyPr rtlCol="0" anchor="ctr"/>
          <a:lstStyle/>
          <a:p>
            <a:pPr algn="ctr"/>
            <a:r>
              <a:rPr lang="en-US" dirty="0" err="1"/>
              <a:t>ShadingModel</a:t>
            </a:r>
            <a:endParaRPr lang="en-US" dirty="0"/>
          </a:p>
        </p:txBody>
      </p:sp>
      <p:sp>
        <p:nvSpPr>
          <p:cNvPr id="25" name="Prostokąt: zaokrąglone rogi 24">
            <a:extLst>
              <a:ext uri="{FF2B5EF4-FFF2-40B4-BE49-F238E27FC236}">
                <a16:creationId xmlns:a16="http://schemas.microsoft.com/office/drawing/2014/main" id="{AA6882CE-3ACB-7EF1-BAAA-34AA635C0083}"/>
              </a:ext>
            </a:extLst>
          </p:cNvPr>
          <p:cNvSpPr/>
          <p:nvPr/>
        </p:nvSpPr>
        <p:spPr>
          <a:xfrm>
            <a:off x="4320575" y="2502492"/>
            <a:ext cx="1788638" cy="454091"/>
          </a:xfrm>
          <a:prstGeom prst="roundRect">
            <a:avLst/>
          </a:prstGeom>
        </p:spPr>
        <p:style>
          <a:lnRef idx="1">
            <a:schemeClr val="accent1"/>
          </a:lnRef>
          <a:fillRef idx="2">
            <a:schemeClr val="accent1"/>
          </a:fillRef>
          <a:effectRef idx="1">
            <a:schemeClr val="accent1"/>
          </a:effectRef>
          <a:fontRef idx="minor">
            <a:schemeClr val="dk1"/>
          </a:fontRef>
        </p:style>
        <p:txBody>
          <a:bodyPr rtlCol="0" anchor="ctr"/>
          <a:lstStyle/>
          <a:p>
            <a:pPr algn="ctr"/>
            <a:r>
              <a:rPr lang="en-US" sz="1800" b="1" dirty="0"/>
              <a:t>N × </a:t>
            </a:r>
            <a:r>
              <a:rPr lang="en-US" dirty="0"/>
              <a:t>Texture</a:t>
            </a:r>
          </a:p>
        </p:txBody>
      </p:sp>
      <p:sp>
        <p:nvSpPr>
          <p:cNvPr id="26" name="Prostokąt: zaokrąglone rogi 25">
            <a:extLst>
              <a:ext uri="{FF2B5EF4-FFF2-40B4-BE49-F238E27FC236}">
                <a16:creationId xmlns:a16="http://schemas.microsoft.com/office/drawing/2014/main" id="{CCAC6781-6F60-A8D9-5642-3444C1E5F53B}"/>
              </a:ext>
            </a:extLst>
          </p:cNvPr>
          <p:cNvSpPr/>
          <p:nvPr/>
        </p:nvSpPr>
        <p:spPr>
          <a:xfrm>
            <a:off x="2422804" y="1793740"/>
            <a:ext cx="1788638" cy="454090"/>
          </a:xfrm>
          <a:prstGeom prst="roundRect">
            <a:avLst/>
          </a:prstGeom>
        </p:spPr>
        <p:style>
          <a:lnRef idx="1">
            <a:schemeClr val="accent5"/>
          </a:lnRef>
          <a:fillRef idx="2">
            <a:schemeClr val="accent5"/>
          </a:fillRef>
          <a:effectRef idx="1">
            <a:schemeClr val="accent5"/>
          </a:effectRef>
          <a:fontRef idx="minor">
            <a:schemeClr val="dk1"/>
          </a:fontRef>
        </p:style>
        <p:txBody>
          <a:bodyPr rtlCol="0" anchor="ctr"/>
          <a:lstStyle/>
          <a:p>
            <a:pPr algn="ctr"/>
            <a:r>
              <a:rPr lang="en-US" dirty="0"/>
              <a:t>Shader</a:t>
            </a:r>
          </a:p>
        </p:txBody>
      </p:sp>
      <p:sp>
        <p:nvSpPr>
          <p:cNvPr id="27" name="Prostokąt: zaokrąglone rogi 26">
            <a:extLst>
              <a:ext uri="{FF2B5EF4-FFF2-40B4-BE49-F238E27FC236}">
                <a16:creationId xmlns:a16="http://schemas.microsoft.com/office/drawing/2014/main" id="{10986182-11A1-407F-0A9A-047776D6D21A}"/>
              </a:ext>
            </a:extLst>
          </p:cNvPr>
          <p:cNvSpPr/>
          <p:nvPr/>
        </p:nvSpPr>
        <p:spPr>
          <a:xfrm>
            <a:off x="4324928" y="1793740"/>
            <a:ext cx="1779305" cy="454090"/>
          </a:xfrm>
          <a:prstGeom prst="roundRect">
            <a:avLst/>
          </a:prstGeom>
        </p:spPr>
        <p:style>
          <a:lnRef idx="2">
            <a:schemeClr val="dk1"/>
          </a:lnRef>
          <a:fillRef idx="1">
            <a:schemeClr val="lt1"/>
          </a:fillRef>
          <a:effectRef idx="0">
            <a:schemeClr val="dk1"/>
          </a:effectRef>
          <a:fontRef idx="minor">
            <a:schemeClr val="dk1"/>
          </a:fontRef>
        </p:style>
        <p:txBody>
          <a:bodyPr rtlCol="0" anchor="ctr"/>
          <a:lstStyle/>
          <a:p>
            <a:pPr algn="ctr"/>
            <a:r>
              <a:rPr lang="en-US" sz="1400" dirty="0"/>
              <a:t>Shader parameters (samplers, uniforms)</a:t>
            </a:r>
          </a:p>
        </p:txBody>
      </p:sp>
      <p:sp>
        <p:nvSpPr>
          <p:cNvPr id="28" name="Prostokąt: zaokrąglone rogi 27">
            <a:extLst>
              <a:ext uri="{FF2B5EF4-FFF2-40B4-BE49-F238E27FC236}">
                <a16:creationId xmlns:a16="http://schemas.microsoft.com/office/drawing/2014/main" id="{AE636A50-4E0B-1868-D213-643C6070FE02}"/>
              </a:ext>
            </a:extLst>
          </p:cNvPr>
          <p:cNvSpPr/>
          <p:nvPr/>
        </p:nvSpPr>
        <p:spPr>
          <a:xfrm>
            <a:off x="6209022" y="2502492"/>
            <a:ext cx="1779305" cy="454090"/>
          </a:xfrm>
          <a:prstGeom prst="roundRect">
            <a:avLst/>
          </a:prstGeom>
        </p:spPr>
        <p:style>
          <a:lnRef idx="2">
            <a:schemeClr val="dk1"/>
          </a:lnRef>
          <a:fillRef idx="1">
            <a:schemeClr val="lt1"/>
          </a:fillRef>
          <a:effectRef idx="0">
            <a:schemeClr val="dk1"/>
          </a:effectRef>
          <a:fontRef idx="minor">
            <a:schemeClr val="dk1"/>
          </a:fontRef>
        </p:style>
        <p:txBody>
          <a:bodyPr rtlCol="0" anchor="ctr"/>
          <a:lstStyle/>
          <a:p>
            <a:pPr algn="ctr"/>
            <a:r>
              <a:rPr lang="en-US" sz="1400" dirty="0"/>
              <a:t>Uniform Values</a:t>
            </a:r>
          </a:p>
        </p:txBody>
      </p:sp>
      <p:sp>
        <p:nvSpPr>
          <p:cNvPr id="29" name="Prostokąt: zaokrąglone rogi 28">
            <a:extLst>
              <a:ext uri="{FF2B5EF4-FFF2-40B4-BE49-F238E27FC236}">
                <a16:creationId xmlns:a16="http://schemas.microsoft.com/office/drawing/2014/main" id="{BACA3B09-F70D-BC34-B78E-F679844A2F3A}"/>
              </a:ext>
            </a:extLst>
          </p:cNvPr>
          <p:cNvSpPr/>
          <p:nvPr/>
        </p:nvSpPr>
        <p:spPr>
          <a:xfrm>
            <a:off x="2432137" y="3210496"/>
            <a:ext cx="1779305" cy="454090"/>
          </a:xfrm>
          <a:prstGeom prst="roundRect">
            <a:avLst/>
          </a:prstGeom>
        </p:spPr>
        <p:style>
          <a:lnRef idx="2">
            <a:schemeClr val="dk1"/>
          </a:lnRef>
          <a:fillRef idx="1">
            <a:schemeClr val="lt1"/>
          </a:fillRef>
          <a:effectRef idx="0">
            <a:schemeClr val="dk1"/>
          </a:effectRef>
          <a:fontRef idx="minor">
            <a:schemeClr val="dk1"/>
          </a:fontRef>
        </p:style>
        <p:txBody>
          <a:bodyPr rtlCol="0" anchor="ctr"/>
          <a:lstStyle/>
          <a:p>
            <a:pPr algn="ctr"/>
            <a:r>
              <a:rPr lang="en-US" sz="1400" dirty="0"/>
              <a:t>Vertices and Indices</a:t>
            </a:r>
          </a:p>
        </p:txBody>
      </p:sp>
      <p:sp>
        <p:nvSpPr>
          <p:cNvPr id="30" name="Prostokąt: zaokrąglone rogi 29">
            <a:extLst>
              <a:ext uri="{FF2B5EF4-FFF2-40B4-BE49-F238E27FC236}">
                <a16:creationId xmlns:a16="http://schemas.microsoft.com/office/drawing/2014/main" id="{8CDE929D-191C-6294-345E-D989A3BBB93D}"/>
              </a:ext>
            </a:extLst>
          </p:cNvPr>
          <p:cNvSpPr/>
          <p:nvPr/>
        </p:nvSpPr>
        <p:spPr>
          <a:xfrm>
            <a:off x="2432136" y="5352990"/>
            <a:ext cx="1779305" cy="454090"/>
          </a:xfrm>
          <a:prstGeom prst="roundRect">
            <a:avLst/>
          </a:prstGeom>
        </p:spPr>
        <p:style>
          <a:lnRef idx="2">
            <a:schemeClr val="dk1"/>
          </a:lnRef>
          <a:fillRef idx="1">
            <a:schemeClr val="lt1"/>
          </a:fillRef>
          <a:effectRef idx="0">
            <a:schemeClr val="dk1"/>
          </a:effectRef>
          <a:fontRef idx="minor">
            <a:schemeClr val="dk1"/>
          </a:fontRef>
        </p:style>
        <p:txBody>
          <a:bodyPr rtlCol="0" anchor="ctr"/>
          <a:lstStyle/>
          <a:p>
            <a:pPr algn="ctr"/>
            <a:r>
              <a:rPr lang="en-US" sz="1000" dirty="0"/>
              <a:t>Hierarchy of transforms with default values (base pose)</a:t>
            </a:r>
          </a:p>
        </p:txBody>
      </p:sp>
      <p:sp>
        <p:nvSpPr>
          <p:cNvPr id="5" name="Prostokąt: zaokrąglone rogi 4">
            <a:extLst>
              <a:ext uri="{FF2B5EF4-FFF2-40B4-BE49-F238E27FC236}">
                <a16:creationId xmlns:a16="http://schemas.microsoft.com/office/drawing/2014/main" id="{E584206F-553C-48E2-F13A-1AD03FECC931}"/>
              </a:ext>
            </a:extLst>
          </p:cNvPr>
          <p:cNvSpPr/>
          <p:nvPr/>
        </p:nvSpPr>
        <p:spPr>
          <a:xfrm>
            <a:off x="341602" y="3920584"/>
            <a:ext cx="1996752" cy="454091"/>
          </a:xfrm>
          <a:prstGeom prst="roundRect">
            <a:avLst/>
          </a:prstGeom>
        </p:spPr>
        <p:style>
          <a:lnRef idx="2">
            <a:schemeClr val="accent3">
              <a:shade val="15000"/>
            </a:schemeClr>
          </a:lnRef>
          <a:fillRef idx="1">
            <a:schemeClr val="accent3"/>
          </a:fillRef>
          <a:effectRef idx="0">
            <a:schemeClr val="accent3"/>
          </a:effectRef>
          <a:fontRef idx="minor">
            <a:schemeClr val="lt1"/>
          </a:fontRef>
        </p:style>
        <p:txBody>
          <a:bodyPr rtlCol="0" anchor="ctr"/>
          <a:lstStyle/>
          <a:p>
            <a:pPr algn="ctr"/>
            <a:r>
              <a:rPr lang="en-US" dirty="0" err="1"/>
              <a:t>RenderMesh</a:t>
            </a:r>
            <a:endParaRPr lang="en-US" dirty="0"/>
          </a:p>
        </p:txBody>
      </p:sp>
      <p:sp>
        <p:nvSpPr>
          <p:cNvPr id="3" name="Prostokąt: zaokrąglone rogi 2">
            <a:extLst>
              <a:ext uri="{FF2B5EF4-FFF2-40B4-BE49-F238E27FC236}">
                <a16:creationId xmlns:a16="http://schemas.microsoft.com/office/drawing/2014/main" id="{298083F8-869E-1582-9E95-4A645FC0A096}"/>
              </a:ext>
            </a:extLst>
          </p:cNvPr>
          <p:cNvSpPr/>
          <p:nvPr/>
        </p:nvSpPr>
        <p:spPr>
          <a:xfrm>
            <a:off x="341601" y="3211636"/>
            <a:ext cx="1996752" cy="454090"/>
          </a:xfrm>
          <a:prstGeom prst="roundRect">
            <a:avLst/>
          </a:prstGeom>
        </p:spPr>
        <p:style>
          <a:lnRef idx="2">
            <a:schemeClr val="accent3">
              <a:shade val="15000"/>
            </a:schemeClr>
          </a:lnRef>
          <a:fillRef idx="1">
            <a:schemeClr val="accent3"/>
          </a:fillRef>
          <a:effectRef idx="0">
            <a:schemeClr val="accent3"/>
          </a:effectRef>
          <a:fontRef idx="minor">
            <a:schemeClr val="lt1"/>
          </a:fontRef>
        </p:style>
        <p:txBody>
          <a:bodyPr rtlCol="0" anchor="ctr"/>
          <a:lstStyle/>
          <a:p>
            <a:pPr algn="ctr"/>
            <a:r>
              <a:rPr lang="en-US" dirty="0"/>
              <a:t>Mesh</a:t>
            </a:r>
          </a:p>
        </p:txBody>
      </p:sp>
      <p:sp>
        <p:nvSpPr>
          <p:cNvPr id="4" name="Prostokąt: zaokrąglone rogi 3">
            <a:extLst>
              <a:ext uri="{FF2B5EF4-FFF2-40B4-BE49-F238E27FC236}">
                <a16:creationId xmlns:a16="http://schemas.microsoft.com/office/drawing/2014/main" id="{15BA47C1-9DE5-114E-0163-B421D239D615}"/>
              </a:ext>
            </a:extLst>
          </p:cNvPr>
          <p:cNvSpPr/>
          <p:nvPr/>
        </p:nvSpPr>
        <p:spPr>
          <a:xfrm>
            <a:off x="341601" y="2502492"/>
            <a:ext cx="1996752" cy="454090"/>
          </a:xfrm>
          <a:prstGeom prst="roundRect">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r>
              <a:rPr lang="en-US" dirty="0"/>
              <a:t>Material</a:t>
            </a:r>
          </a:p>
        </p:txBody>
      </p:sp>
      <p:sp>
        <p:nvSpPr>
          <p:cNvPr id="8" name="Prostokąt: zaokrąglone rogi 7">
            <a:extLst>
              <a:ext uri="{FF2B5EF4-FFF2-40B4-BE49-F238E27FC236}">
                <a16:creationId xmlns:a16="http://schemas.microsoft.com/office/drawing/2014/main" id="{D4C5BF30-07FC-E8B0-48F4-306F2D182AD9}"/>
              </a:ext>
            </a:extLst>
          </p:cNvPr>
          <p:cNvSpPr/>
          <p:nvPr/>
        </p:nvSpPr>
        <p:spPr>
          <a:xfrm>
            <a:off x="341601" y="4629533"/>
            <a:ext cx="1996752" cy="454091"/>
          </a:xfrm>
          <a:prstGeom prst="roundRect">
            <a:avLst/>
          </a:prstGeom>
        </p:spPr>
        <p:style>
          <a:lnRef idx="2">
            <a:schemeClr val="accent3">
              <a:shade val="15000"/>
            </a:schemeClr>
          </a:lnRef>
          <a:fillRef idx="1">
            <a:schemeClr val="accent3"/>
          </a:fillRef>
          <a:effectRef idx="0">
            <a:schemeClr val="accent3"/>
          </a:effectRef>
          <a:fontRef idx="minor">
            <a:schemeClr val="lt1"/>
          </a:fontRef>
        </p:style>
        <p:txBody>
          <a:bodyPr rtlCol="0" anchor="ctr"/>
          <a:lstStyle/>
          <a:p>
            <a:pPr algn="ctr"/>
            <a:r>
              <a:rPr lang="en-US" dirty="0"/>
              <a:t>Model</a:t>
            </a:r>
          </a:p>
        </p:txBody>
      </p:sp>
      <p:sp>
        <p:nvSpPr>
          <p:cNvPr id="9" name="Prostokąt: zaokrąglone rogi 8">
            <a:extLst>
              <a:ext uri="{FF2B5EF4-FFF2-40B4-BE49-F238E27FC236}">
                <a16:creationId xmlns:a16="http://schemas.microsoft.com/office/drawing/2014/main" id="{42F977DC-D3C4-52DB-8595-6AC53B8DEEDA}"/>
              </a:ext>
            </a:extLst>
          </p:cNvPr>
          <p:cNvSpPr/>
          <p:nvPr/>
        </p:nvSpPr>
        <p:spPr>
          <a:xfrm>
            <a:off x="341601" y="5338484"/>
            <a:ext cx="1996752" cy="454091"/>
          </a:xfrm>
          <a:prstGeom prst="roundRect">
            <a:avLst/>
          </a:prstGeom>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r>
              <a:rPr lang="en-US" dirty="0"/>
              <a:t>Skeleton</a:t>
            </a:r>
          </a:p>
        </p:txBody>
      </p:sp>
      <p:sp>
        <p:nvSpPr>
          <p:cNvPr id="10" name="Prostokąt: zaokrąglone rogi 9">
            <a:extLst>
              <a:ext uri="{FF2B5EF4-FFF2-40B4-BE49-F238E27FC236}">
                <a16:creationId xmlns:a16="http://schemas.microsoft.com/office/drawing/2014/main" id="{E3C44E08-EE43-10E4-741B-41B73567F165}"/>
              </a:ext>
            </a:extLst>
          </p:cNvPr>
          <p:cNvSpPr/>
          <p:nvPr/>
        </p:nvSpPr>
        <p:spPr>
          <a:xfrm>
            <a:off x="341601" y="1793740"/>
            <a:ext cx="1996752" cy="454090"/>
          </a:xfrm>
          <a:prstGeom prst="roundRect">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r>
              <a:rPr lang="en-US" dirty="0" err="1"/>
              <a:t>ShadingModel</a:t>
            </a:r>
            <a:endParaRPr lang="en-US" dirty="0"/>
          </a:p>
        </p:txBody>
      </p:sp>
      <p:sp>
        <p:nvSpPr>
          <p:cNvPr id="20" name="Prostokąt: zaokrąglone rogi 19">
            <a:extLst>
              <a:ext uri="{FF2B5EF4-FFF2-40B4-BE49-F238E27FC236}">
                <a16:creationId xmlns:a16="http://schemas.microsoft.com/office/drawing/2014/main" id="{B0F48546-8839-7316-694A-DA54EB4CDDCF}"/>
              </a:ext>
            </a:extLst>
          </p:cNvPr>
          <p:cNvSpPr/>
          <p:nvPr/>
        </p:nvSpPr>
        <p:spPr>
          <a:xfrm>
            <a:off x="341601" y="6047429"/>
            <a:ext cx="1996752" cy="454091"/>
          </a:xfrm>
          <a:prstGeom prst="roundRect">
            <a:avLst/>
          </a:prstGeom>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r>
              <a:rPr lang="en-US" dirty="0" err="1"/>
              <a:t>SkinnedModel</a:t>
            </a:r>
            <a:endParaRPr lang="en-US" dirty="0"/>
          </a:p>
        </p:txBody>
      </p:sp>
      <p:sp>
        <p:nvSpPr>
          <p:cNvPr id="32" name="Prostokąt: zaokrąglone rogi 31">
            <a:extLst>
              <a:ext uri="{FF2B5EF4-FFF2-40B4-BE49-F238E27FC236}">
                <a16:creationId xmlns:a16="http://schemas.microsoft.com/office/drawing/2014/main" id="{BA224768-9D77-C54A-EEC5-D7F628E7731D}"/>
              </a:ext>
            </a:extLst>
          </p:cNvPr>
          <p:cNvSpPr/>
          <p:nvPr/>
        </p:nvSpPr>
        <p:spPr>
          <a:xfrm>
            <a:off x="6168464" y="6055705"/>
            <a:ext cx="1779305" cy="454090"/>
          </a:xfrm>
          <a:prstGeom prst="roundRect">
            <a:avLst/>
          </a:prstGeom>
        </p:spPr>
        <p:style>
          <a:lnRef idx="2">
            <a:schemeClr val="dk1"/>
          </a:lnRef>
          <a:fillRef idx="1">
            <a:schemeClr val="lt1"/>
          </a:fillRef>
          <a:effectRef idx="0">
            <a:schemeClr val="dk1"/>
          </a:effectRef>
          <a:fontRef idx="minor">
            <a:schemeClr val="dk1"/>
          </a:fontRef>
        </p:style>
        <p:txBody>
          <a:bodyPr rtlCol="0" anchor="ctr"/>
          <a:lstStyle/>
          <a:p>
            <a:pPr algn="ctr"/>
            <a:r>
              <a:rPr lang="en-US" sz="1400" dirty="0"/>
              <a:t>Skinning</a:t>
            </a:r>
          </a:p>
        </p:txBody>
      </p:sp>
      <p:graphicFrame>
        <p:nvGraphicFramePr>
          <p:cNvPr id="11" name="Diagram 10">
            <a:extLst>
              <a:ext uri="{FF2B5EF4-FFF2-40B4-BE49-F238E27FC236}">
                <a16:creationId xmlns:a16="http://schemas.microsoft.com/office/drawing/2014/main" id="{455A17B2-11B7-D3A5-58CA-7B20B6F2E231}"/>
              </a:ext>
            </a:extLst>
          </p:cNvPr>
          <p:cNvGraphicFramePr/>
          <p:nvPr>
            <p:extLst>
              <p:ext uri="{D42A27DB-BD31-4B8C-83A1-F6EECF244321}">
                <p14:modId xmlns:p14="http://schemas.microsoft.com/office/powerpoint/2010/main" val="798058038"/>
              </p:ext>
            </p:extLst>
          </p:nvPr>
        </p:nvGraphicFramePr>
        <p:xfrm>
          <a:off x="7711208" y="801276"/>
          <a:ext cx="4465264" cy="5553228"/>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34" name="Prostokąt: zaokrąglone rogi 33">
            <a:extLst>
              <a:ext uri="{FF2B5EF4-FFF2-40B4-BE49-F238E27FC236}">
                <a16:creationId xmlns:a16="http://schemas.microsoft.com/office/drawing/2014/main" id="{E9DCB041-6C0E-0233-8206-DDAA8F9BCF8A}"/>
              </a:ext>
            </a:extLst>
          </p:cNvPr>
          <p:cNvSpPr/>
          <p:nvPr/>
        </p:nvSpPr>
        <p:spPr>
          <a:xfrm>
            <a:off x="1171780" y="1080541"/>
            <a:ext cx="1996752" cy="454090"/>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Texture</a:t>
            </a:r>
          </a:p>
        </p:txBody>
      </p:sp>
      <p:sp>
        <p:nvSpPr>
          <p:cNvPr id="35" name="Prostokąt: zaokrąglone rogi 34">
            <a:extLst>
              <a:ext uri="{FF2B5EF4-FFF2-40B4-BE49-F238E27FC236}">
                <a16:creationId xmlns:a16="http://schemas.microsoft.com/office/drawing/2014/main" id="{9535FEBE-9AC0-ABF0-EB16-E2A3560A6289}"/>
              </a:ext>
            </a:extLst>
          </p:cNvPr>
          <p:cNvSpPr/>
          <p:nvPr/>
        </p:nvSpPr>
        <p:spPr>
          <a:xfrm>
            <a:off x="3765924" y="1080541"/>
            <a:ext cx="1996752" cy="454090"/>
          </a:xfrm>
          <a:prstGeom prst="roundRect">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r>
              <a:rPr lang="en-US" dirty="0"/>
              <a:t>Shader</a:t>
            </a:r>
          </a:p>
        </p:txBody>
      </p:sp>
      <p:sp>
        <p:nvSpPr>
          <p:cNvPr id="36" name="Prostokąt: zaokrąglone rogi 35">
            <a:extLst>
              <a:ext uri="{FF2B5EF4-FFF2-40B4-BE49-F238E27FC236}">
                <a16:creationId xmlns:a16="http://schemas.microsoft.com/office/drawing/2014/main" id="{85248885-70AB-990C-2E0B-0BB075316ECB}"/>
              </a:ext>
            </a:extLst>
          </p:cNvPr>
          <p:cNvSpPr/>
          <p:nvPr/>
        </p:nvSpPr>
        <p:spPr>
          <a:xfrm>
            <a:off x="250310" y="348874"/>
            <a:ext cx="921470" cy="297686"/>
          </a:xfrm>
          <a:prstGeom prst="roundRect">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r>
              <a:rPr lang="en-US" sz="1050" dirty="0"/>
              <a:t>Asset</a:t>
            </a:r>
          </a:p>
        </p:txBody>
      </p:sp>
      <p:sp>
        <p:nvSpPr>
          <p:cNvPr id="38" name="Prostokąt: zaokrąglone rogi 37">
            <a:extLst>
              <a:ext uri="{FF2B5EF4-FFF2-40B4-BE49-F238E27FC236}">
                <a16:creationId xmlns:a16="http://schemas.microsoft.com/office/drawing/2014/main" id="{9E78DCA0-1994-1488-028C-616ADFEE312C}"/>
              </a:ext>
            </a:extLst>
          </p:cNvPr>
          <p:cNvSpPr/>
          <p:nvPr/>
        </p:nvSpPr>
        <p:spPr>
          <a:xfrm>
            <a:off x="1325592" y="348874"/>
            <a:ext cx="921470" cy="297686"/>
          </a:xfrm>
          <a:prstGeom prst="roundRect">
            <a:avLst/>
          </a:prstGeom>
        </p:spPr>
        <p:style>
          <a:lnRef idx="1">
            <a:schemeClr val="accent5"/>
          </a:lnRef>
          <a:fillRef idx="2">
            <a:schemeClr val="accent5"/>
          </a:fillRef>
          <a:effectRef idx="1">
            <a:schemeClr val="accent5"/>
          </a:effectRef>
          <a:fontRef idx="minor">
            <a:schemeClr val="dk1"/>
          </a:fontRef>
        </p:style>
        <p:txBody>
          <a:bodyPr rtlCol="0" anchor="ctr"/>
          <a:lstStyle/>
          <a:p>
            <a:pPr algn="ctr"/>
            <a:r>
              <a:rPr lang="en-US" sz="1050" dirty="0"/>
              <a:t>Asset</a:t>
            </a:r>
            <a:r>
              <a:rPr lang="pl-PL" sz="1050" dirty="0"/>
              <a:t>ID</a:t>
            </a:r>
            <a:endParaRPr lang="en-US" sz="1050" dirty="0"/>
          </a:p>
        </p:txBody>
      </p:sp>
      <p:sp>
        <p:nvSpPr>
          <p:cNvPr id="39" name="Prostokąt: zaokrąglone rogi 38">
            <a:extLst>
              <a:ext uri="{FF2B5EF4-FFF2-40B4-BE49-F238E27FC236}">
                <a16:creationId xmlns:a16="http://schemas.microsoft.com/office/drawing/2014/main" id="{5C9A111D-98D9-2CBA-8F08-74C273DB6203}"/>
              </a:ext>
            </a:extLst>
          </p:cNvPr>
          <p:cNvSpPr/>
          <p:nvPr/>
        </p:nvSpPr>
        <p:spPr>
          <a:xfrm>
            <a:off x="2396924" y="348205"/>
            <a:ext cx="921470" cy="297686"/>
          </a:xfrm>
          <a:prstGeom prst="roundRect">
            <a:avLst/>
          </a:prstGeom>
        </p:spPr>
        <p:style>
          <a:lnRef idx="2">
            <a:schemeClr val="dk1"/>
          </a:lnRef>
          <a:fillRef idx="1">
            <a:schemeClr val="lt1"/>
          </a:fillRef>
          <a:effectRef idx="0">
            <a:schemeClr val="dk1"/>
          </a:effectRef>
          <a:fontRef idx="minor">
            <a:schemeClr val="dk1"/>
          </a:fontRef>
        </p:style>
        <p:txBody>
          <a:bodyPr rtlCol="0" anchor="ctr"/>
          <a:lstStyle/>
          <a:p>
            <a:pPr algn="ctr"/>
            <a:r>
              <a:rPr lang="en-US" sz="1050" dirty="0"/>
              <a:t>Data</a:t>
            </a:r>
          </a:p>
        </p:txBody>
      </p:sp>
    </p:spTree>
    <p:extLst>
      <p:ext uri="{BB962C8B-B14F-4D97-AF65-F5344CB8AC3E}">
        <p14:creationId xmlns:p14="http://schemas.microsoft.com/office/powerpoint/2010/main" val="511200748"/>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A447782-54D3-57FB-1D99-139F4A5AA9C8}"/>
            </a:ext>
          </a:extLst>
        </p:cNvPr>
        <p:cNvGrpSpPr/>
        <p:nvPr/>
      </p:nvGrpSpPr>
      <p:grpSpPr>
        <a:xfrm>
          <a:off x="0" y="0"/>
          <a:ext cx="0" cy="0"/>
          <a:chOff x="0" y="0"/>
          <a:chExt cx="0" cy="0"/>
        </a:xfrm>
      </p:grpSpPr>
      <p:sp>
        <p:nvSpPr>
          <p:cNvPr id="2" name="Rectangle: Rounded Corners 3">
            <a:extLst>
              <a:ext uri="{FF2B5EF4-FFF2-40B4-BE49-F238E27FC236}">
                <a16:creationId xmlns:a16="http://schemas.microsoft.com/office/drawing/2014/main" id="{E445C594-D8AF-42C0-2BA6-654145F23E96}"/>
              </a:ext>
            </a:extLst>
          </p:cNvPr>
          <p:cNvSpPr/>
          <p:nvPr/>
        </p:nvSpPr>
        <p:spPr>
          <a:xfrm>
            <a:off x="4312821" y="378414"/>
            <a:ext cx="3566358" cy="582346"/>
          </a:xfrm>
          <a:prstGeom prst="roundRect">
            <a:avLst/>
          </a:prstGeom>
        </p:spPr>
        <p:style>
          <a:lnRef idx="0">
            <a:schemeClr val="accent1"/>
          </a:lnRef>
          <a:fillRef idx="3">
            <a:schemeClr val="accent1"/>
          </a:fillRef>
          <a:effectRef idx="3">
            <a:schemeClr val="accent1"/>
          </a:effectRef>
          <a:fontRef idx="minor">
            <a:schemeClr val="lt1"/>
          </a:fontRef>
        </p:style>
        <p:txBody>
          <a:bodyPr rtlCol="0" anchor="ctr"/>
          <a:lstStyle/>
          <a:p>
            <a:pPr algn="ctr"/>
            <a:r>
              <a:rPr lang="en-US" dirty="0"/>
              <a:t>Scene Components for</a:t>
            </a:r>
            <a:br>
              <a:rPr lang="en-US" dirty="0"/>
            </a:br>
            <a:r>
              <a:rPr lang="en-US" dirty="0"/>
              <a:t> Geometry Assets</a:t>
            </a:r>
          </a:p>
        </p:txBody>
      </p:sp>
      <p:graphicFrame>
        <p:nvGraphicFramePr>
          <p:cNvPr id="3" name="Diagram 2">
            <a:extLst>
              <a:ext uri="{FF2B5EF4-FFF2-40B4-BE49-F238E27FC236}">
                <a16:creationId xmlns:a16="http://schemas.microsoft.com/office/drawing/2014/main" id="{768389A3-3E12-2210-4369-E1F23EE899C2}"/>
              </a:ext>
            </a:extLst>
          </p:cNvPr>
          <p:cNvGraphicFramePr/>
          <p:nvPr>
            <p:extLst>
              <p:ext uri="{D42A27DB-BD31-4B8C-83A1-F6EECF244321}">
                <p14:modId xmlns:p14="http://schemas.microsoft.com/office/powerpoint/2010/main" val="4119347365"/>
              </p:ext>
            </p:extLst>
          </p:nvPr>
        </p:nvGraphicFramePr>
        <p:xfrm>
          <a:off x="445791" y="1803341"/>
          <a:ext cx="11341882" cy="1736862"/>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graphicFrame>
        <p:nvGraphicFramePr>
          <p:cNvPr id="4" name="Diagram 3">
            <a:extLst>
              <a:ext uri="{FF2B5EF4-FFF2-40B4-BE49-F238E27FC236}">
                <a16:creationId xmlns:a16="http://schemas.microsoft.com/office/drawing/2014/main" id="{D27C8F70-4BE7-BB8A-F695-D25BC3695B04}"/>
              </a:ext>
            </a:extLst>
          </p:cNvPr>
          <p:cNvGraphicFramePr/>
          <p:nvPr>
            <p:extLst>
              <p:ext uri="{D42A27DB-BD31-4B8C-83A1-F6EECF244321}">
                <p14:modId xmlns:p14="http://schemas.microsoft.com/office/powerpoint/2010/main" val="2364547718"/>
              </p:ext>
            </p:extLst>
          </p:nvPr>
        </p:nvGraphicFramePr>
        <p:xfrm>
          <a:off x="445791" y="4497355"/>
          <a:ext cx="11341882" cy="1788954"/>
        </p:xfrm>
        <a:graphic>
          <a:graphicData uri="http://schemas.openxmlformats.org/drawingml/2006/diagram">
            <dgm:relIds xmlns:dgm="http://schemas.openxmlformats.org/drawingml/2006/diagram" xmlns:r="http://schemas.openxmlformats.org/officeDocument/2006/relationships" r:dm="rId7" r:lo="rId8" r:qs="rId9" r:cs="rId10"/>
          </a:graphicData>
        </a:graphic>
      </p:graphicFrame>
      <p:sp>
        <p:nvSpPr>
          <p:cNvPr id="10" name="pole tekstowe 9">
            <a:extLst>
              <a:ext uri="{FF2B5EF4-FFF2-40B4-BE49-F238E27FC236}">
                <a16:creationId xmlns:a16="http://schemas.microsoft.com/office/drawing/2014/main" id="{8DB3D6EE-F537-D3B9-0B60-FFDAB3873EEE}"/>
              </a:ext>
            </a:extLst>
          </p:cNvPr>
          <p:cNvSpPr txBox="1"/>
          <p:nvPr/>
        </p:nvSpPr>
        <p:spPr>
          <a:xfrm>
            <a:off x="973494" y="1434009"/>
            <a:ext cx="10245012" cy="369332"/>
          </a:xfrm>
          <a:prstGeom prst="rect">
            <a:avLst/>
          </a:prstGeom>
          <a:noFill/>
        </p:spPr>
        <p:txBody>
          <a:bodyPr wrap="square" rtlCol="0">
            <a:spAutoFit/>
          </a:bodyPr>
          <a:lstStyle/>
          <a:p>
            <a:pPr algn="ctr"/>
            <a:r>
              <a:rPr lang="en-US" dirty="0"/>
              <a:t>Geometry assets (sufficient for rendering on their own) have dedicated scene components.  </a:t>
            </a:r>
          </a:p>
        </p:txBody>
      </p:sp>
      <p:sp>
        <p:nvSpPr>
          <p:cNvPr id="13" name="pole tekstowe 12">
            <a:extLst>
              <a:ext uri="{FF2B5EF4-FFF2-40B4-BE49-F238E27FC236}">
                <a16:creationId xmlns:a16="http://schemas.microsoft.com/office/drawing/2014/main" id="{CED43D75-F72F-623C-8740-73B5B3162F15}"/>
              </a:ext>
            </a:extLst>
          </p:cNvPr>
          <p:cNvSpPr txBox="1"/>
          <p:nvPr/>
        </p:nvSpPr>
        <p:spPr>
          <a:xfrm>
            <a:off x="292963" y="4037250"/>
            <a:ext cx="11606074" cy="369332"/>
          </a:xfrm>
          <a:prstGeom prst="rect">
            <a:avLst/>
          </a:prstGeom>
          <a:noFill/>
        </p:spPr>
        <p:txBody>
          <a:bodyPr wrap="square" rtlCol="0">
            <a:spAutoFit/>
          </a:bodyPr>
          <a:lstStyle/>
          <a:p>
            <a:pPr algn="ctr"/>
            <a:r>
              <a:rPr lang="en-US" dirty="0"/>
              <a:t>They also have scene components “simulating” them – asset views. </a:t>
            </a:r>
            <a:r>
              <a:rPr lang="pl-PL" dirty="0" err="1"/>
              <a:t>This</a:t>
            </a:r>
            <a:r>
              <a:rPr lang="en-US" dirty="0"/>
              <a:t> allows for runtime dynamic composition.</a:t>
            </a:r>
          </a:p>
        </p:txBody>
      </p:sp>
    </p:spTree>
    <p:extLst>
      <p:ext uri="{BB962C8B-B14F-4D97-AF65-F5344CB8AC3E}">
        <p14:creationId xmlns:p14="http://schemas.microsoft.com/office/powerpoint/2010/main" val="687407255"/>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96993B2-9C15-E053-B6AC-8093773B3FB6}"/>
            </a:ext>
          </a:extLst>
        </p:cNvPr>
        <p:cNvGrpSpPr/>
        <p:nvPr/>
      </p:nvGrpSpPr>
      <p:grpSpPr>
        <a:xfrm>
          <a:off x="0" y="0"/>
          <a:ext cx="0" cy="0"/>
          <a:chOff x="0" y="0"/>
          <a:chExt cx="0" cy="0"/>
        </a:xfrm>
      </p:grpSpPr>
      <p:sp>
        <p:nvSpPr>
          <p:cNvPr id="38" name="TextBox 174">
            <a:extLst>
              <a:ext uri="{FF2B5EF4-FFF2-40B4-BE49-F238E27FC236}">
                <a16:creationId xmlns:a16="http://schemas.microsoft.com/office/drawing/2014/main" id="{1A69DFC9-6799-E624-E84B-8D5F2BB38FE5}"/>
              </a:ext>
            </a:extLst>
          </p:cNvPr>
          <p:cNvSpPr txBox="1"/>
          <p:nvPr/>
        </p:nvSpPr>
        <p:spPr>
          <a:xfrm>
            <a:off x="244375" y="1030831"/>
            <a:ext cx="7130983" cy="2585323"/>
          </a:xfrm>
          <a:prstGeom prst="rect">
            <a:avLst/>
          </a:prstGeom>
          <a:noFill/>
        </p:spPr>
        <p:txBody>
          <a:bodyPr wrap="square" rtlCol="0">
            <a:spAutoFit/>
          </a:bodyPr>
          <a:lstStyle/>
          <a:p>
            <a:pPr algn="just"/>
            <a:r>
              <a:rPr lang="en-US" dirty="0"/>
              <a:t>You can never assume an asset is loaded and there is no explicit asset loading request possibility. Instead, a handle to the asset has a loading priority value - </a:t>
            </a:r>
            <a:r>
              <a:rPr lang="en-US" dirty="0" err="1"/>
              <a:t>enum</a:t>
            </a:r>
            <a:r>
              <a:rPr lang="en-US" dirty="0"/>
              <a:t>.</a:t>
            </a:r>
          </a:p>
          <a:p>
            <a:pPr algn="just"/>
            <a:endParaRPr lang="en-US" dirty="0"/>
          </a:p>
          <a:p>
            <a:pPr algn="just"/>
            <a:r>
              <a:rPr lang="en-US" dirty="0"/>
              <a:t>Asset handles of each loading priority are atomically counted in a component of that asset (</a:t>
            </a:r>
            <a:r>
              <a:rPr lang="en-US" dirty="0" err="1"/>
              <a:t>ACRefsCounters</a:t>
            </a:r>
            <a:r>
              <a:rPr lang="en-US" dirty="0"/>
              <a:t>).</a:t>
            </a:r>
          </a:p>
          <a:p>
            <a:pPr algn="just"/>
            <a:r>
              <a:rPr lang="en-US" dirty="0"/>
              <a:t>List of assets to load for given loading priority is maintained continuously by adding/removing empty component corresponding to given loading priority when reference count changes from/to 0.</a:t>
            </a:r>
          </a:p>
        </p:txBody>
      </p:sp>
      <p:pic>
        <p:nvPicPr>
          <p:cNvPr id="3" name="Obraz 2">
            <a:extLst>
              <a:ext uri="{FF2B5EF4-FFF2-40B4-BE49-F238E27FC236}">
                <a16:creationId xmlns:a16="http://schemas.microsoft.com/office/drawing/2014/main" id="{486857C0-437A-0058-E98D-74A0EF23ADFD}"/>
              </a:ext>
            </a:extLst>
          </p:cNvPr>
          <p:cNvPicPr>
            <a:picLocks noChangeAspect="1"/>
          </p:cNvPicPr>
          <p:nvPr/>
        </p:nvPicPr>
        <p:blipFill>
          <a:blip r:embed="rId3"/>
          <a:stretch>
            <a:fillRect/>
          </a:stretch>
        </p:blipFill>
        <p:spPr>
          <a:xfrm>
            <a:off x="5347546" y="3823239"/>
            <a:ext cx="6594104" cy="2698915"/>
          </a:xfrm>
          <a:prstGeom prst="rect">
            <a:avLst/>
          </a:prstGeom>
        </p:spPr>
      </p:pic>
      <p:pic>
        <p:nvPicPr>
          <p:cNvPr id="6" name="Obraz 5">
            <a:extLst>
              <a:ext uri="{FF2B5EF4-FFF2-40B4-BE49-F238E27FC236}">
                <a16:creationId xmlns:a16="http://schemas.microsoft.com/office/drawing/2014/main" id="{C2DFF569-8447-4AC0-B663-B086DFD58F5A}"/>
              </a:ext>
            </a:extLst>
          </p:cNvPr>
          <p:cNvPicPr>
            <a:picLocks noChangeAspect="1"/>
          </p:cNvPicPr>
          <p:nvPr/>
        </p:nvPicPr>
        <p:blipFill>
          <a:blip r:embed="rId4"/>
          <a:stretch>
            <a:fillRect/>
          </a:stretch>
        </p:blipFill>
        <p:spPr>
          <a:xfrm>
            <a:off x="7685972" y="369075"/>
            <a:ext cx="3235425" cy="3206012"/>
          </a:xfrm>
          <a:prstGeom prst="rect">
            <a:avLst/>
          </a:prstGeom>
        </p:spPr>
      </p:pic>
      <p:sp>
        <p:nvSpPr>
          <p:cNvPr id="4" name="Rectangle: Rounded Corners 3">
            <a:extLst>
              <a:ext uri="{FF2B5EF4-FFF2-40B4-BE49-F238E27FC236}">
                <a16:creationId xmlns:a16="http://schemas.microsoft.com/office/drawing/2014/main" id="{819009C1-B0A4-2B26-6A41-BBFA67D35DBE}"/>
              </a:ext>
            </a:extLst>
          </p:cNvPr>
          <p:cNvSpPr/>
          <p:nvPr/>
        </p:nvSpPr>
        <p:spPr>
          <a:xfrm>
            <a:off x="4100268" y="274828"/>
            <a:ext cx="2712098" cy="582346"/>
          </a:xfrm>
          <a:prstGeom prst="roundRect">
            <a:avLst/>
          </a:prstGeom>
        </p:spPr>
        <p:style>
          <a:lnRef idx="0">
            <a:schemeClr val="accent1"/>
          </a:lnRef>
          <a:fillRef idx="3">
            <a:schemeClr val="accent1"/>
          </a:fillRef>
          <a:effectRef idx="3">
            <a:schemeClr val="accent1"/>
          </a:effectRef>
          <a:fontRef idx="minor">
            <a:schemeClr val="lt1"/>
          </a:fontRef>
        </p:style>
        <p:txBody>
          <a:bodyPr rtlCol="0" anchor="ctr"/>
          <a:lstStyle/>
          <a:p>
            <a:pPr algn="ctr"/>
            <a:r>
              <a:rPr lang="en-US" dirty="0"/>
              <a:t>Runtime Management</a:t>
            </a:r>
          </a:p>
          <a:p>
            <a:pPr algn="ctr"/>
            <a:r>
              <a:rPr lang="en-US" sz="1200" dirty="0"/>
              <a:t>Editor and Game</a:t>
            </a:r>
          </a:p>
        </p:txBody>
      </p:sp>
      <p:sp>
        <p:nvSpPr>
          <p:cNvPr id="9" name="TextBox 174">
            <a:extLst>
              <a:ext uri="{FF2B5EF4-FFF2-40B4-BE49-F238E27FC236}">
                <a16:creationId xmlns:a16="http://schemas.microsoft.com/office/drawing/2014/main" id="{62264E0E-1614-8186-D95E-A8F8F06CCFF6}"/>
              </a:ext>
            </a:extLst>
          </p:cNvPr>
          <p:cNvSpPr txBox="1"/>
          <p:nvPr/>
        </p:nvSpPr>
        <p:spPr>
          <a:xfrm>
            <a:off x="244375" y="3823239"/>
            <a:ext cx="4929736" cy="2585323"/>
          </a:xfrm>
          <a:prstGeom prst="rect">
            <a:avLst/>
          </a:prstGeom>
          <a:noFill/>
        </p:spPr>
        <p:txBody>
          <a:bodyPr wrap="square" rtlCol="0">
            <a:spAutoFit/>
          </a:bodyPr>
          <a:lstStyle/>
          <a:p>
            <a:pPr algn="just"/>
            <a:r>
              <a:rPr lang="en-US" dirty="0"/>
              <a:t>Asset loading/unloading runs in an asynchronous loop, but in a foreground (structured concurrency).</a:t>
            </a:r>
          </a:p>
          <a:p>
            <a:pPr algn="just"/>
            <a:endParaRPr lang="en-US" dirty="0"/>
          </a:p>
          <a:p>
            <a:pPr algn="just"/>
            <a:r>
              <a:rPr lang="en-US" dirty="0"/>
              <a:t>This makes dynamic adaptive asset loading management much easier and safer (e.g. preloading assets for next level simply by setting their handles from None to Low). There is no need for the user to write asynchronous multithreaded code and still get it’s benefits.</a:t>
            </a:r>
          </a:p>
        </p:txBody>
      </p:sp>
      <p:sp>
        <p:nvSpPr>
          <p:cNvPr id="10" name="Prostokąt: zaokrąglone rogi 9">
            <a:extLst>
              <a:ext uri="{FF2B5EF4-FFF2-40B4-BE49-F238E27FC236}">
                <a16:creationId xmlns:a16="http://schemas.microsoft.com/office/drawing/2014/main" id="{6DB02FA5-5CCD-E33E-46DC-85A26C73FFFA}"/>
              </a:ext>
            </a:extLst>
          </p:cNvPr>
          <p:cNvSpPr/>
          <p:nvPr/>
        </p:nvSpPr>
        <p:spPr>
          <a:xfrm>
            <a:off x="10059422" y="3964609"/>
            <a:ext cx="1624262" cy="330869"/>
          </a:xfrm>
          <a:prstGeom prst="roundRect">
            <a:avLst/>
          </a:prstGeom>
        </p:spPr>
        <p:style>
          <a:lnRef idx="0">
            <a:schemeClr val="accent3"/>
          </a:lnRef>
          <a:fillRef idx="3">
            <a:schemeClr val="accent3"/>
          </a:fillRef>
          <a:effectRef idx="3">
            <a:schemeClr val="accent3"/>
          </a:effectRef>
          <a:fontRef idx="minor">
            <a:schemeClr val="lt1"/>
          </a:fontRef>
        </p:style>
        <p:txBody>
          <a:bodyPr rtlCol="0" anchor="ctr"/>
          <a:lstStyle/>
          <a:p>
            <a:pPr algn="ctr"/>
            <a:r>
              <a:rPr lang="en-US" dirty="0" err="1"/>
              <a:t>AssetHandle</a:t>
            </a:r>
            <a:endParaRPr lang="en-US" dirty="0"/>
          </a:p>
        </p:txBody>
      </p:sp>
      <p:sp>
        <p:nvSpPr>
          <p:cNvPr id="11" name="Prostokąt: zaokrąglone rogi 10">
            <a:extLst>
              <a:ext uri="{FF2B5EF4-FFF2-40B4-BE49-F238E27FC236}">
                <a16:creationId xmlns:a16="http://schemas.microsoft.com/office/drawing/2014/main" id="{6CCBEA73-A061-E7A4-E329-8C7D6B71DF4A}"/>
              </a:ext>
            </a:extLst>
          </p:cNvPr>
          <p:cNvSpPr/>
          <p:nvPr/>
        </p:nvSpPr>
        <p:spPr>
          <a:xfrm>
            <a:off x="10538682" y="249427"/>
            <a:ext cx="1386658" cy="616695"/>
          </a:xfrm>
          <a:prstGeom prst="roundRect">
            <a:avLst/>
          </a:prstGeom>
        </p:spPr>
        <p:style>
          <a:lnRef idx="0">
            <a:schemeClr val="accent3"/>
          </a:lnRef>
          <a:fillRef idx="3">
            <a:schemeClr val="accent3"/>
          </a:fillRef>
          <a:effectRef idx="3">
            <a:schemeClr val="accent3"/>
          </a:effectRef>
          <a:fontRef idx="minor">
            <a:schemeClr val="lt1"/>
          </a:fontRef>
        </p:style>
        <p:txBody>
          <a:bodyPr rtlCol="0" anchor="ctr"/>
          <a:lstStyle/>
          <a:p>
            <a:pPr algn="ctr"/>
            <a:r>
              <a:rPr lang="en-US" sz="1600" dirty="0"/>
              <a:t>Load / unload lists</a:t>
            </a:r>
          </a:p>
        </p:txBody>
      </p:sp>
    </p:spTree>
    <p:extLst>
      <p:ext uri="{BB962C8B-B14F-4D97-AF65-F5344CB8AC3E}">
        <p14:creationId xmlns:p14="http://schemas.microsoft.com/office/powerpoint/2010/main" val="4008094631"/>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9" name="Rectangle: Rounded Corners 48">
            <a:extLst>
              <a:ext uri="{FF2B5EF4-FFF2-40B4-BE49-F238E27FC236}">
                <a16:creationId xmlns:a16="http://schemas.microsoft.com/office/drawing/2014/main" id="{3DA6CFE8-1891-5B54-1E0D-1A1BC025E081}"/>
              </a:ext>
            </a:extLst>
          </p:cNvPr>
          <p:cNvSpPr/>
          <p:nvPr/>
        </p:nvSpPr>
        <p:spPr>
          <a:xfrm>
            <a:off x="4777672" y="4165973"/>
            <a:ext cx="2712098" cy="403767"/>
          </a:xfrm>
          <a:prstGeom prst="roundRect">
            <a:avLst>
              <a:gd name="adj" fmla="val 12160"/>
            </a:avLst>
          </a:prstGeom>
        </p:spPr>
        <p:style>
          <a:lnRef idx="1">
            <a:schemeClr val="accent1"/>
          </a:lnRef>
          <a:fillRef idx="2">
            <a:schemeClr val="accent1"/>
          </a:fillRef>
          <a:effectRef idx="1">
            <a:schemeClr val="accent1"/>
          </a:effectRef>
          <a:fontRef idx="minor">
            <a:schemeClr val="dk1"/>
          </a:fontRef>
        </p:style>
        <p:txBody>
          <a:bodyPr rtlCol="0" anchor="b"/>
          <a:lstStyle/>
          <a:p>
            <a:pPr marL="69750" algn="ctr"/>
            <a:r>
              <a:rPr lang="en-US" sz="1400" dirty="0" err="1"/>
              <a:t>AssetID</a:t>
            </a:r>
            <a:r>
              <a:rPr lang="en-US" sz="1400" dirty="0"/>
              <a:t> + </a:t>
            </a:r>
            <a:r>
              <a:rPr lang="en-US" sz="1400" dirty="0" err="1"/>
              <a:t>AssetLoadingPriority</a:t>
            </a:r>
            <a:endParaRPr lang="en-US" sz="1400" dirty="0"/>
          </a:p>
        </p:txBody>
      </p:sp>
      <p:sp>
        <p:nvSpPr>
          <p:cNvPr id="4" name="Rectangle: Rounded Corners 3">
            <a:extLst>
              <a:ext uri="{FF2B5EF4-FFF2-40B4-BE49-F238E27FC236}">
                <a16:creationId xmlns:a16="http://schemas.microsoft.com/office/drawing/2014/main" id="{9B34552E-9BD7-0A0C-084C-D59CBFB6B90F}"/>
              </a:ext>
            </a:extLst>
          </p:cNvPr>
          <p:cNvSpPr/>
          <p:nvPr/>
        </p:nvSpPr>
        <p:spPr>
          <a:xfrm>
            <a:off x="4591959" y="415174"/>
            <a:ext cx="2712098" cy="582346"/>
          </a:xfrm>
          <a:prstGeom prst="roundRect">
            <a:avLst/>
          </a:prstGeom>
        </p:spPr>
        <p:style>
          <a:lnRef idx="0">
            <a:schemeClr val="accent1"/>
          </a:lnRef>
          <a:fillRef idx="3">
            <a:schemeClr val="accent1"/>
          </a:fillRef>
          <a:effectRef idx="3">
            <a:schemeClr val="accent1"/>
          </a:effectRef>
          <a:fontRef idx="minor">
            <a:schemeClr val="lt1"/>
          </a:fontRef>
        </p:style>
        <p:txBody>
          <a:bodyPr rtlCol="0" anchor="ctr"/>
          <a:lstStyle/>
          <a:p>
            <a:pPr algn="ctr"/>
            <a:r>
              <a:rPr lang="en-US" dirty="0"/>
              <a:t>Access</a:t>
            </a:r>
          </a:p>
        </p:txBody>
      </p:sp>
      <p:sp>
        <p:nvSpPr>
          <p:cNvPr id="24" name="Rectangle: Rounded Corners 23">
            <a:extLst>
              <a:ext uri="{FF2B5EF4-FFF2-40B4-BE49-F238E27FC236}">
                <a16:creationId xmlns:a16="http://schemas.microsoft.com/office/drawing/2014/main" id="{3EF42813-46D0-10FD-67DE-D6BACF08FB44}"/>
              </a:ext>
            </a:extLst>
          </p:cNvPr>
          <p:cNvSpPr/>
          <p:nvPr/>
        </p:nvSpPr>
        <p:spPr>
          <a:xfrm>
            <a:off x="3557853" y="1479899"/>
            <a:ext cx="2396644" cy="363190"/>
          </a:xfrm>
          <a:prstGeom prst="roundRect">
            <a:avLst>
              <a:gd name="adj" fmla="val 12160"/>
            </a:avLst>
          </a:prstGeom>
        </p:spPr>
        <p:style>
          <a:lnRef idx="1">
            <a:schemeClr val="accent1"/>
          </a:lnRef>
          <a:fillRef idx="2">
            <a:schemeClr val="accent1"/>
          </a:fillRef>
          <a:effectRef idx="1">
            <a:schemeClr val="accent1"/>
          </a:effectRef>
          <a:fontRef idx="minor">
            <a:schemeClr val="dk1"/>
          </a:fontRef>
        </p:style>
        <p:txBody>
          <a:bodyPr rtlCol="0" anchor="b"/>
          <a:lstStyle/>
          <a:p>
            <a:pPr marL="69750" algn="ctr"/>
            <a:r>
              <a:rPr lang="en-US" sz="1400" dirty="0"/>
              <a:t>Generic interface to ECS</a:t>
            </a:r>
          </a:p>
        </p:txBody>
      </p:sp>
      <p:sp>
        <p:nvSpPr>
          <p:cNvPr id="25" name="Rectangle: Rounded Corners 24">
            <a:extLst>
              <a:ext uri="{FF2B5EF4-FFF2-40B4-BE49-F238E27FC236}">
                <a16:creationId xmlns:a16="http://schemas.microsoft.com/office/drawing/2014/main" id="{F2C9A6F4-DA46-462F-FA1E-C718EDD33103}"/>
              </a:ext>
            </a:extLst>
          </p:cNvPr>
          <p:cNvSpPr/>
          <p:nvPr/>
        </p:nvSpPr>
        <p:spPr>
          <a:xfrm>
            <a:off x="3921204" y="1247872"/>
            <a:ext cx="1669942" cy="291173"/>
          </a:xfrm>
          <a:prstGeom prst="roundRect">
            <a:avLst/>
          </a:prstGeom>
        </p:spPr>
        <p:style>
          <a:lnRef idx="0">
            <a:schemeClr val="accent1"/>
          </a:lnRef>
          <a:fillRef idx="3">
            <a:schemeClr val="accent1"/>
          </a:fillRef>
          <a:effectRef idx="3">
            <a:schemeClr val="accent1"/>
          </a:effectRef>
          <a:fontRef idx="minor">
            <a:schemeClr val="lt1"/>
          </a:fontRef>
        </p:style>
        <p:txBody>
          <a:bodyPr rtlCol="0" anchor="ctr"/>
          <a:lstStyle/>
          <a:p>
            <a:pPr algn="ctr"/>
            <a:r>
              <a:rPr lang="en-US" dirty="0" err="1"/>
              <a:t>AssetInterface</a:t>
            </a:r>
            <a:endParaRPr lang="en-US" dirty="0"/>
          </a:p>
        </p:txBody>
      </p:sp>
      <p:sp>
        <p:nvSpPr>
          <p:cNvPr id="26" name="Rectangle: Rounded Corners 25">
            <a:extLst>
              <a:ext uri="{FF2B5EF4-FFF2-40B4-BE49-F238E27FC236}">
                <a16:creationId xmlns:a16="http://schemas.microsoft.com/office/drawing/2014/main" id="{085EAEF1-A414-DCE0-CB7D-4284A65BA02B}"/>
              </a:ext>
            </a:extLst>
          </p:cNvPr>
          <p:cNvSpPr/>
          <p:nvPr/>
        </p:nvSpPr>
        <p:spPr>
          <a:xfrm>
            <a:off x="396659" y="2228295"/>
            <a:ext cx="2806535" cy="2277994"/>
          </a:xfrm>
          <a:prstGeom prst="roundRect">
            <a:avLst>
              <a:gd name="adj" fmla="val 7245"/>
            </a:avLst>
          </a:prstGeom>
        </p:spPr>
        <p:style>
          <a:lnRef idx="1">
            <a:schemeClr val="accent1"/>
          </a:lnRef>
          <a:fillRef idx="2">
            <a:schemeClr val="accent1"/>
          </a:fillRef>
          <a:effectRef idx="1">
            <a:schemeClr val="accent1"/>
          </a:effectRef>
          <a:fontRef idx="minor">
            <a:schemeClr val="dk1"/>
          </a:fontRef>
        </p:style>
        <p:txBody>
          <a:bodyPr rtlCol="0" anchor="ctr"/>
          <a:lstStyle/>
          <a:p>
            <a:pPr marL="285750" indent="-216000">
              <a:buFont typeface="Arial" panose="020B0604020202020204" pitchFamily="34" charset="0"/>
              <a:buChar char="•"/>
            </a:pPr>
            <a:r>
              <a:rPr lang="en-US" sz="1400" dirty="0"/>
              <a:t>Interface to a concrete Asset</a:t>
            </a:r>
          </a:p>
          <a:p>
            <a:pPr marL="285750" indent="-216000">
              <a:buFont typeface="Arial" panose="020B0604020202020204" pitchFamily="34" charset="0"/>
              <a:buChar char="•"/>
            </a:pPr>
            <a:r>
              <a:rPr lang="en-US" sz="1400" dirty="0"/>
              <a:t>Public only methods specific to its asset type</a:t>
            </a:r>
          </a:p>
          <a:p>
            <a:pPr marL="285750" indent="-216000">
              <a:buFont typeface="Arial" panose="020B0604020202020204" pitchFamily="34" charset="0"/>
              <a:buChar char="•"/>
            </a:pPr>
            <a:r>
              <a:rPr lang="en-US" sz="1400" dirty="0"/>
              <a:t>Can be conceptualized as an asset itself, but actually is just an ECS handle (Asset ID + Registry </a:t>
            </a:r>
            <a:r>
              <a:rPr lang="en-US" sz="1400" dirty="0" err="1"/>
              <a:t>ptr</a:t>
            </a:r>
            <a:r>
              <a:rPr lang="en-US" sz="1400" dirty="0"/>
              <a:t>)</a:t>
            </a:r>
          </a:p>
          <a:p>
            <a:pPr marL="285750" indent="-216000">
              <a:buFont typeface="Arial" panose="020B0604020202020204" pitchFamily="34" charset="0"/>
              <a:buChar char="•"/>
            </a:pPr>
            <a:r>
              <a:rPr lang="en-US" sz="1400" dirty="0"/>
              <a:t>Treats Asset as const</a:t>
            </a:r>
          </a:p>
        </p:txBody>
      </p:sp>
      <p:sp>
        <p:nvSpPr>
          <p:cNvPr id="29" name="Rectangle: Rounded Corners 28">
            <a:extLst>
              <a:ext uri="{FF2B5EF4-FFF2-40B4-BE49-F238E27FC236}">
                <a16:creationId xmlns:a16="http://schemas.microsoft.com/office/drawing/2014/main" id="{74B9983E-B778-6BFD-97D6-90BE954CD878}"/>
              </a:ext>
            </a:extLst>
          </p:cNvPr>
          <p:cNvSpPr/>
          <p:nvPr/>
        </p:nvSpPr>
        <p:spPr>
          <a:xfrm>
            <a:off x="4037553" y="2155738"/>
            <a:ext cx="1846864" cy="291173"/>
          </a:xfrm>
          <a:prstGeom prst="roundRect">
            <a:avLst/>
          </a:prstGeom>
        </p:spPr>
        <p:style>
          <a:lnRef idx="0">
            <a:schemeClr val="accent1"/>
          </a:lnRef>
          <a:fillRef idx="3">
            <a:schemeClr val="accent1"/>
          </a:fillRef>
          <a:effectRef idx="3">
            <a:schemeClr val="accent1"/>
          </a:effectRef>
          <a:fontRef idx="minor">
            <a:schemeClr val="lt1"/>
          </a:fontRef>
        </p:style>
        <p:txBody>
          <a:bodyPr rtlCol="0" anchor="ctr"/>
          <a:lstStyle/>
          <a:p>
            <a:r>
              <a:rPr lang="en-US" dirty="0" err="1"/>
              <a:t>TextureObserver</a:t>
            </a:r>
            <a:endParaRPr lang="en-US" dirty="0"/>
          </a:p>
        </p:txBody>
      </p:sp>
      <p:sp>
        <p:nvSpPr>
          <p:cNvPr id="30" name="Rectangle: Rounded Corners 29">
            <a:extLst>
              <a:ext uri="{FF2B5EF4-FFF2-40B4-BE49-F238E27FC236}">
                <a16:creationId xmlns:a16="http://schemas.microsoft.com/office/drawing/2014/main" id="{8F679557-2737-50F4-CB08-593E0B2C31EB}"/>
              </a:ext>
            </a:extLst>
          </p:cNvPr>
          <p:cNvSpPr/>
          <p:nvPr/>
        </p:nvSpPr>
        <p:spPr>
          <a:xfrm>
            <a:off x="4037553" y="2540534"/>
            <a:ext cx="1846864" cy="291173"/>
          </a:xfrm>
          <a:prstGeom prst="roundRect">
            <a:avLst/>
          </a:prstGeom>
        </p:spPr>
        <p:style>
          <a:lnRef idx="0">
            <a:schemeClr val="accent1"/>
          </a:lnRef>
          <a:fillRef idx="3">
            <a:schemeClr val="accent1"/>
          </a:fillRef>
          <a:effectRef idx="3">
            <a:schemeClr val="accent1"/>
          </a:effectRef>
          <a:fontRef idx="minor">
            <a:schemeClr val="lt1"/>
          </a:fontRef>
        </p:style>
        <p:txBody>
          <a:bodyPr rtlCol="0" anchor="ctr"/>
          <a:lstStyle/>
          <a:p>
            <a:r>
              <a:rPr lang="en-US" dirty="0" err="1"/>
              <a:t>ShaderObserver</a:t>
            </a:r>
            <a:endParaRPr lang="en-US" dirty="0"/>
          </a:p>
        </p:txBody>
      </p:sp>
      <p:sp>
        <p:nvSpPr>
          <p:cNvPr id="31" name="Rectangle: Rounded Corners 30">
            <a:extLst>
              <a:ext uri="{FF2B5EF4-FFF2-40B4-BE49-F238E27FC236}">
                <a16:creationId xmlns:a16="http://schemas.microsoft.com/office/drawing/2014/main" id="{70A4F2A2-BE78-F95E-C47E-3E2C5C01F0FB}"/>
              </a:ext>
            </a:extLst>
          </p:cNvPr>
          <p:cNvSpPr/>
          <p:nvPr/>
        </p:nvSpPr>
        <p:spPr>
          <a:xfrm>
            <a:off x="4037553" y="2925330"/>
            <a:ext cx="1846864" cy="291173"/>
          </a:xfrm>
          <a:prstGeom prst="roundRect">
            <a:avLst/>
          </a:prstGeom>
        </p:spPr>
        <p:style>
          <a:lnRef idx="0">
            <a:schemeClr val="accent1"/>
          </a:lnRef>
          <a:fillRef idx="3">
            <a:schemeClr val="accent1"/>
          </a:fillRef>
          <a:effectRef idx="3">
            <a:schemeClr val="accent1"/>
          </a:effectRef>
          <a:fontRef idx="minor">
            <a:schemeClr val="lt1"/>
          </a:fontRef>
        </p:style>
        <p:txBody>
          <a:bodyPr rtlCol="0" anchor="ctr"/>
          <a:lstStyle/>
          <a:p>
            <a:r>
              <a:rPr lang="en-US" dirty="0" err="1"/>
              <a:t>MaterialObserver</a:t>
            </a:r>
            <a:endParaRPr lang="en-US" dirty="0"/>
          </a:p>
        </p:txBody>
      </p:sp>
      <p:sp>
        <p:nvSpPr>
          <p:cNvPr id="32" name="Rectangle: Rounded Corners 31">
            <a:extLst>
              <a:ext uri="{FF2B5EF4-FFF2-40B4-BE49-F238E27FC236}">
                <a16:creationId xmlns:a16="http://schemas.microsoft.com/office/drawing/2014/main" id="{F0D7A861-8771-2F69-5AF5-A01C91A04648}"/>
              </a:ext>
            </a:extLst>
          </p:cNvPr>
          <p:cNvSpPr/>
          <p:nvPr/>
        </p:nvSpPr>
        <p:spPr>
          <a:xfrm>
            <a:off x="4037553" y="3310126"/>
            <a:ext cx="1846864" cy="291173"/>
          </a:xfrm>
          <a:prstGeom prst="roundRect">
            <a:avLst/>
          </a:prstGeom>
        </p:spPr>
        <p:style>
          <a:lnRef idx="0">
            <a:schemeClr val="accent1"/>
          </a:lnRef>
          <a:fillRef idx="3">
            <a:schemeClr val="accent1"/>
          </a:fillRef>
          <a:effectRef idx="3">
            <a:schemeClr val="accent1"/>
          </a:effectRef>
          <a:fontRef idx="minor">
            <a:schemeClr val="lt1"/>
          </a:fontRef>
        </p:style>
        <p:txBody>
          <a:bodyPr rtlCol="0" anchor="ctr"/>
          <a:lstStyle/>
          <a:p>
            <a:r>
              <a:rPr lang="en-US" dirty="0" err="1"/>
              <a:t>AudioObserver</a:t>
            </a:r>
            <a:endParaRPr lang="en-US" dirty="0"/>
          </a:p>
        </p:txBody>
      </p:sp>
      <p:cxnSp>
        <p:nvCxnSpPr>
          <p:cNvPr id="34" name="Straight Arrow Connector 33">
            <a:extLst>
              <a:ext uri="{FF2B5EF4-FFF2-40B4-BE49-F238E27FC236}">
                <a16:creationId xmlns:a16="http://schemas.microsoft.com/office/drawing/2014/main" id="{368638C0-86FD-BF63-CFD7-AD8590CC15AA}"/>
              </a:ext>
            </a:extLst>
          </p:cNvPr>
          <p:cNvCxnSpPr>
            <a:cxnSpLocks/>
          </p:cNvCxnSpPr>
          <p:nvPr/>
        </p:nvCxnSpPr>
        <p:spPr>
          <a:xfrm>
            <a:off x="3663553" y="1843089"/>
            <a:ext cx="0" cy="217455"/>
          </a:xfrm>
          <a:prstGeom prst="straightConnector1">
            <a:avLst/>
          </a:prstGeom>
          <a:ln>
            <a:tailEnd type="triangle"/>
          </a:ln>
        </p:spPr>
        <p:style>
          <a:lnRef idx="3">
            <a:schemeClr val="accent1"/>
          </a:lnRef>
          <a:fillRef idx="0">
            <a:schemeClr val="accent1"/>
          </a:fillRef>
          <a:effectRef idx="2">
            <a:schemeClr val="accent1"/>
          </a:effectRef>
          <a:fontRef idx="minor">
            <a:schemeClr val="tx1"/>
          </a:fontRef>
        </p:style>
      </p:cxnSp>
      <p:cxnSp>
        <p:nvCxnSpPr>
          <p:cNvPr id="39" name="Connector: Elbow 38">
            <a:extLst>
              <a:ext uri="{FF2B5EF4-FFF2-40B4-BE49-F238E27FC236}">
                <a16:creationId xmlns:a16="http://schemas.microsoft.com/office/drawing/2014/main" id="{CAD081EE-3F1B-2C36-94C4-8FB30D431875}"/>
              </a:ext>
            </a:extLst>
          </p:cNvPr>
          <p:cNvCxnSpPr>
            <a:cxnSpLocks/>
            <a:endCxn id="32" idx="1"/>
          </p:cNvCxnSpPr>
          <p:nvPr/>
        </p:nvCxnSpPr>
        <p:spPr>
          <a:xfrm rot="16200000" flipH="1">
            <a:off x="3152968" y="2571128"/>
            <a:ext cx="1395170" cy="374000"/>
          </a:xfrm>
          <a:prstGeom prst="bentConnector2">
            <a:avLst/>
          </a:prstGeom>
          <a:ln>
            <a:tailEnd type="triangle"/>
          </a:ln>
        </p:spPr>
        <p:style>
          <a:lnRef idx="3">
            <a:schemeClr val="accent1"/>
          </a:lnRef>
          <a:fillRef idx="0">
            <a:schemeClr val="accent1"/>
          </a:fillRef>
          <a:effectRef idx="2">
            <a:schemeClr val="accent1"/>
          </a:effectRef>
          <a:fontRef idx="minor">
            <a:schemeClr val="tx1"/>
          </a:fontRef>
        </p:style>
      </p:cxnSp>
      <p:cxnSp>
        <p:nvCxnSpPr>
          <p:cNvPr id="41" name="Connector: Elbow 40">
            <a:extLst>
              <a:ext uri="{FF2B5EF4-FFF2-40B4-BE49-F238E27FC236}">
                <a16:creationId xmlns:a16="http://schemas.microsoft.com/office/drawing/2014/main" id="{750701F6-5177-1999-9EA9-4246A9AEFB83}"/>
              </a:ext>
            </a:extLst>
          </p:cNvPr>
          <p:cNvCxnSpPr>
            <a:cxnSpLocks/>
            <a:endCxn id="31" idx="1"/>
          </p:cNvCxnSpPr>
          <p:nvPr/>
        </p:nvCxnSpPr>
        <p:spPr>
          <a:xfrm rot="16200000" flipH="1">
            <a:off x="3345365" y="2378729"/>
            <a:ext cx="1010374" cy="374002"/>
          </a:xfrm>
          <a:prstGeom prst="bentConnector2">
            <a:avLst/>
          </a:prstGeom>
          <a:ln>
            <a:tailEnd type="triangle"/>
          </a:ln>
        </p:spPr>
        <p:style>
          <a:lnRef idx="3">
            <a:schemeClr val="accent1"/>
          </a:lnRef>
          <a:fillRef idx="0">
            <a:schemeClr val="accent1"/>
          </a:fillRef>
          <a:effectRef idx="2">
            <a:schemeClr val="accent1"/>
          </a:effectRef>
          <a:fontRef idx="minor">
            <a:schemeClr val="tx1"/>
          </a:fontRef>
        </p:style>
      </p:cxnSp>
      <p:cxnSp>
        <p:nvCxnSpPr>
          <p:cNvPr id="43" name="Connector: Elbow 42">
            <a:extLst>
              <a:ext uri="{FF2B5EF4-FFF2-40B4-BE49-F238E27FC236}">
                <a16:creationId xmlns:a16="http://schemas.microsoft.com/office/drawing/2014/main" id="{FDA2C075-ACAB-899D-7CC7-AF48D767B0BC}"/>
              </a:ext>
            </a:extLst>
          </p:cNvPr>
          <p:cNvCxnSpPr>
            <a:cxnSpLocks/>
            <a:endCxn id="30" idx="1"/>
          </p:cNvCxnSpPr>
          <p:nvPr/>
        </p:nvCxnSpPr>
        <p:spPr>
          <a:xfrm rot="16200000" flipH="1">
            <a:off x="3537761" y="2186329"/>
            <a:ext cx="625580" cy="374004"/>
          </a:xfrm>
          <a:prstGeom prst="bentConnector2">
            <a:avLst/>
          </a:prstGeom>
          <a:ln>
            <a:tailEnd type="triangle"/>
          </a:ln>
        </p:spPr>
        <p:style>
          <a:lnRef idx="3">
            <a:schemeClr val="accent1"/>
          </a:lnRef>
          <a:fillRef idx="0">
            <a:schemeClr val="accent1"/>
          </a:fillRef>
          <a:effectRef idx="2">
            <a:schemeClr val="accent1"/>
          </a:effectRef>
          <a:fontRef idx="minor">
            <a:schemeClr val="tx1"/>
          </a:fontRef>
        </p:style>
      </p:cxnSp>
      <p:cxnSp>
        <p:nvCxnSpPr>
          <p:cNvPr id="45" name="Connector: Elbow 44">
            <a:extLst>
              <a:ext uri="{FF2B5EF4-FFF2-40B4-BE49-F238E27FC236}">
                <a16:creationId xmlns:a16="http://schemas.microsoft.com/office/drawing/2014/main" id="{93FCDE67-0159-EB48-396A-210D41E520E1}"/>
              </a:ext>
            </a:extLst>
          </p:cNvPr>
          <p:cNvCxnSpPr>
            <a:cxnSpLocks/>
            <a:endCxn id="29" idx="1"/>
          </p:cNvCxnSpPr>
          <p:nvPr/>
        </p:nvCxnSpPr>
        <p:spPr>
          <a:xfrm>
            <a:off x="3663549" y="2060540"/>
            <a:ext cx="374004" cy="240785"/>
          </a:xfrm>
          <a:prstGeom prst="bentConnector3">
            <a:avLst>
              <a:gd name="adj1" fmla="val 152"/>
            </a:avLst>
          </a:prstGeom>
          <a:ln>
            <a:tailEnd type="triangle"/>
          </a:ln>
        </p:spPr>
        <p:style>
          <a:lnRef idx="3">
            <a:schemeClr val="accent1"/>
          </a:lnRef>
          <a:fillRef idx="0">
            <a:schemeClr val="accent1"/>
          </a:fillRef>
          <a:effectRef idx="2">
            <a:schemeClr val="accent1"/>
          </a:effectRef>
          <a:fontRef idx="minor">
            <a:schemeClr val="tx1"/>
          </a:fontRef>
        </p:style>
      </p:cxnSp>
      <p:sp>
        <p:nvSpPr>
          <p:cNvPr id="48" name="Rectangle: Rounded Corners 47">
            <a:extLst>
              <a:ext uri="{FF2B5EF4-FFF2-40B4-BE49-F238E27FC236}">
                <a16:creationId xmlns:a16="http://schemas.microsoft.com/office/drawing/2014/main" id="{B1B16EFC-0F53-09AF-F5F4-6F198738767F}"/>
              </a:ext>
            </a:extLst>
          </p:cNvPr>
          <p:cNvSpPr/>
          <p:nvPr/>
        </p:nvSpPr>
        <p:spPr>
          <a:xfrm>
            <a:off x="4901321" y="3993092"/>
            <a:ext cx="2464802" cy="291173"/>
          </a:xfrm>
          <a:prstGeom prst="roundRect">
            <a:avLst/>
          </a:prstGeom>
        </p:spPr>
        <p:style>
          <a:lnRef idx="0">
            <a:schemeClr val="accent1"/>
          </a:lnRef>
          <a:fillRef idx="3">
            <a:schemeClr val="accent1"/>
          </a:fillRef>
          <a:effectRef idx="3">
            <a:schemeClr val="accent1"/>
          </a:effectRef>
          <a:fontRef idx="minor">
            <a:schemeClr val="lt1"/>
          </a:fontRef>
        </p:style>
        <p:txBody>
          <a:bodyPr rtlCol="0" anchor="ctr"/>
          <a:lstStyle/>
          <a:p>
            <a:pPr algn="ctr"/>
            <a:r>
              <a:rPr lang="en-US" dirty="0" err="1"/>
              <a:t>AssetHandle</a:t>
            </a:r>
            <a:r>
              <a:rPr lang="en-US" dirty="0"/>
              <a:t>&lt; </a:t>
            </a:r>
            <a:r>
              <a:rPr lang="en-US" dirty="0" err="1"/>
              <a:t>tnAsset</a:t>
            </a:r>
            <a:r>
              <a:rPr lang="en-US" dirty="0"/>
              <a:t> &gt;</a:t>
            </a:r>
          </a:p>
        </p:txBody>
      </p:sp>
      <p:sp>
        <p:nvSpPr>
          <p:cNvPr id="3" name="Rectangle: Rounded Corners 2">
            <a:extLst>
              <a:ext uri="{FF2B5EF4-FFF2-40B4-BE49-F238E27FC236}">
                <a16:creationId xmlns:a16="http://schemas.microsoft.com/office/drawing/2014/main" id="{67138047-1435-4CFC-D361-44E0446CC57E}"/>
              </a:ext>
            </a:extLst>
          </p:cNvPr>
          <p:cNvSpPr/>
          <p:nvPr/>
        </p:nvSpPr>
        <p:spPr>
          <a:xfrm>
            <a:off x="6383940" y="5379773"/>
            <a:ext cx="2391760" cy="969062"/>
          </a:xfrm>
          <a:prstGeom prst="roundRect">
            <a:avLst>
              <a:gd name="adj" fmla="val 12160"/>
            </a:avLst>
          </a:prstGeom>
        </p:spPr>
        <p:style>
          <a:lnRef idx="1">
            <a:schemeClr val="accent1"/>
          </a:lnRef>
          <a:fillRef idx="2">
            <a:schemeClr val="accent1"/>
          </a:fillRef>
          <a:effectRef idx="1">
            <a:schemeClr val="accent1"/>
          </a:effectRef>
          <a:fontRef idx="minor">
            <a:schemeClr val="dk1"/>
          </a:fontRef>
        </p:style>
        <p:txBody>
          <a:bodyPr rtlCol="0" anchor="b"/>
          <a:lstStyle/>
          <a:p>
            <a:pPr marL="285750" indent="-216000">
              <a:buFont typeface="Arial" panose="020B0604020202020204" pitchFamily="34" charset="0"/>
              <a:buChar char="•"/>
            </a:pPr>
            <a:r>
              <a:rPr lang="en-US" sz="1400" dirty="0"/>
              <a:t>Common (templated) derivation of all users</a:t>
            </a:r>
          </a:p>
          <a:p>
            <a:pPr marL="285750" indent="-216000">
              <a:buFont typeface="Arial" panose="020B0604020202020204" pitchFamily="34" charset="0"/>
              <a:buChar char="•"/>
            </a:pPr>
            <a:r>
              <a:rPr lang="en-US" sz="1400" dirty="0"/>
              <a:t>Acting like a unique lock</a:t>
            </a:r>
          </a:p>
        </p:txBody>
      </p:sp>
      <p:sp>
        <p:nvSpPr>
          <p:cNvPr id="12" name="Rectangle: Rounded Corners 11">
            <a:extLst>
              <a:ext uri="{FF2B5EF4-FFF2-40B4-BE49-F238E27FC236}">
                <a16:creationId xmlns:a16="http://schemas.microsoft.com/office/drawing/2014/main" id="{320E7630-0CFD-004A-B609-E0DE138512AF}"/>
              </a:ext>
            </a:extLst>
          </p:cNvPr>
          <p:cNvSpPr/>
          <p:nvPr/>
        </p:nvSpPr>
        <p:spPr>
          <a:xfrm>
            <a:off x="6205614" y="5194447"/>
            <a:ext cx="2790711" cy="291173"/>
          </a:xfrm>
          <a:prstGeom prst="roundRect">
            <a:avLst/>
          </a:prstGeom>
        </p:spPr>
        <p:style>
          <a:lnRef idx="0">
            <a:schemeClr val="accent1"/>
          </a:lnRef>
          <a:fillRef idx="3">
            <a:schemeClr val="accent1"/>
          </a:fillRef>
          <a:effectRef idx="3">
            <a:schemeClr val="accent1"/>
          </a:effectRef>
          <a:fontRef idx="minor">
            <a:schemeClr val="lt1"/>
          </a:fontRef>
        </p:style>
        <p:txBody>
          <a:bodyPr rtlCol="0" anchor="ctr"/>
          <a:lstStyle/>
          <a:p>
            <a:pPr algn="ctr"/>
            <a:r>
              <a:rPr lang="en-US" dirty="0" err="1"/>
              <a:t>AssetUser</a:t>
            </a:r>
            <a:r>
              <a:rPr lang="en-US" dirty="0"/>
              <a:t>&lt; </a:t>
            </a:r>
            <a:r>
              <a:rPr lang="en-US" dirty="0" err="1"/>
              <a:t>tnAsset</a:t>
            </a:r>
            <a:r>
              <a:rPr lang="en-US" dirty="0"/>
              <a:t> &gt;</a:t>
            </a:r>
          </a:p>
        </p:txBody>
      </p:sp>
      <p:sp>
        <p:nvSpPr>
          <p:cNvPr id="15" name="Rectangle: Rounded Corners 14">
            <a:extLst>
              <a:ext uri="{FF2B5EF4-FFF2-40B4-BE49-F238E27FC236}">
                <a16:creationId xmlns:a16="http://schemas.microsoft.com/office/drawing/2014/main" id="{20318DE5-E77C-5009-EA86-699CDE0425AB}"/>
              </a:ext>
            </a:extLst>
          </p:cNvPr>
          <p:cNvSpPr/>
          <p:nvPr/>
        </p:nvSpPr>
        <p:spPr>
          <a:xfrm>
            <a:off x="3371850" y="5379773"/>
            <a:ext cx="2509494" cy="969062"/>
          </a:xfrm>
          <a:prstGeom prst="roundRect">
            <a:avLst>
              <a:gd name="adj" fmla="val 12160"/>
            </a:avLst>
          </a:prstGeom>
        </p:spPr>
        <p:style>
          <a:lnRef idx="1">
            <a:schemeClr val="accent1"/>
          </a:lnRef>
          <a:fillRef idx="2">
            <a:schemeClr val="accent1"/>
          </a:fillRef>
          <a:effectRef idx="1">
            <a:schemeClr val="accent1"/>
          </a:effectRef>
          <a:fontRef idx="minor">
            <a:schemeClr val="dk1"/>
          </a:fontRef>
        </p:style>
        <p:txBody>
          <a:bodyPr rtlCol="0" anchor="b"/>
          <a:lstStyle/>
          <a:p>
            <a:pPr marL="285750" indent="-216000">
              <a:buFont typeface="Arial" panose="020B0604020202020204" pitchFamily="34" charset="0"/>
              <a:buChar char="•"/>
            </a:pPr>
            <a:r>
              <a:rPr lang="en-US" sz="1400" dirty="0"/>
              <a:t>Common (templated) derivation of all observers</a:t>
            </a:r>
          </a:p>
          <a:p>
            <a:pPr marL="285750" indent="-216000">
              <a:buFont typeface="Arial" panose="020B0604020202020204" pitchFamily="34" charset="0"/>
              <a:buChar char="•"/>
            </a:pPr>
            <a:r>
              <a:rPr lang="en-US" sz="1400" dirty="0"/>
              <a:t>Acting like a shared lock</a:t>
            </a:r>
          </a:p>
        </p:txBody>
      </p:sp>
      <p:sp>
        <p:nvSpPr>
          <p:cNvPr id="27" name="Rectangle: Rounded Corners 26">
            <a:extLst>
              <a:ext uri="{FF2B5EF4-FFF2-40B4-BE49-F238E27FC236}">
                <a16:creationId xmlns:a16="http://schemas.microsoft.com/office/drawing/2014/main" id="{4A759DC1-565C-90B3-E60A-0DE5E49147DE}"/>
              </a:ext>
            </a:extLst>
          </p:cNvPr>
          <p:cNvSpPr/>
          <p:nvPr/>
        </p:nvSpPr>
        <p:spPr>
          <a:xfrm>
            <a:off x="3203194" y="5194447"/>
            <a:ext cx="2856243" cy="291173"/>
          </a:xfrm>
          <a:prstGeom prst="roundRect">
            <a:avLst/>
          </a:prstGeom>
        </p:spPr>
        <p:style>
          <a:lnRef idx="0">
            <a:schemeClr val="accent1"/>
          </a:lnRef>
          <a:fillRef idx="3">
            <a:schemeClr val="accent1"/>
          </a:fillRef>
          <a:effectRef idx="3">
            <a:schemeClr val="accent1"/>
          </a:effectRef>
          <a:fontRef idx="minor">
            <a:schemeClr val="lt1"/>
          </a:fontRef>
        </p:style>
        <p:txBody>
          <a:bodyPr rtlCol="0" anchor="ctr"/>
          <a:lstStyle/>
          <a:p>
            <a:pPr algn="ctr"/>
            <a:r>
              <a:rPr lang="en-US" dirty="0" err="1"/>
              <a:t>AssetObserver</a:t>
            </a:r>
            <a:r>
              <a:rPr lang="en-US" dirty="0"/>
              <a:t>&lt; </a:t>
            </a:r>
            <a:r>
              <a:rPr lang="en-US" dirty="0" err="1"/>
              <a:t>tnAsset</a:t>
            </a:r>
            <a:r>
              <a:rPr lang="en-US" dirty="0"/>
              <a:t> &gt;</a:t>
            </a:r>
          </a:p>
        </p:txBody>
      </p:sp>
      <p:cxnSp>
        <p:nvCxnSpPr>
          <p:cNvPr id="33" name="Straight Arrow Connector 32">
            <a:extLst>
              <a:ext uri="{FF2B5EF4-FFF2-40B4-BE49-F238E27FC236}">
                <a16:creationId xmlns:a16="http://schemas.microsoft.com/office/drawing/2014/main" id="{E6D48294-6737-74AC-867B-EE0086B7CEA3}"/>
              </a:ext>
            </a:extLst>
          </p:cNvPr>
          <p:cNvCxnSpPr>
            <a:cxnSpLocks/>
            <a:stCxn id="49" idx="2"/>
          </p:cNvCxnSpPr>
          <p:nvPr/>
        </p:nvCxnSpPr>
        <p:spPr>
          <a:xfrm flipH="1">
            <a:off x="5502677" y="4569740"/>
            <a:ext cx="631044" cy="616038"/>
          </a:xfrm>
          <a:prstGeom prst="straightConnector1">
            <a:avLst/>
          </a:prstGeom>
          <a:ln>
            <a:prstDash val="dash"/>
            <a:headEnd type="none" w="med" len="med"/>
            <a:tailEnd type="arrow" w="med" len="med"/>
          </a:ln>
        </p:spPr>
        <p:style>
          <a:lnRef idx="3">
            <a:schemeClr val="accent1"/>
          </a:lnRef>
          <a:fillRef idx="0">
            <a:schemeClr val="accent1"/>
          </a:fillRef>
          <a:effectRef idx="2">
            <a:schemeClr val="accent1"/>
          </a:effectRef>
          <a:fontRef idx="minor">
            <a:schemeClr val="tx1"/>
          </a:fontRef>
        </p:style>
      </p:cxnSp>
      <p:cxnSp>
        <p:nvCxnSpPr>
          <p:cNvPr id="35" name="Straight Arrow Connector 34">
            <a:extLst>
              <a:ext uri="{FF2B5EF4-FFF2-40B4-BE49-F238E27FC236}">
                <a16:creationId xmlns:a16="http://schemas.microsoft.com/office/drawing/2014/main" id="{B96B30E5-A163-FFDD-B309-CB6827B1DACF}"/>
              </a:ext>
            </a:extLst>
          </p:cNvPr>
          <p:cNvCxnSpPr>
            <a:cxnSpLocks/>
            <a:stCxn id="49" idx="2"/>
          </p:cNvCxnSpPr>
          <p:nvPr/>
        </p:nvCxnSpPr>
        <p:spPr>
          <a:xfrm>
            <a:off x="6133721" y="4569740"/>
            <a:ext cx="631044" cy="624707"/>
          </a:xfrm>
          <a:prstGeom prst="straightConnector1">
            <a:avLst/>
          </a:prstGeom>
          <a:ln>
            <a:prstDash val="dash"/>
            <a:headEnd type="none" w="med" len="med"/>
            <a:tailEnd type="arrow" w="med" len="med"/>
          </a:ln>
        </p:spPr>
        <p:style>
          <a:lnRef idx="3">
            <a:schemeClr val="accent1"/>
          </a:lnRef>
          <a:fillRef idx="0">
            <a:schemeClr val="accent1"/>
          </a:fillRef>
          <a:effectRef idx="2">
            <a:schemeClr val="accent1"/>
          </a:effectRef>
          <a:fontRef idx="minor">
            <a:schemeClr val="tx1"/>
          </a:fontRef>
        </p:style>
      </p:cxnSp>
      <p:sp>
        <p:nvSpPr>
          <p:cNvPr id="46" name="Rectangle: Rounded Corners 45">
            <a:extLst>
              <a:ext uri="{FF2B5EF4-FFF2-40B4-BE49-F238E27FC236}">
                <a16:creationId xmlns:a16="http://schemas.microsoft.com/office/drawing/2014/main" id="{9BDF7E11-BE2C-6836-175E-2E7D81F34479}"/>
              </a:ext>
            </a:extLst>
          </p:cNvPr>
          <p:cNvSpPr/>
          <p:nvPr/>
        </p:nvSpPr>
        <p:spPr>
          <a:xfrm>
            <a:off x="4634206" y="4688448"/>
            <a:ext cx="987487" cy="291173"/>
          </a:xfrm>
          <a:prstGeom prst="roundRect">
            <a:avLst/>
          </a:prstGeom>
        </p:spPr>
        <p:style>
          <a:lnRef idx="1">
            <a:schemeClr val="accent1"/>
          </a:lnRef>
          <a:fillRef idx="2">
            <a:schemeClr val="accent1"/>
          </a:fillRef>
          <a:effectRef idx="1">
            <a:schemeClr val="accent1"/>
          </a:effectRef>
          <a:fontRef idx="minor">
            <a:schemeClr val="dk1"/>
          </a:fontRef>
        </p:style>
        <p:txBody>
          <a:bodyPr rtlCol="0" anchor="ctr"/>
          <a:lstStyle/>
          <a:p>
            <a:pPr algn="ctr"/>
            <a:r>
              <a:rPr lang="en-US" sz="1400" dirty="0"/>
              <a:t>.Observe()</a:t>
            </a:r>
          </a:p>
        </p:txBody>
      </p:sp>
      <p:sp>
        <p:nvSpPr>
          <p:cNvPr id="47" name="Rectangle: Rounded Corners 46">
            <a:extLst>
              <a:ext uri="{FF2B5EF4-FFF2-40B4-BE49-F238E27FC236}">
                <a16:creationId xmlns:a16="http://schemas.microsoft.com/office/drawing/2014/main" id="{7D075B01-F2E4-A506-EC5C-080F6BCCAE10}"/>
              </a:ext>
            </a:extLst>
          </p:cNvPr>
          <p:cNvSpPr/>
          <p:nvPr/>
        </p:nvSpPr>
        <p:spPr>
          <a:xfrm>
            <a:off x="6647986" y="4688448"/>
            <a:ext cx="641728" cy="291173"/>
          </a:xfrm>
          <a:prstGeom prst="roundRect">
            <a:avLst/>
          </a:prstGeom>
        </p:spPr>
        <p:style>
          <a:lnRef idx="1">
            <a:schemeClr val="accent1"/>
          </a:lnRef>
          <a:fillRef idx="2">
            <a:schemeClr val="accent1"/>
          </a:fillRef>
          <a:effectRef idx="1">
            <a:schemeClr val="accent1"/>
          </a:effectRef>
          <a:fontRef idx="minor">
            <a:schemeClr val="dk1"/>
          </a:fontRef>
        </p:style>
        <p:txBody>
          <a:bodyPr rtlCol="0" anchor="ctr"/>
          <a:lstStyle/>
          <a:p>
            <a:pPr algn="ctr"/>
            <a:r>
              <a:rPr lang="en-US" sz="1400" dirty="0"/>
              <a:t>.Use()</a:t>
            </a:r>
          </a:p>
        </p:txBody>
      </p:sp>
      <p:sp>
        <p:nvSpPr>
          <p:cNvPr id="13" name="Rectangle: Rounded Corners 28">
            <a:extLst>
              <a:ext uri="{FF2B5EF4-FFF2-40B4-BE49-F238E27FC236}">
                <a16:creationId xmlns:a16="http://schemas.microsoft.com/office/drawing/2014/main" id="{0896CC2F-843C-0E59-F288-040DB1E9FA70}"/>
              </a:ext>
            </a:extLst>
          </p:cNvPr>
          <p:cNvSpPr/>
          <p:nvPr/>
        </p:nvSpPr>
        <p:spPr>
          <a:xfrm>
            <a:off x="6359316" y="2155738"/>
            <a:ext cx="1846864" cy="291173"/>
          </a:xfrm>
          <a:prstGeom prst="roundRect">
            <a:avLst/>
          </a:prstGeom>
        </p:spPr>
        <p:style>
          <a:lnRef idx="0">
            <a:schemeClr val="accent1"/>
          </a:lnRef>
          <a:fillRef idx="3">
            <a:schemeClr val="accent1"/>
          </a:fillRef>
          <a:effectRef idx="3">
            <a:schemeClr val="accent1"/>
          </a:effectRef>
          <a:fontRef idx="minor">
            <a:schemeClr val="lt1"/>
          </a:fontRef>
        </p:style>
        <p:txBody>
          <a:bodyPr rtlCol="0" anchor="ctr"/>
          <a:lstStyle/>
          <a:p>
            <a:r>
              <a:rPr lang="en-US" dirty="0" err="1"/>
              <a:t>TextureUser</a:t>
            </a:r>
            <a:endParaRPr lang="en-US" dirty="0"/>
          </a:p>
        </p:txBody>
      </p:sp>
      <p:sp>
        <p:nvSpPr>
          <p:cNvPr id="14" name="Rectangle: Rounded Corners 29">
            <a:extLst>
              <a:ext uri="{FF2B5EF4-FFF2-40B4-BE49-F238E27FC236}">
                <a16:creationId xmlns:a16="http://schemas.microsoft.com/office/drawing/2014/main" id="{4840085D-FFDE-E329-56F6-30F9E9CF84B2}"/>
              </a:ext>
            </a:extLst>
          </p:cNvPr>
          <p:cNvSpPr/>
          <p:nvPr/>
        </p:nvSpPr>
        <p:spPr>
          <a:xfrm>
            <a:off x="6359316" y="2540534"/>
            <a:ext cx="1846864" cy="291173"/>
          </a:xfrm>
          <a:prstGeom prst="roundRect">
            <a:avLst/>
          </a:prstGeom>
        </p:spPr>
        <p:style>
          <a:lnRef idx="0">
            <a:schemeClr val="accent1"/>
          </a:lnRef>
          <a:fillRef idx="3">
            <a:schemeClr val="accent1"/>
          </a:fillRef>
          <a:effectRef idx="3">
            <a:schemeClr val="accent1"/>
          </a:effectRef>
          <a:fontRef idx="minor">
            <a:schemeClr val="lt1"/>
          </a:fontRef>
        </p:style>
        <p:txBody>
          <a:bodyPr rtlCol="0" anchor="ctr"/>
          <a:lstStyle/>
          <a:p>
            <a:r>
              <a:rPr lang="en-US" dirty="0" err="1"/>
              <a:t>ShaderUser</a:t>
            </a:r>
            <a:endParaRPr lang="en-US" dirty="0"/>
          </a:p>
        </p:txBody>
      </p:sp>
      <p:sp>
        <p:nvSpPr>
          <p:cNvPr id="16" name="Rectangle: Rounded Corners 30">
            <a:extLst>
              <a:ext uri="{FF2B5EF4-FFF2-40B4-BE49-F238E27FC236}">
                <a16:creationId xmlns:a16="http://schemas.microsoft.com/office/drawing/2014/main" id="{AC2AC64B-3BDA-A2AE-3384-2B457D81E504}"/>
              </a:ext>
            </a:extLst>
          </p:cNvPr>
          <p:cNvSpPr/>
          <p:nvPr/>
        </p:nvSpPr>
        <p:spPr>
          <a:xfrm>
            <a:off x="6359316" y="2925330"/>
            <a:ext cx="1846864" cy="291173"/>
          </a:xfrm>
          <a:prstGeom prst="roundRect">
            <a:avLst/>
          </a:prstGeom>
        </p:spPr>
        <p:style>
          <a:lnRef idx="0">
            <a:schemeClr val="accent1"/>
          </a:lnRef>
          <a:fillRef idx="3">
            <a:schemeClr val="accent1"/>
          </a:fillRef>
          <a:effectRef idx="3">
            <a:schemeClr val="accent1"/>
          </a:effectRef>
          <a:fontRef idx="minor">
            <a:schemeClr val="lt1"/>
          </a:fontRef>
        </p:style>
        <p:txBody>
          <a:bodyPr rtlCol="0" anchor="ctr"/>
          <a:lstStyle/>
          <a:p>
            <a:r>
              <a:rPr lang="en-US" dirty="0" err="1"/>
              <a:t>MaterialUser</a:t>
            </a:r>
            <a:endParaRPr lang="en-US" dirty="0"/>
          </a:p>
        </p:txBody>
      </p:sp>
      <p:sp>
        <p:nvSpPr>
          <p:cNvPr id="17" name="Rectangle: Rounded Corners 31">
            <a:extLst>
              <a:ext uri="{FF2B5EF4-FFF2-40B4-BE49-F238E27FC236}">
                <a16:creationId xmlns:a16="http://schemas.microsoft.com/office/drawing/2014/main" id="{B1E38D9D-25A5-1EAB-1193-0981584CD309}"/>
              </a:ext>
            </a:extLst>
          </p:cNvPr>
          <p:cNvSpPr/>
          <p:nvPr/>
        </p:nvSpPr>
        <p:spPr>
          <a:xfrm>
            <a:off x="6359316" y="3310126"/>
            <a:ext cx="1846864" cy="291173"/>
          </a:xfrm>
          <a:prstGeom prst="roundRect">
            <a:avLst/>
          </a:prstGeom>
        </p:spPr>
        <p:style>
          <a:lnRef idx="0">
            <a:schemeClr val="accent1"/>
          </a:lnRef>
          <a:fillRef idx="3">
            <a:schemeClr val="accent1"/>
          </a:fillRef>
          <a:effectRef idx="3">
            <a:schemeClr val="accent1"/>
          </a:effectRef>
          <a:fontRef idx="minor">
            <a:schemeClr val="lt1"/>
          </a:fontRef>
        </p:style>
        <p:txBody>
          <a:bodyPr rtlCol="0" anchor="ctr"/>
          <a:lstStyle/>
          <a:p>
            <a:r>
              <a:rPr lang="en-US" dirty="0" err="1"/>
              <a:t>AudioUser</a:t>
            </a:r>
            <a:endParaRPr lang="en-US" dirty="0"/>
          </a:p>
        </p:txBody>
      </p:sp>
      <p:cxnSp>
        <p:nvCxnSpPr>
          <p:cNvPr id="19" name="Łącznik prosty ze strzałką 18">
            <a:extLst>
              <a:ext uri="{FF2B5EF4-FFF2-40B4-BE49-F238E27FC236}">
                <a16:creationId xmlns:a16="http://schemas.microsoft.com/office/drawing/2014/main" id="{F6749D9A-BB9C-69AD-FE8F-C9B62FBCBE02}"/>
              </a:ext>
            </a:extLst>
          </p:cNvPr>
          <p:cNvCxnSpPr>
            <a:stCxn id="29" idx="3"/>
            <a:endCxn id="13" idx="1"/>
          </p:cNvCxnSpPr>
          <p:nvPr/>
        </p:nvCxnSpPr>
        <p:spPr>
          <a:xfrm>
            <a:off x="5884417" y="2301325"/>
            <a:ext cx="474899" cy="0"/>
          </a:xfrm>
          <a:prstGeom prst="straightConnector1">
            <a:avLst/>
          </a:prstGeom>
          <a:ln>
            <a:tailEnd type="triangle"/>
          </a:ln>
        </p:spPr>
        <p:style>
          <a:lnRef idx="3">
            <a:schemeClr val="accent1"/>
          </a:lnRef>
          <a:fillRef idx="0">
            <a:schemeClr val="accent1"/>
          </a:fillRef>
          <a:effectRef idx="2">
            <a:schemeClr val="accent1"/>
          </a:effectRef>
          <a:fontRef idx="minor">
            <a:schemeClr val="tx1"/>
          </a:fontRef>
        </p:style>
      </p:cxnSp>
      <p:cxnSp>
        <p:nvCxnSpPr>
          <p:cNvPr id="28" name="Łącznik prosty ze strzałką 27">
            <a:extLst>
              <a:ext uri="{FF2B5EF4-FFF2-40B4-BE49-F238E27FC236}">
                <a16:creationId xmlns:a16="http://schemas.microsoft.com/office/drawing/2014/main" id="{61B5217A-FF17-A3F2-2FC0-E3E534D02189}"/>
              </a:ext>
            </a:extLst>
          </p:cNvPr>
          <p:cNvCxnSpPr>
            <a:stCxn id="30" idx="3"/>
            <a:endCxn id="14" idx="1"/>
          </p:cNvCxnSpPr>
          <p:nvPr/>
        </p:nvCxnSpPr>
        <p:spPr>
          <a:xfrm>
            <a:off x="5884417" y="2686121"/>
            <a:ext cx="474899" cy="0"/>
          </a:xfrm>
          <a:prstGeom prst="straightConnector1">
            <a:avLst/>
          </a:prstGeom>
          <a:ln>
            <a:tailEnd type="triangle"/>
          </a:ln>
        </p:spPr>
        <p:style>
          <a:lnRef idx="3">
            <a:schemeClr val="accent1"/>
          </a:lnRef>
          <a:fillRef idx="0">
            <a:schemeClr val="accent1"/>
          </a:fillRef>
          <a:effectRef idx="2">
            <a:schemeClr val="accent1"/>
          </a:effectRef>
          <a:fontRef idx="minor">
            <a:schemeClr val="tx1"/>
          </a:fontRef>
        </p:style>
      </p:cxnSp>
      <p:cxnSp>
        <p:nvCxnSpPr>
          <p:cNvPr id="37" name="Łącznik prosty ze strzałką 36">
            <a:extLst>
              <a:ext uri="{FF2B5EF4-FFF2-40B4-BE49-F238E27FC236}">
                <a16:creationId xmlns:a16="http://schemas.microsoft.com/office/drawing/2014/main" id="{D80D36D1-1DFA-487F-298F-053B0BBE9EEA}"/>
              </a:ext>
            </a:extLst>
          </p:cNvPr>
          <p:cNvCxnSpPr>
            <a:stCxn id="31" idx="3"/>
            <a:endCxn id="16" idx="1"/>
          </p:cNvCxnSpPr>
          <p:nvPr/>
        </p:nvCxnSpPr>
        <p:spPr>
          <a:xfrm>
            <a:off x="5884417" y="3070917"/>
            <a:ext cx="474899" cy="0"/>
          </a:xfrm>
          <a:prstGeom prst="straightConnector1">
            <a:avLst/>
          </a:prstGeom>
          <a:ln>
            <a:tailEnd type="triangle"/>
          </a:ln>
        </p:spPr>
        <p:style>
          <a:lnRef idx="3">
            <a:schemeClr val="accent1"/>
          </a:lnRef>
          <a:fillRef idx="0">
            <a:schemeClr val="accent1"/>
          </a:fillRef>
          <a:effectRef idx="2">
            <a:schemeClr val="accent1"/>
          </a:effectRef>
          <a:fontRef idx="minor">
            <a:schemeClr val="tx1"/>
          </a:fontRef>
        </p:style>
      </p:cxnSp>
      <p:cxnSp>
        <p:nvCxnSpPr>
          <p:cNvPr id="42" name="Łącznik prosty ze strzałką 41">
            <a:extLst>
              <a:ext uri="{FF2B5EF4-FFF2-40B4-BE49-F238E27FC236}">
                <a16:creationId xmlns:a16="http://schemas.microsoft.com/office/drawing/2014/main" id="{23EFA2F2-C238-92D0-0045-E0178B4F4989}"/>
              </a:ext>
            </a:extLst>
          </p:cNvPr>
          <p:cNvCxnSpPr>
            <a:stCxn id="32" idx="3"/>
            <a:endCxn id="17" idx="1"/>
          </p:cNvCxnSpPr>
          <p:nvPr/>
        </p:nvCxnSpPr>
        <p:spPr>
          <a:xfrm>
            <a:off x="5884417" y="3455713"/>
            <a:ext cx="474899" cy="0"/>
          </a:xfrm>
          <a:prstGeom prst="straightConnector1">
            <a:avLst/>
          </a:prstGeom>
          <a:ln>
            <a:tailEnd type="triangle"/>
          </a:ln>
        </p:spPr>
        <p:style>
          <a:lnRef idx="3">
            <a:schemeClr val="accent1"/>
          </a:lnRef>
          <a:fillRef idx="0">
            <a:schemeClr val="accent1"/>
          </a:fillRef>
          <a:effectRef idx="2">
            <a:schemeClr val="accent1"/>
          </a:effectRef>
          <a:fontRef idx="minor">
            <a:schemeClr val="tx1"/>
          </a:fontRef>
        </p:style>
      </p:cxnSp>
      <p:sp>
        <p:nvSpPr>
          <p:cNvPr id="76" name="Rectangle: Rounded Corners 25">
            <a:extLst>
              <a:ext uri="{FF2B5EF4-FFF2-40B4-BE49-F238E27FC236}">
                <a16:creationId xmlns:a16="http://schemas.microsoft.com/office/drawing/2014/main" id="{86D5CA39-305F-1B73-C391-3C5BD1BF811B}"/>
              </a:ext>
            </a:extLst>
          </p:cNvPr>
          <p:cNvSpPr/>
          <p:nvPr/>
        </p:nvSpPr>
        <p:spPr>
          <a:xfrm>
            <a:off x="8996326" y="2228293"/>
            <a:ext cx="2806535" cy="2277995"/>
          </a:xfrm>
          <a:prstGeom prst="roundRect">
            <a:avLst>
              <a:gd name="adj" fmla="val 7245"/>
            </a:avLst>
          </a:prstGeom>
        </p:spPr>
        <p:style>
          <a:lnRef idx="1">
            <a:schemeClr val="accent1"/>
          </a:lnRef>
          <a:fillRef idx="2">
            <a:schemeClr val="accent1"/>
          </a:fillRef>
          <a:effectRef idx="1">
            <a:schemeClr val="accent1"/>
          </a:effectRef>
          <a:fontRef idx="minor">
            <a:schemeClr val="dk1"/>
          </a:fontRef>
        </p:style>
        <p:txBody>
          <a:bodyPr rtlCol="0" anchor="ctr"/>
          <a:lstStyle/>
          <a:p>
            <a:pPr marL="285750" indent="-216000">
              <a:buFont typeface="Arial" panose="020B0604020202020204" pitchFamily="34" charset="0"/>
              <a:buChar char="•"/>
            </a:pPr>
            <a:r>
              <a:rPr lang="en-US" sz="1400" dirty="0"/>
              <a:t>Extends Observer adding methods modifying an Asset</a:t>
            </a:r>
          </a:p>
        </p:txBody>
      </p:sp>
      <p:sp>
        <p:nvSpPr>
          <p:cNvPr id="77" name="Rectangle: Rounded Corners 24">
            <a:extLst>
              <a:ext uri="{FF2B5EF4-FFF2-40B4-BE49-F238E27FC236}">
                <a16:creationId xmlns:a16="http://schemas.microsoft.com/office/drawing/2014/main" id="{2C67E1BD-3604-E857-D9D4-04E029E2D43A}"/>
              </a:ext>
            </a:extLst>
          </p:cNvPr>
          <p:cNvSpPr/>
          <p:nvPr/>
        </p:nvSpPr>
        <p:spPr>
          <a:xfrm>
            <a:off x="918846" y="2060540"/>
            <a:ext cx="1669942" cy="291173"/>
          </a:xfrm>
          <a:prstGeom prst="roundRect">
            <a:avLst/>
          </a:prstGeom>
        </p:spPr>
        <p:style>
          <a:lnRef idx="0">
            <a:schemeClr val="accent1"/>
          </a:lnRef>
          <a:fillRef idx="3">
            <a:schemeClr val="accent1"/>
          </a:fillRef>
          <a:effectRef idx="3">
            <a:schemeClr val="accent1"/>
          </a:effectRef>
          <a:fontRef idx="minor">
            <a:schemeClr val="lt1"/>
          </a:fontRef>
        </p:style>
        <p:txBody>
          <a:bodyPr rtlCol="0" anchor="ctr"/>
          <a:lstStyle/>
          <a:p>
            <a:pPr algn="ctr"/>
            <a:r>
              <a:rPr lang="en-US" dirty="0"/>
              <a:t>Observer</a:t>
            </a:r>
          </a:p>
        </p:txBody>
      </p:sp>
      <p:sp>
        <p:nvSpPr>
          <p:cNvPr id="78" name="Rectangle: Rounded Corners 24">
            <a:extLst>
              <a:ext uri="{FF2B5EF4-FFF2-40B4-BE49-F238E27FC236}">
                <a16:creationId xmlns:a16="http://schemas.microsoft.com/office/drawing/2014/main" id="{2DAC3360-27C2-5575-730D-27956685787F}"/>
              </a:ext>
            </a:extLst>
          </p:cNvPr>
          <p:cNvSpPr/>
          <p:nvPr/>
        </p:nvSpPr>
        <p:spPr>
          <a:xfrm>
            <a:off x="9564622" y="2035345"/>
            <a:ext cx="1669942" cy="291173"/>
          </a:xfrm>
          <a:prstGeom prst="roundRect">
            <a:avLst/>
          </a:prstGeom>
        </p:spPr>
        <p:style>
          <a:lnRef idx="0">
            <a:schemeClr val="accent1"/>
          </a:lnRef>
          <a:fillRef idx="3">
            <a:schemeClr val="accent1"/>
          </a:fillRef>
          <a:effectRef idx="3">
            <a:schemeClr val="accent1"/>
          </a:effectRef>
          <a:fontRef idx="minor">
            <a:schemeClr val="lt1"/>
          </a:fontRef>
        </p:style>
        <p:txBody>
          <a:bodyPr rtlCol="0" anchor="ctr"/>
          <a:lstStyle/>
          <a:p>
            <a:pPr algn="ctr"/>
            <a:r>
              <a:rPr lang="en-US" dirty="0"/>
              <a:t>User</a:t>
            </a:r>
          </a:p>
        </p:txBody>
      </p:sp>
    </p:spTree>
    <p:extLst>
      <p:ext uri="{BB962C8B-B14F-4D97-AF65-F5344CB8AC3E}">
        <p14:creationId xmlns:p14="http://schemas.microsoft.com/office/powerpoint/2010/main" val="21460416"/>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5FA9AD4-D71B-42D5-D3E4-7F80FA13647B}"/>
            </a:ext>
          </a:extLst>
        </p:cNvPr>
        <p:cNvGrpSpPr/>
        <p:nvPr/>
      </p:nvGrpSpPr>
      <p:grpSpPr>
        <a:xfrm>
          <a:off x="0" y="0"/>
          <a:ext cx="0" cy="0"/>
          <a:chOff x="0" y="0"/>
          <a:chExt cx="0" cy="0"/>
        </a:xfrm>
      </p:grpSpPr>
      <p:pic>
        <p:nvPicPr>
          <p:cNvPr id="7" name="Obraz 6">
            <a:extLst>
              <a:ext uri="{FF2B5EF4-FFF2-40B4-BE49-F238E27FC236}">
                <a16:creationId xmlns:a16="http://schemas.microsoft.com/office/drawing/2014/main" id="{4ABE271D-3EB0-8847-23AF-B19809082E5F}"/>
              </a:ext>
            </a:extLst>
          </p:cNvPr>
          <p:cNvPicPr>
            <a:picLocks noChangeAspect="1"/>
          </p:cNvPicPr>
          <p:nvPr/>
        </p:nvPicPr>
        <p:blipFill>
          <a:blip r:embed="rId2"/>
          <a:stretch>
            <a:fillRect/>
          </a:stretch>
        </p:blipFill>
        <p:spPr>
          <a:xfrm>
            <a:off x="5124577" y="996984"/>
            <a:ext cx="6868239" cy="1887292"/>
          </a:xfrm>
          <a:prstGeom prst="rect">
            <a:avLst/>
          </a:prstGeom>
        </p:spPr>
      </p:pic>
      <p:sp>
        <p:nvSpPr>
          <p:cNvPr id="4" name="Rectangle: Rounded Corners 3">
            <a:extLst>
              <a:ext uri="{FF2B5EF4-FFF2-40B4-BE49-F238E27FC236}">
                <a16:creationId xmlns:a16="http://schemas.microsoft.com/office/drawing/2014/main" id="{01418581-A409-2192-2A07-4725F3576055}"/>
              </a:ext>
            </a:extLst>
          </p:cNvPr>
          <p:cNvSpPr/>
          <p:nvPr/>
        </p:nvSpPr>
        <p:spPr>
          <a:xfrm>
            <a:off x="4090964" y="296966"/>
            <a:ext cx="3566358" cy="582346"/>
          </a:xfrm>
          <a:prstGeom prst="roundRect">
            <a:avLst/>
          </a:prstGeom>
        </p:spPr>
        <p:style>
          <a:lnRef idx="0">
            <a:schemeClr val="accent1"/>
          </a:lnRef>
          <a:fillRef idx="3">
            <a:schemeClr val="accent1"/>
          </a:fillRef>
          <a:effectRef idx="3">
            <a:schemeClr val="accent1"/>
          </a:effectRef>
          <a:fontRef idx="minor">
            <a:schemeClr val="lt1"/>
          </a:fontRef>
        </p:style>
        <p:txBody>
          <a:bodyPr rtlCol="0" anchor="ctr"/>
          <a:lstStyle/>
          <a:p>
            <a:pPr algn="ctr"/>
            <a:r>
              <a:rPr lang="en-US" dirty="0"/>
              <a:t>Synchronized Runtime Access</a:t>
            </a:r>
          </a:p>
          <a:p>
            <a:pPr algn="ctr"/>
            <a:r>
              <a:rPr lang="en-US" sz="2000" b="1" dirty="0"/>
              <a:t>Examples</a:t>
            </a:r>
            <a:endParaRPr lang="en-US" b="1" dirty="0"/>
          </a:p>
        </p:txBody>
      </p:sp>
      <p:pic>
        <p:nvPicPr>
          <p:cNvPr id="9" name="Obraz 8">
            <a:extLst>
              <a:ext uri="{FF2B5EF4-FFF2-40B4-BE49-F238E27FC236}">
                <a16:creationId xmlns:a16="http://schemas.microsoft.com/office/drawing/2014/main" id="{FB88DCAA-9953-7025-1033-F2A6890943F1}"/>
              </a:ext>
            </a:extLst>
          </p:cNvPr>
          <p:cNvPicPr>
            <a:picLocks noChangeAspect="1"/>
          </p:cNvPicPr>
          <p:nvPr/>
        </p:nvPicPr>
        <p:blipFill>
          <a:blip r:embed="rId3"/>
          <a:stretch>
            <a:fillRect/>
          </a:stretch>
        </p:blipFill>
        <p:spPr>
          <a:xfrm>
            <a:off x="199184" y="996984"/>
            <a:ext cx="4746041" cy="3763008"/>
          </a:xfrm>
          <a:prstGeom prst="rect">
            <a:avLst/>
          </a:prstGeom>
        </p:spPr>
      </p:pic>
    </p:spTree>
    <p:extLst>
      <p:ext uri="{BB962C8B-B14F-4D97-AF65-F5344CB8AC3E}">
        <p14:creationId xmlns:p14="http://schemas.microsoft.com/office/powerpoint/2010/main" val="786740795"/>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Motyw pakietu Office">
  <a:themeElements>
    <a:clrScheme name="Pakiet 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Pakiet 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Pakiet 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8434</TotalTime>
  <Words>824</Words>
  <Application>Microsoft Office PowerPoint</Application>
  <PresentationFormat>Panoramiczny</PresentationFormat>
  <Paragraphs>188</Paragraphs>
  <Slides>10</Slides>
  <Notes>6</Notes>
  <HiddenSlides>0</HiddenSlides>
  <MMClips>0</MMClips>
  <ScaleCrop>false</ScaleCrop>
  <HeadingPairs>
    <vt:vector size="6" baseType="variant">
      <vt:variant>
        <vt:lpstr>Używane czcionki</vt:lpstr>
      </vt:variant>
      <vt:variant>
        <vt:i4>3</vt:i4>
      </vt:variant>
      <vt:variant>
        <vt:lpstr>Motyw</vt:lpstr>
      </vt:variant>
      <vt:variant>
        <vt:i4>1</vt:i4>
      </vt:variant>
      <vt:variant>
        <vt:lpstr>Tytuły slajdów</vt:lpstr>
      </vt:variant>
      <vt:variant>
        <vt:i4>10</vt:i4>
      </vt:variant>
    </vt:vector>
  </HeadingPairs>
  <TitlesOfParts>
    <vt:vector size="14" baseType="lpstr">
      <vt:lpstr>Arial</vt:lpstr>
      <vt:lpstr>Calibri</vt:lpstr>
      <vt:lpstr>Calibri Light</vt:lpstr>
      <vt:lpstr>Office Theme</vt:lpstr>
      <vt:lpstr>Prezentacja programu PowerPoint</vt:lpstr>
      <vt:lpstr>Prezentacja programu PowerPoint</vt:lpstr>
      <vt:lpstr>Prezentacja programu PowerPoint</vt:lpstr>
      <vt:lpstr>Prezentacja programu PowerPoint</vt:lpstr>
      <vt:lpstr>Prezentacja programu PowerPoint</vt:lpstr>
      <vt:lpstr>Prezentacja programu PowerPoint</vt:lpstr>
      <vt:lpstr>Prezentacja programu PowerPoint</vt:lpstr>
      <vt:lpstr>Prezentacja programu PowerPoint</vt:lpstr>
      <vt:lpstr>Prezentacja programu PowerPoint</vt:lpstr>
      <vt:lpstr>Prezentacja programu PowerPoint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Paweł</dc:creator>
  <cp:lastModifiedBy>Paweł</cp:lastModifiedBy>
  <cp:revision>29</cp:revision>
  <dcterms:created xsi:type="dcterms:W3CDTF">2024-03-28T22:47:25Z</dcterms:created>
  <dcterms:modified xsi:type="dcterms:W3CDTF">2025-11-15T22:29:24Z</dcterms:modified>
</cp:coreProperties>
</file>